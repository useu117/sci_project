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4e16447e949e2" /><Relationship Type="http://schemas.openxmlformats.org/officeDocument/2006/relationships/extended-properties" Target="/docProps/app.xml" Id="R03eda6c9fbc247f4" /><Relationship Type="http://schemas.openxmlformats.org/officeDocument/2006/relationships/officeDocument" Target="/ppt/presentation.xml" Id="R4ffb143b3294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8717bb1ec2459a"/>
  </p:sldMasterIdLst>
  <p:notesMasterIdLst>
    <p:notesMasterId xmlns:r="http://schemas.openxmlformats.org/officeDocument/2006/relationships" r:id="R472719470f8e457c"/>
  </p:notesMasterIdLst>
  <p:sldIdLst>
    <p:sldId xmlns:r="http://schemas.openxmlformats.org/officeDocument/2006/relationships" id="256" r:id="R29c35470d8bf4ed2"/>
    <p:sldId xmlns:r="http://schemas.openxmlformats.org/officeDocument/2006/relationships" id="257" r:id="R67948a5758aa4881"/>
    <p:sldId xmlns:r="http://schemas.openxmlformats.org/officeDocument/2006/relationships" id="258" r:id="Rd030094aef90470c"/>
    <p:sldId xmlns:r="http://schemas.openxmlformats.org/officeDocument/2006/relationships" id="259" r:id="R63f166ec2e5d4f12"/>
    <p:sldId xmlns:r="http://schemas.openxmlformats.org/officeDocument/2006/relationships" id="260" r:id="Rcc0704d0e40847c6"/>
  </p:sldIdLst>
  <p:sldSz cx="1600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7f669906f4a75" /><Relationship Type="http://schemas.openxmlformats.org/officeDocument/2006/relationships/slideMaster" Target="/ppt/slideMasters/slideMaster1.xml" Id="R818717bb1ec2459a" /><Relationship Type="http://schemas.openxmlformats.org/officeDocument/2006/relationships/notesMaster" Target="/ppt/notesMasters/notesMaster1.xml" Id="R472719470f8e457c" /><Relationship Type="http://schemas.openxmlformats.org/officeDocument/2006/relationships/presProps" Target="/ppt/presProps.xml" Id="R73fa9b4fee664d86" /><Relationship Type="http://schemas.openxmlformats.org/officeDocument/2006/relationships/tableStyles" Target="/ppt/tableStyles.xml" Id="R8a73b23978af457e" /><Relationship Type="http://schemas.openxmlformats.org/officeDocument/2006/relationships/slide" Target="/ppt/slides/slide1.xml" Id="R29c35470d8bf4ed2" /><Relationship Type="http://schemas.openxmlformats.org/officeDocument/2006/relationships/slide" Target="/ppt/slides/slide2.xml" Id="R67948a5758aa4881" /><Relationship Type="http://schemas.openxmlformats.org/officeDocument/2006/relationships/slide" Target="/ppt/slides/slide3.xml" Id="Rd030094aef90470c" /><Relationship Type="http://schemas.openxmlformats.org/officeDocument/2006/relationships/slide" Target="/ppt/slides/slide4.xml" Id="R63f166ec2e5d4f12" /><Relationship Type="http://schemas.openxmlformats.org/officeDocument/2006/relationships/slide" Target="/ppt/slides/slide5.xml" Id="Rcc0704d0e408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2cd23356c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2ba709f404b7e" /><Relationship Type="http://schemas.openxmlformats.org/officeDocument/2006/relationships/notesMaster" Target="/ppt/notesMasters/notesMaster1.xml" Id="R37ea3f77291647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9faaf34dd84bd7" /><Relationship Type="http://schemas.openxmlformats.org/officeDocument/2006/relationships/notesMaster" Target="/ppt/notesMasters/notesMaster1.xml" Id="R5fbfbbe78a2145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02aad710447ed" /><Relationship Type="http://schemas.openxmlformats.org/officeDocument/2006/relationships/notesMaster" Target="/ppt/notesMasters/notesMaster1.xml" Id="Rc21bfeff33cb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08d15a53904dbb" /><Relationship Type="http://schemas.openxmlformats.org/officeDocument/2006/relationships/notesMaster" Target="/ppt/notesMasters/notesMaster1.xml" Id="R3734d5e71da8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7c16e6820244bb" /><Relationship Type="http://schemas.openxmlformats.org/officeDocument/2006/relationships/notesMaster" Target="/ppt/notesMasters/notesMaster1.xml" Id="R95a865e75419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DCFnet overview. (a) Verified normal support images construct a fixed category-specific memory. (b) The query passes through the same frozen encoders and deterministic fusion path. CLIP visual features are bilinearly resized to the DINO lattice; branch-wise L2 normalization, equal scaling, concatenation, and joint normalization yield 1536-dimensional descriptors. Exact nearest-neighbor scoring uses half the squared Euclidean distance in the joint space. Bilinear resizing and Gaussian smoothing (sigma = 4 pixels) produce the 448 x 448 anomaly map, whose spatial maximum is the image-level anomaly score. The query never updates the normal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Blue and ochre grids/vector blocks are editable structural schematics, not measured activations, and their cell count is illustrative. The DINO grid is h_D x w_D, not universally 32 x 32. The CLIP grid is 37 x 37 and retains projected layer-24 patch descriptors with DPAM_layer = 20. The illustration uses MPDD metal_plate train/good/029.png and test/scratches/026.png. The map is the existing A1 inference panel from outputs/p1_b_figures/mpdd_s0_k1_metal_plate_success.png; it is not a ground-truth mask, and no output values were regenerated. Support illustration shows one example, not all K images. Both encoders remain frozen, without target-domain parameter optimization or text-based inference. Norm formula assumes positive branch norms.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source: docs/manuscript_english_polished_20260906/English_content.md, sections 3.1–3.5, and DCFnet_Figure_Source_Polished_20260906_final.pptx. Design requirements: docs/lesson_notes_20260905/20260905_SCI论文辅导详细整理与修改清单.md, section 二, classroom 04:26–08:47 and 01:07:48–01:17:17.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2. Deterministic calibration and fixed feature fusion. The CLIP lattice is bilinearly resized to the DINO grid with align_corners=False. At each location p, the aligned branch descriptors are independently L2-normalized, scaled by 0.5, concatenated, and jointly normalized. The DINO grid is unchanged. Matching grid dimensions does not guarantee receptive-field or semantic correspondence. Norm(v)=v/||v||2 assumes positive norms. The complete-metric implementation does not claim an epsilon guard.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Normal-memory construction and anomaly scoring. Every fused descriptor from the K normal supports is stored in a category-specific FAISS IndexFlatL2 memory. N_c=KP when all support images have a common P-patch lattice; generally N_c is the sum of their patch counts. Each query patch retrieves one nearest normal descriptor in joint feature space across all support locations. The highlighted candidate is schematic, not a measured nearest-neighbor visualization. Half the squared Euclidean distance yields the raw patch score. Bilinear resizing to 448x448 and Gaussian smoothing with sigma=4 produce the output map. The image score is the map maximum. Query descriptors never update the memory. Existing map: MPDD metal_plate, seed0, K1, scratches/026.png, A1 panel from outputs/p1_b_figures/mpdd_s0_k1_metal_plate_success.png.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S1. The frozen visual extraction paths shared by support and query images. DINOv2 ViT-B/14 uses short-side 448 preprocessing and patch-compatible cropping. Its shorter grid dimension is 32, with general shape h_D x w_D x 768. CLIP ViT-L/14 receives 518x518 images with DPAM_layer=20. The extractor requests layers 6/12/18/24 but retains only layer 24, projects the local features to 768 dimensions, and excludes the CLS token. Hidden width 1024 is distinct from the 768-D output descriptor. The figure depicts selection of requested outputs, not four-layer concatenation. No text encoder or prompts enter inference. Example input: MPDD metal_plate scratches/026.png.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S2. Matched control isolating the calibrated second visual representation. DCFnet retains the same DINOv2 descriptors and adds DPAM-modified CLIP image features, grid alignment and fixed concatenation. DINO-only uses 768-D unit descriptors; DCFnet uses 1536-D unit descriptors. Each method maintains its own normal memory. Support descriptors build that memory and query descriptors read it through exact 1-NN. Support identities, K=1/2/4, seeds=0/1/2, distance convention (squared L2/2), resizing, Gaussian sigma=4, spatial maximum and evaluation resolution are matched. The paired heatmaps are an existing illustrative MPDD metal_plate example (seed0,K1,scratches/026.png) using the DINO-only and A1 panels from outputs/p1_b_figures/mpdd_s0_k1_metal_plate_success.png. No aggregate performance claim is made by this example.</a:t>
            </a:r>
          </a:p>
          <a:p xmlns:a="http://schemas.openxmlformats.org/drawingml/2006/main">
            <a:r>
              <a:t>Source: docs/manuscript_english_polished_20260906/English_content.md, sections 3.3–3.6. All grids, tokens and vector bars are editable structural schematics rather than measured activations. Cell counts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060bdefd5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83733087c48c3" /><Relationship Type="http://schemas.openxmlformats.org/officeDocument/2006/relationships/slideLayout" Target="/ppt/slideLayouts/slideLayout1.xml" Id="Rffb800b990b7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800b990b7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d1ba89c574cd1" /><Relationship Type="http://schemas.openxmlformats.org/officeDocument/2006/relationships/image" Target="/ppt/media/image.png" Id="R82e0d5df8b2b4393" /><Relationship Type="http://schemas.openxmlformats.org/officeDocument/2006/relationships/image" Target="/ppt/media/image2.png" Id="R12c700df779b45bf" /><Relationship Type="http://schemas.openxmlformats.org/officeDocument/2006/relationships/image" Target="/ppt/media/image3.png" Id="R2650a7bd5d5d4f32" /><Relationship Type="http://schemas.openxmlformats.org/officeDocument/2006/relationships/notesSlide" Target="/ppt/notesSlides/notesSlide1.xml" Id="R50d1dff98ffa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23cd926044a60" /><Relationship Type="http://schemas.openxmlformats.org/officeDocument/2006/relationships/notesSlide" Target="/ppt/notesSlides/notesSlide2.xml" Id="Ra1c46b58917744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a7c81419a45f6" /><Relationship Type="http://schemas.openxmlformats.org/officeDocument/2006/relationships/image" Target="/ppt/media/image4.png" Id="R132fd64f55d741a6" /><Relationship Type="http://schemas.openxmlformats.org/officeDocument/2006/relationships/image" Target="/ppt/media/image5.png" Id="Rec7451b941dd4754" /><Relationship Type="http://schemas.openxmlformats.org/officeDocument/2006/relationships/notesSlide" Target="/ppt/notesSlides/notesSlide3.xml" Id="R3466c160aefd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af851d9b0440f" /><Relationship Type="http://schemas.openxmlformats.org/officeDocument/2006/relationships/image" Target="/ppt/media/image6.png" Id="Rd4e6de24ede545bf" /><Relationship Type="http://schemas.openxmlformats.org/officeDocument/2006/relationships/notesSlide" Target="/ppt/notesSlides/notesSlide4.xml" Id="R544bfe2efba6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5ccdae554b47" /><Relationship Type="http://schemas.openxmlformats.org/officeDocument/2006/relationships/image" Target="/ppt/media/image7.png" Id="R21a25898fc0d4c28" /><Relationship Type="http://schemas.openxmlformats.org/officeDocument/2006/relationships/image" Target="/ppt/media/image8.png" Id="Reede8aaa9ae743f1" /><Relationship Type="http://schemas.openxmlformats.org/officeDocument/2006/relationships/notesSlide" Target="/ppt/notesSlides/notesSlide5.xml" Id="R054a55797149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title">
            <a:extLst xmlns:a="http://schemas.openxmlformats.org/drawingml/2006/main">
              <a:ext uri="{FF2B5EF4-FFF2-40B4-BE49-F238E27FC236}">
                <a16:creationId xmlns:a16="http://schemas.microsoft.com/office/drawing/2014/main" id="{56B8F76A-F6E8-4BC4-BE94-9887179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</a:t>
            </a:r>
          </a:p>
        </p:txBody>
      </p:sp>
      <p:sp>
        <p:nvSpPr>
          <p:cNvPr id="2" name="title-expansion">
            <a:extLst xmlns:a="http://schemas.openxmlformats.org/drawingml/2006/main">
              <a:ext uri="{FF2B5EF4-FFF2-40B4-BE49-F238E27FC236}">
                <a16:creationId xmlns:a16="http://schemas.microsoft.com/office/drawing/2014/main" id="{BCBC3C99-D9B8-4E0A-BE03-390D3AB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Dual-Encoder Calibrated Fusion Network</a:t>
            </a:r>
          </a:p>
        </p:txBody>
      </p:sp>
      <p:sp>
        <p:nvSpPr>
          <p:cNvPr id="3" name="task">
            <a:extLst xmlns:a="http://schemas.openxmlformats.org/drawingml/2006/main">
              <a:ext uri="{FF2B5EF4-FFF2-40B4-BE49-F238E27FC236}">
                <a16:creationId xmlns:a16="http://schemas.microsoft.com/office/drawing/2014/main" id="{422864A4-058A-43BE-82DD-EDE4DCA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Normal-only few-shot industrial anomaly localization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00F763C-C8DC-4666-BE5D-E4B0D4E1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4DA"/>
            </a:solidFill>
          </a:ln>
        </p:spPr>
      </p:sp>
      <p:sp>
        <p:nvSpPr>
          <p:cNvPr id="5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BAF2680B-BBF7-415C-B2D6-F50EDA57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239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normal reference memory</a:t>
            </a:r>
          </a:p>
        </p:txBody>
      </p:sp>
      <p:pic>
        <p:nvPicPr>
          <p:cNvPr id="282" name="Normal support MPDD metal_plate good 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0d5df8b2b4393"/>
          <a:stretch xmlns:a="http://schemas.openxmlformats.org/drawingml/2006/main"/>
        </p:blipFill>
        <p:spPr>
          <a:xfrm xmlns:a="http://schemas.openxmlformats.org/drawingml/2006/main">
            <a:off x="381000" y="1885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support-symbol">
            <a:extLst xmlns:a="http://schemas.openxmlformats.org/drawingml/2006/main">
              <a:ext uri="{FF2B5EF4-FFF2-40B4-BE49-F238E27FC236}">
                <a16:creationId xmlns:a16="http://schemas.microsoft.com/office/drawing/2014/main" id="{6076086E-323F-4CD3-B0C3-C8730C5D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133725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R</a:t>
            </a:r>
            <a:r>
              <a:rPr sz="1512" i="1" baseline="-25000">
                <a:latin typeface="Cambria"/>
                <a:ea typeface="Cambria"/>
                <a:cs typeface="Cambria"/>
              </a:rPr>
              <a:t>c</a:t>
            </a:r>
            <a:r>
              <a:rPr sz="2100">
                <a:latin typeface="Cambria"/>
                <a:ea typeface="Cambria"/>
                <a:cs typeface="Cambria"/>
              </a:rPr>
              <a:t> = {</a:t>
            </a:r>
            <a:r>
              <a:rPr sz="2100" b="1" i="1">
                <a:latin typeface="Cambria"/>
                <a:ea typeface="Cambria"/>
                <a:cs typeface="Cambria"/>
              </a:rPr>
              <a:t>x</a:t>
            </a:r>
            <a:r>
              <a:rPr sz="1512" i="1" baseline="30000">
                <a:latin typeface="Cambria"/>
                <a:ea typeface="Cambria"/>
                <a:cs typeface="Cambria"/>
              </a:rPr>
              <a:t>c</a:t>
            </a:r>
            <a:r>
              <a:rPr sz="1512" i="1" baseline="-25000">
                <a:latin typeface="Cambria"/>
                <a:ea typeface="Cambria"/>
                <a:cs typeface="Cambria"/>
              </a:rPr>
              <a:t>i</a:t>
            </a:r>
            <a:r>
              <a:rPr sz="2100">
                <a:latin typeface="Cambria"/>
                <a:ea typeface="Cambria"/>
                <a:cs typeface="Cambria"/>
              </a:rPr>
              <a:t>}</a:t>
            </a:r>
          </a:p>
        </p:txBody>
      </p:sp>
      <p:sp>
        <p:nvSpPr>
          <p:cNvPr id="8" name="shots">
            <a:extLst xmlns:a="http://schemas.openxmlformats.org/drawingml/2006/main">
              <a:ext uri="{FF2B5EF4-FFF2-40B4-BE49-F238E27FC236}">
                <a16:creationId xmlns:a16="http://schemas.microsoft.com/office/drawing/2014/main" id="{96A10593-C54B-4899-B448-FC611C88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1950" b="0" i="1">
                <a:latin typeface="Cambria"/>
                <a:ea typeface="Cambria"/>
                <a:cs typeface="Cambria"/>
              </a:rPr>
              <a:t>K</a:t>
            </a:r>
            <a:r>
              <a:rPr sz="1950">
                <a:latin typeface="Cambria"/>
                <a:ea typeface="Cambria"/>
                <a:cs typeface="Cambria"/>
              </a:rPr>
              <a:t> ∈ {1, 2, 4}</a:t>
            </a:r>
          </a:p>
        </p:txBody>
      </p:sp>
      <p:sp>
        <p:nvSpPr>
          <p:cNvPr id="9" name="support-extraction">
            <a:extLst xmlns:a="http://schemas.openxmlformats.org/drawingml/2006/main">
              <a:ext uri="{FF2B5EF4-FFF2-40B4-BE49-F238E27FC236}">
                <a16:creationId xmlns:a16="http://schemas.microsoft.com/office/drawing/2014/main" id="{2A2A33D5-4746-4EE2-A47F-5466413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71675"/>
            <a:ext cx="3000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upport-dino">
            <a:extLst xmlns:a="http://schemas.openxmlformats.org/drawingml/2006/main">
              <a:ext uri="{FF2B5EF4-FFF2-40B4-BE49-F238E27FC236}">
                <a16:creationId xmlns:a16="http://schemas.microsoft.com/office/drawing/2014/main" id="{8E35172F-4678-4A52-B65E-0ADE466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66925"/>
            <a:ext cx="13430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11" name="support-clip">
            <a:extLst xmlns:a="http://schemas.openxmlformats.org/drawingml/2006/main">
              <a:ext uri="{FF2B5EF4-FFF2-40B4-BE49-F238E27FC236}">
                <a16:creationId xmlns:a16="http://schemas.microsoft.com/office/drawing/2014/main" id="{48FDA0C9-F0D9-4F33-B123-50C69F4C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7717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+ DPAM</a:t>
            </a:r>
          </a:p>
        </p:txBody>
      </p:sp>
      <p:sp>
        <p:nvSpPr>
          <p:cNvPr id="12" name="support-dino-grid0-0">
            <a:extLst xmlns:a="http://schemas.openxmlformats.org/drawingml/2006/main">
              <a:ext uri="{FF2B5EF4-FFF2-40B4-BE49-F238E27FC236}">
                <a16:creationId xmlns:a16="http://schemas.microsoft.com/office/drawing/2014/main" id="{2A7C7B9C-2871-47BA-81D3-8C60E20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support-dino-grid0-1">
            <a:extLst xmlns:a="http://schemas.openxmlformats.org/drawingml/2006/main">
              <a:ext uri="{FF2B5EF4-FFF2-40B4-BE49-F238E27FC236}">
                <a16:creationId xmlns:a16="http://schemas.microsoft.com/office/drawing/2014/main" id="{542BDB2A-9EB6-4845-87E7-19546C5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support-dino-grid0-2">
            <a:extLst xmlns:a="http://schemas.openxmlformats.org/drawingml/2006/main">
              <a:ext uri="{FF2B5EF4-FFF2-40B4-BE49-F238E27FC236}">
                <a16:creationId xmlns:a16="http://schemas.microsoft.com/office/drawing/2014/main" id="{8AE6A1FC-A823-4A5F-B184-735791D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support-dino-grid0-3">
            <a:extLst xmlns:a="http://schemas.openxmlformats.org/drawingml/2006/main">
              <a:ext uri="{FF2B5EF4-FFF2-40B4-BE49-F238E27FC236}">
                <a16:creationId xmlns:a16="http://schemas.microsoft.com/office/drawing/2014/main" id="{5F98D774-D31B-4A8F-81B4-F338A8E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support-dino-grid0-4">
            <a:extLst xmlns:a="http://schemas.openxmlformats.org/drawingml/2006/main">
              <a:ext uri="{FF2B5EF4-FFF2-40B4-BE49-F238E27FC236}">
                <a16:creationId xmlns:a16="http://schemas.microsoft.com/office/drawing/2014/main" id="{0C5735EC-4F2A-439A-AE47-0854D8B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support-dino-grid1-0">
            <a:extLst xmlns:a="http://schemas.openxmlformats.org/drawingml/2006/main">
              <a:ext uri="{FF2B5EF4-FFF2-40B4-BE49-F238E27FC236}">
                <a16:creationId xmlns:a16="http://schemas.microsoft.com/office/drawing/2014/main" id="{C0FD682D-4DCB-4438-99BA-2FE7DAA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support-dino-grid1-1">
            <a:extLst xmlns:a="http://schemas.openxmlformats.org/drawingml/2006/main">
              <a:ext uri="{FF2B5EF4-FFF2-40B4-BE49-F238E27FC236}">
                <a16:creationId xmlns:a16="http://schemas.microsoft.com/office/drawing/2014/main" id="{3F150F3F-220A-4CDA-90EC-E2B7BE95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support-dino-grid1-2">
            <a:extLst xmlns:a="http://schemas.openxmlformats.org/drawingml/2006/main">
              <a:ext uri="{FF2B5EF4-FFF2-40B4-BE49-F238E27FC236}">
                <a16:creationId xmlns:a16="http://schemas.microsoft.com/office/drawing/2014/main" id="{34DD0D21-6511-4765-850E-D63C40F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support-dino-grid1-3">
            <a:extLst xmlns:a="http://schemas.openxmlformats.org/drawingml/2006/main">
              <a:ext uri="{FF2B5EF4-FFF2-40B4-BE49-F238E27FC236}">
                <a16:creationId xmlns:a16="http://schemas.microsoft.com/office/drawing/2014/main" id="{8390BA0A-5D9D-436F-84E2-5CF6CE4A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support-dino-grid1-4">
            <a:extLst xmlns:a="http://schemas.openxmlformats.org/drawingml/2006/main">
              <a:ext uri="{FF2B5EF4-FFF2-40B4-BE49-F238E27FC236}">
                <a16:creationId xmlns:a16="http://schemas.microsoft.com/office/drawing/2014/main" id="{572929D9-8503-4126-A73C-41CB588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support-dino-grid2-0">
            <a:extLst xmlns:a="http://schemas.openxmlformats.org/drawingml/2006/main">
              <a:ext uri="{FF2B5EF4-FFF2-40B4-BE49-F238E27FC236}">
                <a16:creationId xmlns:a16="http://schemas.microsoft.com/office/drawing/2014/main" id="{84B62A38-4DEF-472F-8FD2-DE47AEAA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support-dino-grid2-1">
            <a:extLst xmlns:a="http://schemas.openxmlformats.org/drawingml/2006/main">
              <a:ext uri="{FF2B5EF4-FFF2-40B4-BE49-F238E27FC236}">
                <a16:creationId xmlns:a16="http://schemas.microsoft.com/office/drawing/2014/main" id="{C2C3C778-8644-4BD7-9EC1-DEE5262E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support-dino-grid2-2">
            <a:extLst xmlns:a="http://schemas.openxmlformats.org/drawingml/2006/main">
              <a:ext uri="{FF2B5EF4-FFF2-40B4-BE49-F238E27FC236}">
                <a16:creationId xmlns:a16="http://schemas.microsoft.com/office/drawing/2014/main" id="{8A7957E3-8C3F-46C4-9CDD-2D4EB8D7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support-dino-grid2-3">
            <a:extLst xmlns:a="http://schemas.openxmlformats.org/drawingml/2006/main">
              <a:ext uri="{FF2B5EF4-FFF2-40B4-BE49-F238E27FC236}">
                <a16:creationId xmlns:a16="http://schemas.microsoft.com/office/drawing/2014/main" id="{0324CADA-2B0F-4A4D-947C-0701A82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support-dino-grid2-4">
            <a:extLst xmlns:a="http://schemas.openxmlformats.org/drawingml/2006/main">
              <a:ext uri="{FF2B5EF4-FFF2-40B4-BE49-F238E27FC236}">
                <a16:creationId xmlns:a16="http://schemas.microsoft.com/office/drawing/2014/main" id="{F32347CD-CC8D-4CF8-A751-99A1C6B2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support-frozen">
            <a:extLst xmlns:a="http://schemas.openxmlformats.org/drawingml/2006/main">
              <a:ext uri="{FF2B5EF4-FFF2-40B4-BE49-F238E27FC236}">
                <a16:creationId xmlns:a16="http://schemas.microsoft.com/office/drawing/2014/main" id="{2BF2D765-A6AA-4DA5-8A55-F6476BD5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visual encoders</a:t>
            </a:r>
          </a:p>
        </p:txBody>
      </p:sp>
      <p:sp>
        <p:nvSpPr>
          <p:cNvPr id="28" name="support-fusion">
            <a:extLst xmlns:a="http://schemas.openxmlformats.org/drawingml/2006/main">
              <a:ext uri="{FF2B5EF4-FFF2-40B4-BE49-F238E27FC236}">
                <a16:creationId xmlns:a16="http://schemas.microsoft.com/office/drawing/2014/main" id="{B4D03CE0-AF16-428A-BB04-B4DBCE8E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71675"/>
            <a:ext cx="3057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 grids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Normalize and concatenate</a:t>
            </a:r>
          </a:p>
        </p:txBody>
      </p:sp>
      <p:sp>
        <p:nvSpPr>
          <p:cNvPr id="29" name="support-shared">
            <a:extLst xmlns:a="http://schemas.openxmlformats.org/drawingml/2006/main">
              <a:ext uri="{FF2B5EF4-FFF2-40B4-BE49-F238E27FC236}">
                <a16:creationId xmlns:a16="http://schemas.microsoft.com/office/drawing/2014/main" id="{1C3944A3-02DB-49D2-83DC-08F8F4C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Same feature pipeline as (b)</a:t>
            </a:r>
          </a:p>
        </p:txBody>
      </p:sp>
      <p:sp>
        <p:nvSpPr>
          <p:cNvPr id="30" name="support-vector0">
            <a:extLst xmlns:a="http://schemas.openxmlformats.org/drawingml/2006/main">
              <a:ext uri="{FF2B5EF4-FFF2-40B4-BE49-F238E27FC236}">
                <a16:creationId xmlns:a16="http://schemas.microsoft.com/office/drawing/2014/main" id="{84469867-AD22-4C32-A76B-67825B77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support-vector1">
            <a:extLst xmlns:a="http://schemas.openxmlformats.org/drawingml/2006/main">
              <a:ext uri="{FF2B5EF4-FFF2-40B4-BE49-F238E27FC236}">
                <a16:creationId xmlns:a16="http://schemas.microsoft.com/office/drawing/2014/main" id="{412A3AB8-DC17-40E8-8256-ECF769B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96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support-vector2">
            <a:extLst xmlns:a="http://schemas.openxmlformats.org/drawingml/2006/main">
              <a:ext uri="{FF2B5EF4-FFF2-40B4-BE49-F238E27FC236}">
                <a16:creationId xmlns:a16="http://schemas.microsoft.com/office/drawing/2014/main" id="{09F2FAC1-A5EE-4968-B326-AF6FC496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3" name="support-vector3">
            <a:extLst xmlns:a="http://schemas.openxmlformats.org/drawingml/2006/main">
              <a:ext uri="{FF2B5EF4-FFF2-40B4-BE49-F238E27FC236}">
                <a16:creationId xmlns:a16="http://schemas.microsoft.com/office/drawing/2014/main" id="{AAEB71F2-F3B4-48AE-A434-974AB5A8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90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4" name="support-vector4">
            <a:extLst xmlns:a="http://schemas.openxmlformats.org/drawingml/2006/main">
              <a:ext uri="{FF2B5EF4-FFF2-40B4-BE49-F238E27FC236}">
                <a16:creationId xmlns:a16="http://schemas.microsoft.com/office/drawing/2014/main" id="{90C0F3A4-744E-462A-93F8-677ED492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5" name="support-vector5">
            <a:extLst xmlns:a="http://schemas.openxmlformats.org/drawingml/2006/main">
              <a:ext uri="{FF2B5EF4-FFF2-40B4-BE49-F238E27FC236}">
                <a16:creationId xmlns:a16="http://schemas.microsoft.com/office/drawing/2014/main" id="{44E6C038-69CF-4FA5-92A1-D00E8023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support-vector6">
            <a:extLst xmlns:a="http://schemas.openxmlformats.org/drawingml/2006/main">
              <a:ext uri="{FF2B5EF4-FFF2-40B4-BE49-F238E27FC236}">
                <a16:creationId xmlns:a16="http://schemas.microsoft.com/office/drawing/2014/main" id="{1114D1F3-47CD-4DBD-952B-8A115C7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80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support-vector7">
            <a:extLst xmlns:a="http://schemas.openxmlformats.org/drawingml/2006/main">
              <a:ext uri="{FF2B5EF4-FFF2-40B4-BE49-F238E27FC236}">
                <a16:creationId xmlns:a16="http://schemas.microsoft.com/office/drawing/2014/main" id="{A7C731FD-27AD-4042-963B-7C1C3C84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support-vector8">
            <a:extLst xmlns:a="http://schemas.openxmlformats.org/drawingml/2006/main">
              <a:ext uri="{FF2B5EF4-FFF2-40B4-BE49-F238E27FC236}">
                <a16:creationId xmlns:a16="http://schemas.microsoft.com/office/drawing/2014/main" id="{9023649F-7D5E-4C6F-BE04-1915275A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4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support-vector9">
            <a:extLst xmlns:a="http://schemas.openxmlformats.org/drawingml/2006/main">
              <a:ext uri="{FF2B5EF4-FFF2-40B4-BE49-F238E27FC236}">
                <a16:creationId xmlns:a16="http://schemas.microsoft.com/office/drawing/2014/main" id="{98B20772-A88F-4C9E-896B-F8A95B7E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0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0" name="support-dim">
            <a:extLst xmlns:a="http://schemas.openxmlformats.org/drawingml/2006/main">
              <a:ext uri="{FF2B5EF4-FFF2-40B4-BE49-F238E27FC236}">
                <a16:creationId xmlns:a16="http://schemas.microsoft.com/office/drawing/2014/main" id="{D572C608-56F5-4F00-AD83-5B6E1FF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41" name="normal-memory">
            <a:extLst xmlns:a="http://schemas.openxmlformats.org/drawingml/2006/main">
              <a:ext uri="{FF2B5EF4-FFF2-40B4-BE49-F238E27FC236}">
                <a16:creationId xmlns:a16="http://schemas.microsoft.com/office/drawing/2014/main" id="{6404A102-DE69-4231-BABA-2734B10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108D7A8C-2978-4211-AB68-780E3436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62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 memory</a:t>
            </a:r>
          </a:p>
        </p:txBody>
      </p:sp>
      <p:sp>
        <p:nvSpPr>
          <p:cNvPr id="43" name="memory-row00">
            <a:extLst xmlns:a="http://schemas.openxmlformats.org/drawingml/2006/main">
              <a:ext uri="{FF2B5EF4-FFF2-40B4-BE49-F238E27FC236}">
                <a16:creationId xmlns:a16="http://schemas.microsoft.com/office/drawing/2014/main" id="{4068E1B4-C718-404D-A866-6EE22918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memory-row01">
            <a:extLst xmlns:a="http://schemas.openxmlformats.org/drawingml/2006/main">
              <a:ext uri="{FF2B5EF4-FFF2-40B4-BE49-F238E27FC236}">
                <a16:creationId xmlns:a16="http://schemas.microsoft.com/office/drawing/2014/main" id="{09CDADB5-CF17-46A1-9D6C-2508CD0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memory-row02">
            <a:extLst xmlns:a="http://schemas.openxmlformats.org/drawingml/2006/main">
              <a:ext uri="{FF2B5EF4-FFF2-40B4-BE49-F238E27FC236}">
                <a16:creationId xmlns:a16="http://schemas.microsoft.com/office/drawing/2014/main" id="{51697E86-77BC-40CD-8D5C-0A10FC2C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memory-row03">
            <a:extLst xmlns:a="http://schemas.openxmlformats.org/drawingml/2006/main">
              <a:ext uri="{FF2B5EF4-FFF2-40B4-BE49-F238E27FC236}">
                <a16:creationId xmlns:a16="http://schemas.microsoft.com/office/drawing/2014/main" id="{B5B2E1C3-858A-4F85-B144-A36F571F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memory-row04">
            <a:extLst xmlns:a="http://schemas.openxmlformats.org/drawingml/2006/main">
              <a:ext uri="{FF2B5EF4-FFF2-40B4-BE49-F238E27FC236}">
                <a16:creationId xmlns:a16="http://schemas.microsoft.com/office/drawing/2014/main" id="{BC876663-2A94-4AA3-A3A6-7004E013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memory-row05">
            <a:extLst xmlns:a="http://schemas.openxmlformats.org/drawingml/2006/main">
              <a:ext uri="{FF2B5EF4-FFF2-40B4-BE49-F238E27FC236}">
                <a16:creationId xmlns:a16="http://schemas.microsoft.com/office/drawing/2014/main" id="{8AACB517-A74A-4307-AEC1-12465A3B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memory-row06">
            <a:extLst xmlns:a="http://schemas.openxmlformats.org/drawingml/2006/main">
              <a:ext uri="{FF2B5EF4-FFF2-40B4-BE49-F238E27FC236}">
                <a16:creationId xmlns:a16="http://schemas.microsoft.com/office/drawing/2014/main" id="{B2FA0BFD-BF03-4396-93F6-A6077F1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memory-row07">
            <a:extLst xmlns:a="http://schemas.openxmlformats.org/drawingml/2006/main">
              <a:ext uri="{FF2B5EF4-FFF2-40B4-BE49-F238E27FC236}">
                <a16:creationId xmlns:a16="http://schemas.microsoft.com/office/drawing/2014/main" id="{11819528-F111-445E-800E-FB4E0EFA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memory-row08">
            <a:extLst xmlns:a="http://schemas.openxmlformats.org/drawingml/2006/main">
              <a:ext uri="{FF2B5EF4-FFF2-40B4-BE49-F238E27FC236}">
                <a16:creationId xmlns:a16="http://schemas.microsoft.com/office/drawing/2014/main" id="{2734C12D-2C78-4E9B-AF23-7C4354F0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memory-row09">
            <a:extLst xmlns:a="http://schemas.openxmlformats.org/drawingml/2006/main">
              <a:ext uri="{FF2B5EF4-FFF2-40B4-BE49-F238E27FC236}">
                <a16:creationId xmlns:a16="http://schemas.microsoft.com/office/drawing/2014/main" id="{F1EDDF59-DA42-43BE-8037-5584C01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memory-row10">
            <a:extLst xmlns:a="http://schemas.openxmlformats.org/drawingml/2006/main">
              <a:ext uri="{FF2B5EF4-FFF2-40B4-BE49-F238E27FC236}">
                <a16:creationId xmlns:a16="http://schemas.microsoft.com/office/drawing/2014/main" id="{5400A396-2E62-4B05-A7CF-D28ACDD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4" name="memory-row11">
            <a:extLst xmlns:a="http://schemas.openxmlformats.org/drawingml/2006/main">
              <a:ext uri="{FF2B5EF4-FFF2-40B4-BE49-F238E27FC236}">
                <a16:creationId xmlns:a16="http://schemas.microsoft.com/office/drawing/2014/main" id="{5B3D2916-E179-4CA2-8C95-B32A17C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memory-row12">
            <a:extLst xmlns:a="http://schemas.openxmlformats.org/drawingml/2006/main">
              <a:ext uri="{FF2B5EF4-FFF2-40B4-BE49-F238E27FC236}">
                <a16:creationId xmlns:a16="http://schemas.microsoft.com/office/drawing/2014/main" id="{7647FC99-772F-4274-95C7-3E07662A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memory-row13">
            <a:extLst xmlns:a="http://schemas.openxmlformats.org/drawingml/2006/main">
              <a:ext uri="{FF2B5EF4-FFF2-40B4-BE49-F238E27FC236}">
                <a16:creationId xmlns:a16="http://schemas.microsoft.com/office/drawing/2014/main" id="{8968F0BB-BB61-4778-866B-34C8B18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memory-row14">
            <a:extLst xmlns:a="http://schemas.openxmlformats.org/drawingml/2006/main">
              <a:ext uri="{FF2B5EF4-FFF2-40B4-BE49-F238E27FC236}">
                <a16:creationId xmlns:a16="http://schemas.microsoft.com/office/drawing/2014/main" id="{004B2060-4A89-4E28-B740-7EF9B6A7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memory-row15">
            <a:extLst xmlns:a="http://schemas.openxmlformats.org/drawingml/2006/main">
              <a:ext uri="{FF2B5EF4-FFF2-40B4-BE49-F238E27FC236}">
                <a16:creationId xmlns:a16="http://schemas.microsoft.com/office/drawing/2014/main" id="{E1122DB1-73F4-474C-8F5B-DD4C7C0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9" name="memory-row16">
            <a:extLst xmlns:a="http://schemas.openxmlformats.org/drawingml/2006/main">
              <a:ext uri="{FF2B5EF4-FFF2-40B4-BE49-F238E27FC236}">
                <a16:creationId xmlns:a16="http://schemas.microsoft.com/office/drawing/2014/main" id="{9009D459-55DD-4961-B687-A89B1206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memory-row17">
            <a:extLst xmlns:a="http://schemas.openxmlformats.org/drawingml/2006/main">
              <a:ext uri="{FF2B5EF4-FFF2-40B4-BE49-F238E27FC236}">
                <a16:creationId xmlns:a16="http://schemas.microsoft.com/office/drawing/2014/main" id="{6FF0A92A-0ED0-49A0-8DE7-D448DC1B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memory-row18">
            <a:extLst xmlns:a="http://schemas.openxmlformats.org/drawingml/2006/main">
              <a:ext uri="{FF2B5EF4-FFF2-40B4-BE49-F238E27FC236}">
                <a16:creationId xmlns:a16="http://schemas.microsoft.com/office/drawing/2014/main" id="{C28A835A-1065-4AEE-8DD8-31E31A97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memory-row19">
            <a:extLst xmlns:a="http://schemas.openxmlformats.org/drawingml/2006/main">
              <a:ext uri="{FF2B5EF4-FFF2-40B4-BE49-F238E27FC236}">
                <a16:creationId xmlns:a16="http://schemas.microsoft.com/office/drawing/2014/main" id="{1E311A1A-F334-41AE-AD87-6BFD100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memory-row20">
            <a:extLst xmlns:a="http://schemas.openxmlformats.org/drawingml/2006/main">
              <a:ext uri="{FF2B5EF4-FFF2-40B4-BE49-F238E27FC236}">
                <a16:creationId xmlns:a16="http://schemas.microsoft.com/office/drawing/2014/main" id="{424EB6D2-47EA-46B9-A2BE-060D1302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4" name="memory-row21">
            <a:extLst xmlns:a="http://schemas.openxmlformats.org/drawingml/2006/main">
              <a:ext uri="{FF2B5EF4-FFF2-40B4-BE49-F238E27FC236}">
                <a16:creationId xmlns:a16="http://schemas.microsoft.com/office/drawing/2014/main" id="{6F89A6E7-827E-4AF9-86D1-A882F68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5" name="memory-row22">
            <a:extLst xmlns:a="http://schemas.openxmlformats.org/drawingml/2006/main">
              <a:ext uri="{FF2B5EF4-FFF2-40B4-BE49-F238E27FC236}">
                <a16:creationId xmlns:a16="http://schemas.microsoft.com/office/drawing/2014/main" id="{948604DC-DA14-46E8-A740-FE35ED41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6" name="memory-row23">
            <a:extLst xmlns:a="http://schemas.openxmlformats.org/drawingml/2006/main">
              <a:ext uri="{FF2B5EF4-FFF2-40B4-BE49-F238E27FC236}">
                <a16:creationId xmlns:a16="http://schemas.microsoft.com/office/drawing/2014/main" id="{6D99332C-D30B-455B-B498-9101D82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7" name="memory-row24">
            <a:extLst xmlns:a="http://schemas.openxmlformats.org/drawingml/2006/main">
              <a:ext uri="{FF2B5EF4-FFF2-40B4-BE49-F238E27FC236}">
                <a16:creationId xmlns:a16="http://schemas.microsoft.com/office/drawing/2014/main" id="{5EC67136-F52D-4E1F-BDD7-3273C19E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8" name="memory-row25">
            <a:extLst xmlns:a="http://schemas.openxmlformats.org/drawingml/2006/main">
              <a:ext uri="{FF2B5EF4-FFF2-40B4-BE49-F238E27FC236}">
                <a16:creationId xmlns:a16="http://schemas.microsoft.com/office/drawing/2014/main" id="{E3340EE3-C72D-4521-A1BD-1E75EC2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9" name="memory-row26">
            <a:extLst xmlns:a="http://schemas.openxmlformats.org/drawingml/2006/main">
              <a:ext uri="{FF2B5EF4-FFF2-40B4-BE49-F238E27FC236}">
                <a16:creationId xmlns:a16="http://schemas.microsoft.com/office/drawing/2014/main" id="{037F0C95-9F68-4A74-995F-1D9F66AA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memory-row27">
            <a:extLst xmlns:a="http://schemas.openxmlformats.org/drawingml/2006/main">
              <a:ext uri="{FF2B5EF4-FFF2-40B4-BE49-F238E27FC236}">
                <a16:creationId xmlns:a16="http://schemas.microsoft.com/office/drawing/2014/main" id="{F53D507F-C20C-4AAB-A8B6-AF066EB9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memory-row28">
            <a:extLst xmlns:a="http://schemas.openxmlformats.org/drawingml/2006/main">
              <a:ext uri="{FF2B5EF4-FFF2-40B4-BE49-F238E27FC236}">
                <a16:creationId xmlns:a16="http://schemas.microsoft.com/office/drawing/2014/main" id="{FBEAFED2-DFA8-4D1D-B61D-A66FEC22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memory-row29">
            <a:extLst xmlns:a="http://schemas.openxmlformats.org/drawingml/2006/main">
              <a:ext uri="{FF2B5EF4-FFF2-40B4-BE49-F238E27FC236}">
                <a16:creationId xmlns:a16="http://schemas.microsoft.com/office/drawing/2014/main" id="{00C6D03F-6DB3-4D4B-A75E-9385C295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memory-symbol">
            <a:extLst xmlns:a="http://schemas.openxmlformats.org/drawingml/2006/main">
              <a:ext uri="{FF2B5EF4-FFF2-40B4-BE49-F238E27FC236}">
                <a16:creationId xmlns:a16="http://schemas.microsoft.com/office/drawing/2014/main" id="{A481F1A7-2104-435D-9F2E-59C56452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371850"/>
            <a:ext cx="933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1620" i="1" baseline="-25000"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74" name="all-patches">
            <a:extLst xmlns:a="http://schemas.openxmlformats.org/drawingml/2006/main">
              <a:ext uri="{FF2B5EF4-FFF2-40B4-BE49-F238E27FC236}">
                <a16:creationId xmlns:a16="http://schemas.microsoft.com/office/drawing/2014/main" id="{6CE1A35C-A8F4-41C6-9817-84F87FBA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0097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All support patches</a:t>
            </a:r>
          </a:p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Fixed after construction</a:t>
            </a:r>
          </a:p>
        </p:txBody>
      </p:sp>
      <p:sp>
        <p:nvSpPr>
          <p:cNvPr id="75" name="node0">
            <a:extLst xmlns:a="http://schemas.openxmlformats.org/drawingml/2006/main">
              <a:ext uri="{FF2B5EF4-FFF2-40B4-BE49-F238E27FC236}">
                <a16:creationId xmlns:a16="http://schemas.microsoft.com/office/drawing/2014/main" id="{CC5D7D61-33AD-488B-AF0C-2BFC987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6" name="node1">
            <a:extLst xmlns:a="http://schemas.openxmlformats.org/drawingml/2006/main">
              <a:ext uri="{FF2B5EF4-FFF2-40B4-BE49-F238E27FC236}">
                <a16:creationId xmlns:a16="http://schemas.microsoft.com/office/drawing/2014/main" id="{4A57799B-A941-4DFE-ABE7-9E61632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3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696403" y="250507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8" name="node2">
            <a:extLst xmlns:a="http://schemas.openxmlformats.org/drawingml/2006/main">
              <a:ext uri="{FF2B5EF4-FFF2-40B4-BE49-F238E27FC236}">
                <a16:creationId xmlns:a16="http://schemas.microsoft.com/office/drawing/2014/main" id="{5B3D6F94-3757-4042-B8C5-9811A0A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9" name="node3">
            <a:extLst xmlns:a="http://schemas.openxmlformats.org/drawingml/2006/main">
              <a:ext uri="{FF2B5EF4-FFF2-40B4-BE49-F238E27FC236}">
                <a16:creationId xmlns:a16="http://schemas.microsoft.com/office/drawing/2014/main" id="{58F505D8-400D-4163-ACB9-F78ADA56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6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5258753" y="25050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1" name="node4">
            <a:extLst xmlns:a="http://schemas.openxmlformats.org/drawingml/2006/main">
              <a:ext uri="{FF2B5EF4-FFF2-40B4-BE49-F238E27FC236}">
                <a16:creationId xmlns:a16="http://schemas.microsoft.com/office/drawing/2014/main" id="{DCD18EEC-C251-46E2-8499-08D3814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3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2" name="node5">
            <a:extLst xmlns:a="http://schemas.openxmlformats.org/drawingml/2006/main">
              <a:ext uri="{FF2B5EF4-FFF2-40B4-BE49-F238E27FC236}">
                <a16:creationId xmlns:a16="http://schemas.microsoft.com/office/drawing/2014/main" id="{E1BA898D-A3A7-4971-8026-5752E3A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3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9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9059228" y="2505076"/>
            <a:ext cx="3981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4" name="node6">
            <a:extLst xmlns:a="http://schemas.openxmlformats.org/drawingml/2006/main">
              <a:ext uri="{FF2B5EF4-FFF2-40B4-BE49-F238E27FC236}">
                <a16:creationId xmlns:a16="http://schemas.microsoft.com/office/drawing/2014/main" id="{A1848C6C-AF6A-4E3A-A35D-62BFAAC0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7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5" name="node7">
            <a:extLst xmlns:a="http://schemas.openxmlformats.org/drawingml/2006/main">
              <a:ext uri="{FF2B5EF4-FFF2-40B4-BE49-F238E27FC236}">
                <a16:creationId xmlns:a16="http://schemas.microsoft.com/office/drawing/2014/main" id="{A020E00B-9D0C-46A9-A7F8-F4C8F26C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735628" y="250507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7" name="node8">
            <a:extLst xmlns:a="http://schemas.openxmlformats.org/drawingml/2006/main">
              <a:ext uri="{FF2B5EF4-FFF2-40B4-BE49-F238E27FC236}">
                <a16:creationId xmlns:a16="http://schemas.microsoft.com/office/drawing/2014/main" id="{2C51381A-7F3C-49C8-8523-FCC66B7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8" name="node9">
            <a:extLst xmlns:a="http://schemas.openxmlformats.org/drawingml/2006/main">
              <a:ext uri="{FF2B5EF4-FFF2-40B4-BE49-F238E27FC236}">
                <a16:creationId xmlns:a16="http://schemas.microsoft.com/office/drawing/2014/main" id="{D4EAE63F-43C7-40DE-961F-B6BB4C39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5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12477751" y="3353753"/>
            <a:ext cx="0" cy="19411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90" name="read-memory">
            <a:extLst xmlns:a="http://schemas.openxmlformats.org/drawingml/2006/main">
              <a:ext uri="{FF2B5EF4-FFF2-40B4-BE49-F238E27FC236}">
                <a16:creationId xmlns:a16="http://schemas.microsoft.com/office/drawing/2014/main" id="{087502BE-0474-47C6-A933-D104990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52900"/>
            <a:ext cx="126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only</a:t>
            </a:r>
          </a:p>
        </p:txBody>
      </p:sp>
      <p:sp>
        <p:nvSpPr>
          <p:cNvPr id="91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CBE21A3C-E711-449C-9E24-FAB57AEE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052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92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95D23D51-8F31-415D-9D45-199735F0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290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Localize anomalies in a query image</a:t>
            </a:r>
          </a:p>
        </p:txBody>
      </p:sp>
      <p:pic>
        <p:nvPicPr>
          <p:cNvPr id="369" name="Query MPDD metal_plate scratches 0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00df779b45bf"/>
          <a:stretch xmlns:a="http://schemas.openxmlformats.org/drawingml/2006/main"/>
        </p:blipFill>
        <p:spPr>
          <a:xfrm xmlns:a="http://schemas.openxmlformats.org/drawingml/2006/main">
            <a:off x="381000" y="538162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4" name="query-symbol">
            <a:extLst xmlns:a="http://schemas.openxmlformats.org/drawingml/2006/main">
              <a:ext uri="{FF2B5EF4-FFF2-40B4-BE49-F238E27FC236}">
                <a16:creationId xmlns:a16="http://schemas.microsoft.com/office/drawing/2014/main" id="{B67CB840-7DCF-4A4E-9550-B0FF7547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722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400" b="1" i="1"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95" name="node10">
            <a:extLst xmlns:a="http://schemas.openxmlformats.org/drawingml/2006/main">
              <a:ext uri="{FF2B5EF4-FFF2-40B4-BE49-F238E27FC236}">
                <a16:creationId xmlns:a16="http://schemas.microsoft.com/office/drawing/2014/main" id="{D6BF8467-51BE-4D3D-854C-72F40A3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6" name="node11">
            <a:extLst xmlns:a="http://schemas.openxmlformats.org/drawingml/2006/main">
              <a:ext uri="{FF2B5EF4-FFF2-40B4-BE49-F238E27FC236}">
                <a16:creationId xmlns:a16="http://schemas.microsoft.com/office/drawing/2014/main" id="{9FF3631D-A67B-4D41-A0B4-D0B119D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3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734503" y="6048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98" name="node12">
            <a:extLst xmlns:a="http://schemas.openxmlformats.org/drawingml/2006/main">
              <a:ext uri="{FF2B5EF4-FFF2-40B4-BE49-F238E27FC236}">
                <a16:creationId xmlns:a16="http://schemas.microsoft.com/office/drawing/2014/main" id="{8E3AA29E-2DB6-4AC4-A054-D023400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9" name="node13">
            <a:extLst xmlns:a="http://schemas.openxmlformats.org/drawingml/2006/main">
              <a:ext uri="{FF2B5EF4-FFF2-40B4-BE49-F238E27FC236}">
                <a16:creationId xmlns:a16="http://schemas.microsoft.com/office/drawing/2014/main" id="{66882D00-8358-4AA8-8814-B9482E7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6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2019301" y="508730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1" name="node14">
            <a:extLst xmlns:a="http://schemas.openxmlformats.org/drawingml/2006/main">
              <a:ext uri="{FF2B5EF4-FFF2-40B4-BE49-F238E27FC236}">
                <a16:creationId xmlns:a16="http://schemas.microsoft.com/office/drawing/2014/main" id="{9F36A634-AF7E-4C7F-9B18-0579DE9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2" name="node15">
            <a:extLst xmlns:a="http://schemas.openxmlformats.org/drawingml/2006/main">
              <a:ext uri="{FF2B5EF4-FFF2-40B4-BE49-F238E27FC236}">
                <a16:creationId xmlns:a16="http://schemas.microsoft.com/office/drawing/2014/main" id="{7B783A10-9F8B-4D7F-9F7D-0A1977B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9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2020253" y="50863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04" name="node16">
            <a:extLst xmlns:a="http://schemas.openxmlformats.org/drawingml/2006/main">
              <a:ext uri="{FF2B5EF4-FFF2-40B4-BE49-F238E27FC236}">
                <a16:creationId xmlns:a16="http://schemas.microsoft.com/office/drawing/2014/main" id="{A490EE6E-5D8E-4B3F-A017-33B94D8E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5" name="node17">
            <a:extLst xmlns:a="http://schemas.openxmlformats.org/drawingml/2006/main">
              <a:ext uri="{FF2B5EF4-FFF2-40B4-BE49-F238E27FC236}">
                <a16:creationId xmlns:a16="http://schemas.microsoft.com/office/drawing/2014/main" id="{63A0DC30-3D26-4EF3-B74F-3D6E50E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2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2019301" y="6049328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7" name="node18">
            <a:extLst xmlns:a="http://schemas.openxmlformats.org/drawingml/2006/main">
              <a:ext uri="{FF2B5EF4-FFF2-40B4-BE49-F238E27FC236}">
                <a16:creationId xmlns:a16="http://schemas.microsoft.com/office/drawing/2014/main" id="{CCE31934-B7B9-4E07-97CA-13BFAB9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8" name="node19">
            <a:extLst xmlns:a="http://schemas.openxmlformats.org/drawingml/2006/main">
              <a:ext uri="{FF2B5EF4-FFF2-40B4-BE49-F238E27FC236}">
                <a16:creationId xmlns:a16="http://schemas.microsoft.com/office/drawing/2014/main" id="{FAAFBAAE-FD87-487E-B670-B8735DC2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5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020253" y="68770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0" name="query-dino">
            <a:extLst xmlns:a="http://schemas.openxmlformats.org/drawingml/2006/main">
              <a:ext uri="{FF2B5EF4-FFF2-40B4-BE49-F238E27FC236}">
                <a16:creationId xmlns:a16="http://schemas.microsoft.com/office/drawing/2014/main" id="{6E0DC823-000D-4BD3-8BBB-41C7374B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ViT-B/14</a:t>
            </a:r>
          </a:p>
        </p:txBody>
      </p:sp>
      <p:sp>
        <p:nvSpPr>
          <p:cNvPr id="111" name="dino-input">
            <a:extLst xmlns:a="http://schemas.openxmlformats.org/drawingml/2006/main">
              <a:ext uri="{FF2B5EF4-FFF2-40B4-BE49-F238E27FC236}">
                <a16:creationId xmlns:a16="http://schemas.microsoft.com/office/drawing/2014/main" id="{592CE920-38E8-4557-B4B9-1C4EE29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24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Short side: 448</a:t>
            </a:r>
          </a:p>
        </p:txBody>
      </p:sp>
      <p:sp>
        <p:nvSpPr>
          <p:cNvPr id="112" name="query-clip">
            <a:extLst xmlns:a="http://schemas.openxmlformats.org/drawingml/2006/main">
              <a:ext uri="{FF2B5EF4-FFF2-40B4-BE49-F238E27FC236}">
                <a16:creationId xmlns:a16="http://schemas.microsoft.com/office/drawing/2014/main" id="{C4A03BE4-52EC-4052-9585-8EEEADF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4484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ViT-L/14 + DPAM</a:t>
            </a:r>
          </a:p>
        </p:txBody>
      </p:sp>
      <p:sp>
        <p:nvSpPr>
          <p:cNvPr id="113" name="clip-input">
            <a:extLst xmlns:a="http://schemas.openxmlformats.org/drawingml/2006/main">
              <a:ext uri="{FF2B5EF4-FFF2-40B4-BE49-F238E27FC236}">
                <a16:creationId xmlns:a16="http://schemas.microsoft.com/office/drawing/2014/main" id="{A5DEBA3D-A903-4BD5-B5CB-51F3A3C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736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Input: 518 × 518</a:t>
            </a:r>
          </a:p>
        </p:txBody>
      </p:sp>
      <p:sp>
        <p:nvSpPr>
          <p:cNvPr id="114" name="dino-features0-0">
            <a:extLst xmlns:a="http://schemas.openxmlformats.org/drawingml/2006/main">
              <a:ext uri="{FF2B5EF4-FFF2-40B4-BE49-F238E27FC236}">
                <a16:creationId xmlns:a16="http://schemas.microsoft.com/office/drawing/2014/main" id="{FD1F207A-2363-4F51-A93D-E2FA820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5" name="dino-features0-1">
            <a:extLst xmlns:a="http://schemas.openxmlformats.org/drawingml/2006/main">
              <a:ext uri="{FF2B5EF4-FFF2-40B4-BE49-F238E27FC236}">
                <a16:creationId xmlns:a16="http://schemas.microsoft.com/office/drawing/2014/main" id="{CA6B83A8-B9AC-44F2-BD6B-0C15D353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6" name="dino-features0-2">
            <a:extLst xmlns:a="http://schemas.openxmlformats.org/drawingml/2006/main">
              <a:ext uri="{FF2B5EF4-FFF2-40B4-BE49-F238E27FC236}">
                <a16:creationId xmlns:a16="http://schemas.microsoft.com/office/drawing/2014/main" id="{C797871F-6DD0-4573-874E-C72F89E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7" name="dino-features0-3">
            <a:extLst xmlns:a="http://schemas.openxmlformats.org/drawingml/2006/main">
              <a:ext uri="{FF2B5EF4-FFF2-40B4-BE49-F238E27FC236}">
                <a16:creationId xmlns:a16="http://schemas.microsoft.com/office/drawing/2014/main" id="{B9034D70-0268-4DE2-8047-170AA264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8" name="dino-features0-4">
            <a:extLst xmlns:a="http://schemas.openxmlformats.org/drawingml/2006/main">
              <a:ext uri="{FF2B5EF4-FFF2-40B4-BE49-F238E27FC236}">
                <a16:creationId xmlns:a16="http://schemas.microsoft.com/office/drawing/2014/main" id="{99BF8D70-F285-4819-A9CA-AD2F25F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9" name="dino-features1-0">
            <a:extLst xmlns:a="http://schemas.openxmlformats.org/drawingml/2006/main">
              <a:ext uri="{FF2B5EF4-FFF2-40B4-BE49-F238E27FC236}">
                <a16:creationId xmlns:a16="http://schemas.microsoft.com/office/drawing/2014/main" id="{860DA739-066C-41B6-96C7-E50BE6AB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0" name="dino-features1-1">
            <a:extLst xmlns:a="http://schemas.openxmlformats.org/drawingml/2006/main">
              <a:ext uri="{FF2B5EF4-FFF2-40B4-BE49-F238E27FC236}">
                <a16:creationId xmlns:a16="http://schemas.microsoft.com/office/drawing/2014/main" id="{34F77F15-853F-46FB-8C95-4D6967D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dino-features1-2">
            <a:extLst xmlns:a="http://schemas.openxmlformats.org/drawingml/2006/main">
              <a:ext uri="{FF2B5EF4-FFF2-40B4-BE49-F238E27FC236}">
                <a16:creationId xmlns:a16="http://schemas.microsoft.com/office/drawing/2014/main" id="{7D6990F5-3024-4F85-BEF6-F21027C8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dino-features1-3">
            <a:extLst xmlns:a="http://schemas.openxmlformats.org/drawingml/2006/main">
              <a:ext uri="{FF2B5EF4-FFF2-40B4-BE49-F238E27FC236}">
                <a16:creationId xmlns:a16="http://schemas.microsoft.com/office/drawing/2014/main" id="{3A93F2B4-ED7C-42D6-B04A-18F76AE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dino-features1-4">
            <a:extLst xmlns:a="http://schemas.openxmlformats.org/drawingml/2006/main">
              <a:ext uri="{FF2B5EF4-FFF2-40B4-BE49-F238E27FC236}">
                <a16:creationId xmlns:a16="http://schemas.microsoft.com/office/drawing/2014/main" id="{E49B6B6F-6BDB-432C-9A1A-B38F27A7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dino-features2-0">
            <a:extLst xmlns:a="http://schemas.openxmlformats.org/drawingml/2006/main">
              <a:ext uri="{FF2B5EF4-FFF2-40B4-BE49-F238E27FC236}">
                <a16:creationId xmlns:a16="http://schemas.microsoft.com/office/drawing/2014/main" id="{C3E32962-365F-496C-BD03-F58FCABB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dino-features2-1">
            <a:extLst xmlns:a="http://schemas.openxmlformats.org/drawingml/2006/main">
              <a:ext uri="{FF2B5EF4-FFF2-40B4-BE49-F238E27FC236}">
                <a16:creationId xmlns:a16="http://schemas.microsoft.com/office/drawing/2014/main" id="{56F46008-64E7-450D-AC79-6694DD4A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6" name="dino-features2-2">
            <a:extLst xmlns:a="http://schemas.openxmlformats.org/drawingml/2006/main">
              <a:ext uri="{FF2B5EF4-FFF2-40B4-BE49-F238E27FC236}">
                <a16:creationId xmlns:a16="http://schemas.microsoft.com/office/drawing/2014/main" id="{706B4964-7405-4A87-8310-9057C539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7" name="dino-features2-3">
            <a:extLst xmlns:a="http://schemas.openxmlformats.org/drawingml/2006/main">
              <a:ext uri="{FF2B5EF4-FFF2-40B4-BE49-F238E27FC236}">
                <a16:creationId xmlns:a16="http://schemas.microsoft.com/office/drawing/2014/main" id="{8D3F6F0F-761D-431D-9C10-362F0254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8" name="dino-features2-4">
            <a:extLst xmlns:a="http://schemas.openxmlformats.org/drawingml/2006/main">
              <a:ext uri="{FF2B5EF4-FFF2-40B4-BE49-F238E27FC236}">
                <a16:creationId xmlns:a16="http://schemas.microsoft.com/office/drawing/2014/main" id="{282C8A56-C533-456C-91BE-1A5E093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9" name="dino-features3-0">
            <a:extLst xmlns:a="http://schemas.openxmlformats.org/drawingml/2006/main">
              <a:ext uri="{FF2B5EF4-FFF2-40B4-BE49-F238E27FC236}">
                <a16:creationId xmlns:a16="http://schemas.microsoft.com/office/drawing/2014/main" id="{DCDB47D4-37C1-4A1D-9D53-DB38B32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dino-features3-1">
            <a:extLst xmlns:a="http://schemas.openxmlformats.org/drawingml/2006/main">
              <a:ext uri="{FF2B5EF4-FFF2-40B4-BE49-F238E27FC236}">
                <a16:creationId xmlns:a16="http://schemas.microsoft.com/office/drawing/2014/main" id="{5A99805A-A07D-4F30-847F-CD65E3F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dino-features3-2">
            <a:extLst xmlns:a="http://schemas.openxmlformats.org/drawingml/2006/main">
              <a:ext uri="{FF2B5EF4-FFF2-40B4-BE49-F238E27FC236}">
                <a16:creationId xmlns:a16="http://schemas.microsoft.com/office/drawing/2014/main" id="{08051D82-0E8A-4DB4-885C-EE5742E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dino-features3-3">
            <a:extLst xmlns:a="http://schemas.openxmlformats.org/drawingml/2006/main">
              <a:ext uri="{FF2B5EF4-FFF2-40B4-BE49-F238E27FC236}">
                <a16:creationId xmlns:a16="http://schemas.microsoft.com/office/drawing/2014/main" id="{F38F8FF9-E99C-4736-9EA5-A5227E7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dino-features3-4">
            <a:extLst xmlns:a="http://schemas.openxmlformats.org/drawingml/2006/main">
              <a:ext uri="{FF2B5EF4-FFF2-40B4-BE49-F238E27FC236}">
                <a16:creationId xmlns:a16="http://schemas.microsoft.com/office/drawing/2014/main" id="{CCE405E4-C339-44C7-B341-51E64A9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clip-features0-0">
            <a:extLst xmlns:a="http://schemas.openxmlformats.org/drawingml/2006/main">
              <a:ext uri="{FF2B5EF4-FFF2-40B4-BE49-F238E27FC236}">
                <a16:creationId xmlns:a16="http://schemas.microsoft.com/office/drawing/2014/main" id="{1386A566-0235-44C6-83FB-A1660724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5" name="clip-features0-1">
            <a:extLst xmlns:a="http://schemas.openxmlformats.org/drawingml/2006/main">
              <a:ext uri="{FF2B5EF4-FFF2-40B4-BE49-F238E27FC236}">
                <a16:creationId xmlns:a16="http://schemas.microsoft.com/office/drawing/2014/main" id="{4595EEB3-AA81-4ECE-89AD-8703FFB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6" name="clip-features0-2">
            <a:extLst xmlns:a="http://schemas.openxmlformats.org/drawingml/2006/main">
              <a:ext uri="{FF2B5EF4-FFF2-40B4-BE49-F238E27FC236}">
                <a16:creationId xmlns:a16="http://schemas.microsoft.com/office/drawing/2014/main" id="{8278940C-71C2-4C74-9169-629EE69F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7" name="clip-features0-3">
            <a:extLst xmlns:a="http://schemas.openxmlformats.org/drawingml/2006/main">
              <a:ext uri="{FF2B5EF4-FFF2-40B4-BE49-F238E27FC236}">
                <a16:creationId xmlns:a16="http://schemas.microsoft.com/office/drawing/2014/main" id="{0508F533-D434-4BD4-A5CD-F6BA476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lip-features0-4">
            <a:extLst xmlns:a="http://schemas.openxmlformats.org/drawingml/2006/main">
              <a:ext uri="{FF2B5EF4-FFF2-40B4-BE49-F238E27FC236}">
                <a16:creationId xmlns:a16="http://schemas.microsoft.com/office/drawing/2014/main" id="{DAEA9434-0D0C-4770-B8E5-7725D35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clip-features0-5">
            <a:extLst xmlns:a="http://schemas.openxmlformats.org/drawingml/2006/main">
              <a:ext uri="{FF2B5EF4-FFF2-40B4-BE49-F238E27FC236}">
                <a16:creationId xmlns:a16="http://schemas.microsoft.com/office/drawing/2014/main" id="{DC3D4395-BE74-4C5B-B444-9695B45C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lip-features1-0">
            <a:extLst xmlns:a="http://schemas.openxmlformats.org/drawingml/2006/main">
              <a:ext uri="{FF2B5EF4-FFF2-40B4-BE49-F238E27FC236}">
                <a16:creationId xmlns:a16="http://schemas.microsoft.com/office/drawing/2014/main" id="{E2DE6383-5B5C-49FA-95FD-8BBB98BB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lip-features1-1">
            <a:extLst xmlns:a="http://schemas.openxmlformats.org/drawingml/2006/main">
              <a:ext uri="{FF2B5EF4-FFF2-40B4-BE49-F238E27FC236}">
                <a16:creationId xmlns:a16="http://schemas.microsoft.com/office/drawing/2014/main" id="{4B3654EE-FF19-4948-87E1-BF9B1F33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lip-features1-2">
            <a:extLst xmlns:a="http://schemas.openxmlformats.org/drawingml/2006/main">
              <a:ext uri="{FF2B5EF4-FFF2-40B4-BE49-F238E27FC236}">
                <a16:creationId xmlns:a16="http://schemas.microsoft.com/office/drawing/2014/main" id="{1547E31C-6012-41DE-87F2-B844F81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lip-features1-3">
            <a:extLst xmlns:a="http://schemas.openxmlformats.org/drawingml/2006/main">
              <a:ext uri="{FF2B5EF4-FFF2-40B4-BE49-F238E27FC236}">
                <a16:creationId xmlns:a16="http://schemas.microsoft.com/office/drawing/2014/main" id="{F735BED6-633E-406A-8317-892357EF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clip-features1-4">
            <a:extLst xmlns:a="http://schemas.openxmlformats.org/drawingml/2006/main">
              <a:ext uri="{FF2B5EF4-FFF2-40B4-BE49-F238E27FC236}">
                <a16:creationId xmlns:a16="http://schemas.microsoft.com/office/drawing/2014/main" id="{D759DD38-D351-4DA4-8AA5-B5F43CD6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clip-features1-5">
            <a:extLst xmlns:a="http://schemas.openxmlformats.org/drawingml/2006/main">
              <a:ext uri="{FF2B5EF4-FFF2-40B4-BE49-F238E27FC236}">
                <a16:creationId xmlns:a16="http://schemas.microsoft.com/office/drawing/2014/main" id="{328AB05E-640B-4E91-B6F2-0D5A253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clip-features2-0">
            <a:extLst xmlns:a="http://schemas.openxmlformats.org/drawingml/2006/main">
              <a:ext uri="{FF2B5EF4-FFF2-40B4-BE49-F238E27FC236}">
                <a16:creationId xmlns:a16="http://schemas.microsoft.com/office/drawing/2014/main" id="{B19FB0F6-5098-49F9-870E-8F5AE0C1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clip-features2-1">
            <a:extLst xmlns:a="http://schemas.openxmlformats.org/drawingml/2006/main">
              <a:ext uri="{FF2B5EF4-FFF2-40B4-BE49-F238E27FC236}">
                <a16:creationId xmlns:a16="http://schemas.microsoft.com/office/drawing/2014/main" id="{1C5CECB6-FA62-4271-854D-C929EF0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clip-features2-2">
            <a:extLst xmlns:a="http://schemas.openxmlformats.org/drawingml/2006/main">
              <a:ext uri="{FF2B5EF4-FFF2-40B4-BE49-F238E27FC236}">
                <a16:creationId xmlns:a16="http://schemas.microsoft.com/office/drawing/2014/main" id="{0609504A-D363-41CA-B4EC-83BA425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lip-features2-3">
            <a:extLst xmlns:a="http://schemas.openxmlformats.org/drawingml/2006/main">
              <a:ext uri="{FF2B5EF4-FFF2-40B4-BE49-F238E27FC236}">
                <a16:creationId xmlns:a16="http://schemas.microsoft.com/office/drawing/2014/main" id="{AE3540E1-9FB3-4580-ACA1-5F0A252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lip-features2-4">
            <a:extLst xmlns:a="http://schemas.openxmlformats.org/drawingml/2006/main">
              <a:ext uri="{FF2B5EF4-FFF2-40B4-BE49-F238E27FC236}">
                <a16:creationId xmlns:a16="http://schemas.microsoft.com/office/drawing/2014/main" id="{961DCD65-3A3B-4181-A54E-0B57FF4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lip-features2-5">
            <a:extLst xmlns:a="http://schemas.openxmlformats.org/drawingml/2006/main">
              <a:ext uri="{FF2B5EF4-FFF2-40B4-BE49-F238E27FC236}">
                <a16:creationId xmlns:a16="http://schemas.microsoft.com/office/drawing/2014/main" id="{0573E71A-E923-4EC0-AB99-674E68F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lip-features3-0">
            <a:extLst xmlns:a="http://schemas.openxmlformats.org/drawingml/2006/main">
              <a:ext uri="{FF2B5EF4-FFF2-40B4-BE49-F238E27FC236}">
                <a16:creationId xmlns:a16="http://schemas.microsoft.com/office/drawing/2014/main" id="{9A4339BB-13F1-4DE1-A902-CE337D6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clip-features3-1">
            <a:extLst xmlns:a="http://schemas.openxmlformats.org/drawingml/2006/main">
              <a:ext uri="{FF2B5EF4-FFF2-40B4-BE49-F238E27FC236}">
                <a16:creationId xmlns:a16="http://schemas.microsoft.com/office/drawing/2014/main" id="{C0D77BFC-29D9-4BC6-A023-7BA1F45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4" name="clip-features3-2">
            <a:extLst xmlns:a="http://schemas.openxmlformats.org/drawingml/2006/main">
              <a:ext uri="{FF2B5EF4-FFF2-40B4-BE49-F238E27FC236}">
                <a16:creationId xmlns:a16="http://schemas.microsoft.com/office/drawing/2014/main" id="{25F7BF73-6507-4BAF-A8CC-7BF86CD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5" name="clip-features3-3">
            <a:extLst xmlns:a="http://schemas.openxmlformats.org/drawingml/2006/main">
              <a:ext uri="{FF2B5EF4-FFF2-40B4-BE49-F238E27FC236}">
                <a16:creationId xmlns:a16="http://schemas.microsoft.com/office/drawing/2014/main" id="{346C7FAD-261C-41B3-8312-2159973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6" name="clip-features3-4">
            <a:extLst xmlns:a="http://schemas.openxmlformats.org/drawingml/2006/main">
              <a:ext uri="{FF2B5EF4-FFF2-40B4-BE49-F238E27FC236}">
                <a16:creationId xmlns:a16="http://schemas.microsoft.com/office/drawing/2014/main" id="{CFE24238-82EE-420A-B112-10056AD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7" name="clip-features3-5">
            <a:extLst xmlns:a="http://schemas.openxmlformats.org/drawingml/2006/main">
              <a:ext uri="{FF2B5EF4-FFF2-40B4-BE49-F238E27FC236}">
                <a16:creationId xmlns:a16="http://schemas.microsoft.com/office/drawing/2014/main" id="{37400E6C-ECB3-4498-84D0-8F68D9F6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8" name="clip-features4-0">
            <a:extLst xmlns:a="http://schemas.openxmlformats.org/drawingml/2006/main">
              <a:ext uri="{FF2B5EF4-FFF2-40B4-BE49-F238E27FC236}">
                <a16:creationId xmlns:a16="http://schemas.microsoft.com/office/drawing/2014/main" id="{574DD064-32FB-4F50-80FD-10F57746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9" name="clip-features4-1">
            <a:extLst xmlns:a="http://schemas.openxmlformats.org/drawingml/2006/main">
              <a:ext uri="{FF2B5EF4-FFF2-40B4-BE49-F238E27FC236}">
                <a16:creationId xmlns:a16="http://schemas.microsoft.com/office/drawing/2014/main" id="{11C4B00A-162E-461E-9346-15FB06A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lip-features4-2">
            <a:extLst xmlns:a="http://schemas.openxmlformats.org/drawingml/2006/main">
              <a:ext uri="{FF2B5EF4-FFF2-40B4-BE49-F238E27FC236}">
                <a16:creationId xmlns:a16="http://schemas.microsoft.com/office/drawing/2014/main" id="{EFAD6E7D-D773-45EB-8841-393DFE0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lip-features4-3">
            <a:extLst xmlns:a="http://schemas.openxmlformats.org/drawingml/2006/main">
              <a:ext uri="{FF2B5EF4-FFF2-40B4-BE49-F238E27FC236}">
                <a16:creationId xmlns:a16="http://schemas.microsoft.com/office/drawing/2014/main" id="{D188D17F-868C-44C7-A5A5-57F734D3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lip-features4-4">
            <a:extLst xmlns:a="http://schemas.openxmlformats.org/drawingml/2006/main">
              <a:ext uri="{FF2B5EF4-FFF2-40B4-BE49-F238E27FC236}">
                <a16:creationId xmlns:a16="http://schemas.microsoft.com/office/drawing/2014/main" id="{CB5B177C-60EC-47A6-9F1F-9C67E0B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clip-features4-5">
            <a:extLst xmlns:a="http://schemas.openxmlformats.org/drawingml/2006/main">
              <a:ext uri="{FF2B5EF4-FFF2-40B4-BE49-F238E27FC236}">
                <a16:creationId xmlns:a16="http://schemas.microsoft.com/office/drawing/2014/main" id="{C33E8138-81FC-409E-ABC1-34AD532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4" name="clip-features5-0">
            <a:extLst xmlns:a="http://schemas.openxmlformats.org/drawingml/2006/main">
              <a:ext uri="{FF2B5EF4-FFF2-40B4-BE49-F238E27FC236}">
                <a16:creationId xmlns:a16="http://schemas.microsoft.com/office/drawing/2014/main" id="{6A77FB34-7E06-4BA0-B09F-EA06C4CF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5" name="clip-features5-1">
            <a:extLst xmlns:a="http://schemas.openxmlformats.org/drawingml/2006/main">
              <a:ext uri="{FF2B5EF4-FFF2-40B4-BE49-F238E27FC236}">
                <a16:creationId xmlns:a16="http://schemas.microsoft.com/office/drawing/2014/main" id="{DDBE8C6D-2095-4AE9-A389-D104D7E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6" name="clip-features5-2">
            <a:extLst xmlns:a="http://schemas.openxmlformats.org/drawingml/2006/main">
              <a:ext uri="{FF2B5EF4-FFF2-40B4-BE49-F238E27FC236}">
                <a16:creationId xmlns:a16="http://schemas.microsoft.com/office/drawing/2014/main" id="{11AF19C6-8F30-4263-BE9A-07827BE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7" name="clip-features5-3">
            <a:extLst xmlns:a="http://schemas.openxmlformats.org/drawingml/2006/main">
              <a:ext uri="{FF2B5EF4-FFF2-40B4-BE49-F238E27FC236}">
                <a16:creationId xmlns:a16="http://schemas.microsoft.com/office/drawing/2014/main" id="{1DF7423A-190E-43B9-8A7B-BEED66E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8" name="clip-features5-4">
            <a:extLst xmlns:a="http://schemas.openxmlformats.org/drawingml/2006/main">
              <a:ext uri="{FF2B5EF4-FFF2-40B4-BE49-F238E27FC236}">
                <a16:creationId xmlns:a16="http://schemas.microsoft.com/office/drawing/2014/main" id="{69295A76-0954-442D-BF8C-C07C9F57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9" name="clip-features5-5">
            <a:extLst xmlns:a="http://schemas.openxmlformats.org/drawingml/2006/main">
              <a:ext uri="{FF2B5EF4-FFF2-40B4-BE49-F238E27FC236}">
                <a16:creationId xmlns:a16="http://schemas.microsoft.com/office/drawing/2014/main" id="{37F08D3D-4CB2-450C-B3E0-D77D8E1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0" name="node20">
            <a:extLst xmlns:a="http://schemas.openxmlformats.org/drawingml/2006/main">
              <a:ext uri="{FF2B5EF4-FFF2-40B4-BE49-F238E27FC236}">
                <a16:creationId xmlns:a16="http://schemas.microsoft.com/office/drawing/2014/main" id="{C927281B-E31E-4969-8194-73674EA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1" name="node21">
            <a:extLst xmlns:a="http://schemas.openxmlformats.org/drawingml/2006/main">
              <a:ext uri="{FF2B5EF4-FFF2-40B4-BE49-F238E27FC236}">
                <a16:creationId xmlns:a16="http://schemas.microsoft.com/office/drawing/2014/main" id="{B54960A1-CE66-4D2B-8F12-8E193BE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8" name=""/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4553903" y="50863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3" name="node22">
            <a:extLst xmlns:a="http://schemas.openxmlformats.org/drawingml/2006/main">
              <a:ext uri="{FF2B5EF4-FFF2-40B4-BE49-F238E27FC236}">
                <a16:creationId xmlns:a16="http://schemas.microsoft.com/office/drawing/2014/main" id="{0AEA1599-4879-405F-A60D-2E6CC67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23">
            <a:extLst xmlns:a="http://schemas.openxmlformats.org/drawingml/2006/main">
              <a:ext uri="{FF2B5EF4-FFF2-40B4-BE49-F238E27FC236}">
                <a16:creationId xmlns:a16="http://schemas.microsoft.com/office/drawing/2014/main" id="{DE469CFC-4CA8-4A76-BBCC-7AF5C86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1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4553903" y="68770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6" name="dino-dims">
            <a:extLst xmlns:a="http://schemas.openxmlformats.org/drawingml/2006/main">
              <a:ext uri="{FF2B5EF4-FFF2-40B4-BE49-F238E27FC236}">
                <a16:creationId xmlns:a16="http://schemas.microsoft.com/office/drawing/2014/main" id="{D866C964-958F-4B4D-B382-E2F5EE4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578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0" i="1">
                <a:latin typeface="Cambria"/>
                <a:ea typeface="Cambria"/>
                <a:cs typeface="Cambria"/>
              </a:rPr>
              <a:t>h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  <a:r>
              <a:rPr sz="2025">
                <a:latin typeface="Cambria"/>
                <a:ea typeface="Cambria"/>
                <a:cs typeface="Cambria"/>
              </a:rPr>
              <a:t> × </a:t>
            </a:r>
            <a:r>
              <a:rPr sz="2025" b="0" i="1">
                <a:latin typeface="Cambria"/>
                <a:ea typeface="Cambria"/>
                <a:cs typeface="Cambria"/>
              </a:rPr>
              <a:t>w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77" name="dino-channels">
            <a:extLst xmlns:a="http://schemas.openxmlformats.org/drawingml/2006/main">
              <a:ext uri="{FF2B5EF4-FFF2-40B4-BE49-F238E27FC236}">
                <a16:creationId xmlns:a16="http://schemas.microsoft.com/office/drawing/2014/main" id="{034092C2-7885-4656-B187-CAACB549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9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78" name="clip-grid-dims">
            <a:extLst xmlns:a="http://schemas.openxmlformats.org/drawingml/2006/main">
              <a:ext uri="{FF2B5EF4-FFF2-40B4-BE49-F238E27FC236}">
                <a16:creationId xmlns:a16="http://schemas.microsoft.com/office/drawing/2014/main" id="{8C972FE6-C02B-4DE3-9856-6ED85468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400925"/>
            <a:ext cx="1123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179" name="clip-channels">
            <a:extLst xmlns:a="http://schemas.openxmlformats.org/drawingml/2006/main">
              <a:ext uri="{FF2B5EF4-FFF2-40B4-BE49-F238E27FC236}">
                <a16:creationId xmlns:a16="http://schemas.microsoft.com/office/drawing/2014/main" id="{B01E389E-84AC-4D79-A240-D67A58A1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724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0" name="grid-align">
            <a:extLst xmlns:a="http://schemas.openxmlformats.org/drawingml/2006/main">
              <a:ext uri="{FF2B5EF4-FFF2-40B4-BE49-F238E27FC236}">
                <a16:creationId xmlns:a16="http://schemas.microsoft.com/office/drawing/2014/main" id="{3484DDE1-9E68-4772-9F44-3BCB888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10325"/>
            <a:ext cx="13049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grid alignment</a:t>
            </a:r>
          </a:p>
        </p:txBody>
      </p:sp>
      <p:sp>
        <p:nvSpPr>
          <p:cNvPr id="181" name="node24">
            <a:extLst xmlns:a="http://schemas.openxmlformats.org/drawingml/2006/main">
              <a:ext uri="{FF2B5EF4-FFF2-40B4-BE49-F238E27FC236}">
                <a16:creationId xmlns:a16="http://schemas.microsoft.com/office/drawing/2014/main" id="{DBE642B8-5983-4F01-90B1-1497008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2" name="node25">
            <a:extLst xmlns:a="http://schemas.openxmlformats.org/drawingml/2006/main">
              <a:ext uri="{FF2B5EF4-FFF2-40B4-BE49-F238E27FC236}">
                <a16:creationId xmlns:a16="http://schemas.microsoft.com/office/drawing/2014/main" id="{C0B800DB-A92D-4C4A-ACF8-19DA3F0C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9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5801678" y="68770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4" name="node26">
            <a:extLst xmlns:a="http://schemas.openxmlformats.org/drawingml/2006/main">
              <a:ext uri="{FF2B5EF4-FFF2-40B4-BE49-F238E27FC236}">
                <a16:creationId xmlns:a16="http://schemas.microsoft.com/office/drawing/2014/main" id="{9DAD3A80-8961-4690-8FD5-CD8283E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5" name="node27">
            <a:extLst xmlns:a="http://schemas.openxmlformats.org/drawingml/2006/main">
              <a:ext uri="{FF2B5EF4-FFF2-40B4-BE49-F238E27FC236}">
                <a16:creationId xmlns:a16="http://schemas.microsoft.com/office/drawing/2014/main" id="{A25C5FA5-600A-4524-93C1-8DE73E40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2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5801678" y="5086351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7" name="node28">
            <a:extLst xmlns:a="http://schemas.openxmlformats.org/drawingml/2006/main">
              <a:ext uri="{FF2B5EF4-FFF2-40B4-BE49-F238E27FC236}">
                <a16:creationId xmlns:a16="http://schemas.microsoft.com/office/drawing/2014/main" id="{D9411895-851D-47FD-A8E1-5E3B44A6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8" name="node29">
            <a:extLst xmlns:a="http://schemas.openxmlformats.org/drawingml/2006/main">
              <a:ext uri="{FF2B5EF4-FFF2-40B4-BE49-F238E27FC236}">
                <a16:creationId xmlns:a16="http://schemas.microsoft.com/office/drawing/2014/main" id="{7E4F57E5-5196-4242-9ECC-C4F7D566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6399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5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6715126" y="5087303"/>
            <a:ext cx="0" cy="131254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190" name="target-grid">
            <a:extLst xmlns:a="http://schemas.openxmlformats.org/drawingml/2006/main">
              <a:ext uri="{FF2B5EF4-FFF2-40B4-BE49-F238E27FC236}">
                <a16:creationId xmlns:a16="http://schemas.microsoft.com/office/drawing/2014/main" id="{915E8AE3-D234-4101-A307-4928775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578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grid</a:t>
            </a:r>
          </a:p>
        </p:txBody>
      </p:sp>
      <p:sp>
        <p:nvSpPr>
          <p:cNvPr id="191" name="branch-norm-d">
            <a:extLst xmlns:a="http://schemas.openxmlformats.org/drawingml/2006/main">
              <a:ext uri="{FF2B5EF4-FFF2-40B4-BE49-F238E27FC236}">
                <a16:creationId xmlns:a16="http://schemas.microsoft.com/office/drawing/2014/main" id="{CC5AB7EA-B141-4E16-ABBC-CC038907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910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2" name="branch-norm-c">
            <a:extLst xmlns:a="http://schemas.openxmlformats.org/drawingml/2006/main">
              <a:ext uri="{FF2B5EF4-FFF2-40B4-BE49-F238E27FC236}">
                <a16:creationId xmlns:a16="http://schemas.microsoft.com/office/drawing/2014/main" id="{DAC3602C-5793-483A-A38F-F9A756C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5817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3" name="node30">
            <a:extLst xmlns:a="http://schemas.openxmlformats.org/drawingml/2006/main">
              <a:ext uri="{FF2B5EF4-FFF2-40B4-BE49-F238E27FC236}">
                <a16:creationId xmlns:a16="http://schemas.microsoft.com/office/drawing/2014/main" id="{5DFA1367-70A9-4D7C-849E-50033CD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2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31">
            <a:extLst xmlns:a="http://schemas.openxmlformats.org/drawingml/2006/main">
              <a:ext uri="{FF2B5EF4-FFF2-40B4-BE49-F238E27FC236}">
                <a16:creationId xmlns:a16="http://schemas.microsoft.com/office/drawing/2014/main" id="{E062D828-FE6D-4807-8278-7EA3F55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1" name=""/>
          <p:cNvCxnSpPr>
            <a:stCxn xmlns:a="http://schemas.openxmlformats.org/drawingml/2006/main" id="193" idx="3"/>
            <a:endCxn xmlns:a="http://schemas.openxmlformats.org/drawingml/2006/main" id="194" idx="1"/>
          </p:cNvCxnSpPr>
          <p:nvPr/>
        </p:nvCxnSpPr>
        <p:spPr>
          <a:xfrm xmlns:a="http://schemas.openxmlformats.org/drawingml/2006/main">
            <a:off x="7516178" y="6877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6" name="norm-label">
            <a:extLst xmlns:a="http://schemas.openxmlformats.org/drawingml/2006/main">
              <a:ext uri="{FF2B5EF4-FFF2-40B4-BE49-F238E27FC236}">
                <a16:creationId xmlns:a16="http://schemas.microsoft.com/office/drawing/2014/main" id="{8F4B7F47-8571-4132-B908-C355FC2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33875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Per patch</a:t>
            </a:r>
          </a:p>
        </p:txBody>
      </p:sp>
      <p:sp>
        <p:nvSpPr>
          <p:cNvPr id="197" name="joint-fusion">
            <a:extLst xmlns:a="http://schemas.openxmlformats.org/drawingml/2006/main">
              <a:ext uri="{FF2B5EF4-FFF2-40B4-BE49-F238E27FC236}">
                <a16:creationId xmlns:a16="http://schemas.microsoft.com/office/drawing/2014/main" id="{8B58C2ED-BBBD-4F53-AAB0-DDB06458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67275"/>
            <a:ext cx="165735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8" name="concat-title">
            <a:extLst xmlns:a="http://schemas.openxmlformats.org/drawingml/2006/main">
              <a:ext uri="{FF2B5EF4-FFF2-40B4-BE49-F238E27FC236}">
                <a16:creationId xmlns:a16="http://schemas.microsoft.com/office/drawing/2014/main" id="{8730C328-2B1B-4302-AD87-B8A67B2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43475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199" name="unit-dino0">
            <a:extLst xmlns:a="http://schemas.openxmlformats.org/drawingml/2006/main">
              <a:ext uri="{FF2B5EF4-FFF2-40B4-BE49-F238E27FC236}">
                <a16:creationId xmlns:a16="http://schemas.microsoft.com/office/drawing/2014/main" id="{F0220694-CD5D-42F7-8A6C-00B4769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0" name="unit-dino1">
            <a:extLst xmlns:a="http://schemas.openxmlformats.org/drawingml/2006/main">
              <a:ext uri="{FF2B5EF4-FFF2-40B4-BE49-F238E27FC236}">
                <a16:creationId xmlns:a16="http://schemas.microsoft.com/office/drawing/2014/main" id="{10E9821E-6157-4171-85AC-88A7EFC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1" name="unit-dino2">
            <a:extLst xmlns:a="http://schemas.openxmlformats.org/drawingml/2006/main">
              <a:ext uri="{FF2B5EF4-FFF2-40B4-BE49-F238E27FC236}">
                <a16:creationId xmlns:a16="http://schemas.microsoft.com/office/drawing/2014/main" id="{2D0C3059-4D3E-4E6D-BF1E-1F47229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2" name="unit-dino3">
            <a:extLst xmlns:a="http://schemas.openxmlformats.org/drawingml/2006/main">
              <a:ext uri="{FF2B5EF4-FFF2-40B4-BE49-F238E27FC236}">
                <a16:creationId xmlns:a16="http://schemas.microsoft.com/office/drawing/2014/main" id="{6B518436-D731-4868-9A4D-1C52F3B2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3" name="unit-dino4">
            <a:extLst xmlns:a="http://schemas.openxmlformats.org/drawingml/2006/main">
              <a:ext uri="{FF2B5EF4-FFF2-40B4-BE49-F238E27FC236}">
                <a16:creationId xmlns:a16="http://schemas.microsoft.com/office/drawing/2014/main" id="{736D0483-F4F3-45E7-A3BA-8B6D3B5D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4" name="unit-clip0">
            <a:extLst xmlns:a="http://schemas.openxmlformats.org/drawingml/2006/main">
              <a:ext uri="{FF2B5EF4-FFF2-40B4-BE49-F238E27FC236}">
                <a16:creationId xmlns:a16="http://schemas.microsoft.com/office/drawing/2014/main" id="{EAC18AB3-24E5-4152-82BE-56E79F5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5" name="unit-clip1">
            <a:extLst xmlns:a="http://schemas.openxmlformats.org/drawingml/2006/main">
              <a:ext uri="{FF2B5EF4-FFF2-40B4-BE49-F238E27FC236}">
                <a16:creationId xmlns:a16="http://schemas.microsoft.com/office/drawing/2014/main" id="{5A6F1CDC-1170-4DF1-9919-D81F782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6" name="unit-clip2">
            <a:extLst xmlns:a="http://schemas.openxmlformats.org/drawingml/2006/main">
              <a:ext uri="{FF2B5EF4-FFF2-40B4-BE49-F238E27FC236}">
                <a16:creationId xmlns:a16="http://schemas.microsoft.com/office/drawing/2014/main" id="{0A52244D-232F-4765-ACF6-CB72CB56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7" name="unit-clip3">
            <a:extLst xmlns:a="http://schemas.openxmlformats.org/drawingml/2006/main">
              <a:ext uri="{FF2B5EF4-FFF2-40B4-BE49-F238E27FC236}">
                <a16:creationId xmlns:a16="http://schemas.microsoft.com/office/drawing/2014/main" id="{AA8BD233-B6CC-4F40-B03F-D5961AC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8" name="unit-clip4">
            <a:extLst xmlns:a="http://schemas.openxmlformats.org/drawingml/2006/main">
              <a:ext uri="{FF2B5EF4-FFF2-40B4-BE49-F238E27FC236}">
                <a16:creationId xmlns:a16="http://schemas.microsoft.com/office/drawing/2014/main" id="{C533D746-425B-4FAB-87BE-C1F1A69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9" name="equal-weights">
            <a:extLst xmlns:a="http://schemas.openxmlformats.org/drawingml/2006/main">
              <a:ext uri="{FF2B5EF4-FFF2-40B4-BE49-F238E27FC236}">
                <a16:creationId xmlns:a16="http://schemas.microsoft.com/office/drawing/2014/main" id="{F963E902-95DF-4CEC-9E15-1C421EB3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143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0.5 / 0.5</a:t>
            </a:r>
          </a:p>
        </p:txBody>
      </p:sp>
      <p:sp>
        <p:nvSpPr>
          <p:cNvPr id="210" name="joint-norm">
            <a:extLst xmlns:a="http://schemas.openxmlformats.org/drawingml/2006/main">
              <a:ext uri="{FF2B5EF4-FFF2-40B4-BE49-F238E27FC236}">
                <a16:creationId xmlns:a16="http://schemas.microsoft.com/office/drawing/2014/main" id="{492A04D7-D01A-4A64-AAB0-474BDD7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865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 ℓ₂ norm</a:t>
            </a:r>
          </a:p>
        </p:txBody>
      </p:sp>
      <p:sp>
        <p:nvSpPr>
          <p:cNvPr id="211" name="node32">
            <a:extLst xmlns:a="http://schemas.openxmlformats.org/drawingml/2006/main">
              <a:ext uri="{FF2B5EF4-FFF2-40B4-BE49-F238E27FC236}">
                <a16:creationId xmlns:a16="http://schemas.microsoft.com/office/drawing/2014/main" id="{8EC177C3-6B13-4250-B8F7-F26FAB8E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2" name="node33">
            <a:extLst xmlns:a="http://schemas.openxmlformats.org/drawingml/2006/main">
              <a:ext uri="{FF2B5EF4-FFF2-40B4-BE49-F238E27FC236}">
                <a16:creationId xmlns:a16="http://schemas.microsoft.com/office/drawing/2014/main" id="{50B5AF7D-374A-47DC-A4A5-C10AE59A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9" name=""/>
          <p:cNvCxnSpPr>
            <a:stCxn xmlns:a="http://schemas.openxmlformats.org/drawingml/2006/main" id="211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8783003" y="50863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4" name="node34">
            <a:extLst xmlns:a="http://schemas.openxmlformats.org/drawingml/2006/main">
              <a:ext uri="{FF2B5EF4-FFF2-40B4-BE49-F238E27FC236}">
                <a16:creationId xmlns:a16="http://schemas.microsoft.com/office/drawing/2014/main" id="{7BD88564-C2ED-4704-9201-FA2464D3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5" name="node35">
            <a:extLst xmlns:a="http://schemas.openxmlformats.org/drawingml/2006/main">
              <a:ext uri="{FF2B5EF4-FFF2-40B4-BE49-F238E27FC236}">
                <a16:creationId xmlns:a16="http://schemas.microsoft.com/office/drawing/2014/main" id="{810BCBBB-7D61-4A81-8A39-12E9B04A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2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9020176" y="5087303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7" name="node36">
            <a:extLst xmlns:a="http://schemas.openxmlformats.org/drawingml/2006/main">
              <a:ext uri="{FF2B5EF4-FFF2-40B4-BE49-F238E27FC236}">
                <a16:creationId xmlns:a16="http://schemas.microsoft.com/office/drawing/2014/main" id="{01C66A0E-1B36-4EF4-B629-563B378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8" name="node37">
            <a:extLst xmlns:a="http://schemas.openxmlformats.org/drawingml/2006/main">
              <a:ext uri="{FF2B5EF4-FFF2-40B4-BE49-F238E27FC236}">
                <a16:creationId xmlns:a16="http://schemas.microsoft.com/office/drawing/2014/main" id="{61CC5261-9B0A-4B74-B5F2-ADF3592B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5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9021128" y="558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0" name="node38">
            <a:extLst xmlns:a="http://schemas.openxmlformats.org/drawingml/2006/main">
              <a:ext uri="{FF2B5EF4-FFF2-40B4-BE49-F238E27FC236}">
                <a16:creationId xmlns:a16="http://schemas.microsoft.com/office/drawing/2014/main" id="{8CE0A27B-3597-4147-90BB-61F9E92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1" name="node39">
            <a:extLst xmlns:a="http://schemas.openxmlformats.org/drawingml/2006/main">
              <a:ext uri="{FF2B5EF4-FFF2-40B4-BE49-F238E27FC236}">
                <a16:creationId xmlns:a16="http://schemas.microsoft.com/office/drawing/2014/main" id="{5AEA6E9C-39B6-4ADA-9864-C4D7F9B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8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8783003" y="68770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3" name="node40">
            <a:extLst xmlns:a="http://schemas.openxmlformats.org/drawingml/2006/main">
              <a:ext uri="{FF2B5EF4-FFF2-40B4-BE49-F238E27FC236}">
                <a16:creationId xmlns:a16="http://schemas.microsoft.com/office/drawing/2014/main" id="{8CD40B7B-7462-4E64-A0C2-7D2131A7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4" name="node41">
            <a:extLst xmlns:a="http://schemas.openxmlformats.org/drawingml/2006/main">
              <a:ext uri="{FF2B5EF4-FFF2-40B4-BE49-F238E27FC236}">
                <a16:creationId xmlns:a16="http://schemas.microsoft.com/office/drawing/2014/main" id="{AB07736F-2488-4692-9734-079A92EC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1" name=""/>
          <p:cNvCxnSpPr>
            <a:stCxn xmlns:a="http://schemas.openxmlformats.org/drawingml/2006/main" id="223" idx="0"/>
            <a:endCxn xmlns:a="http://schemas.openxmlformats.org/drawingml/2006/main" id="224" idx="2"/>
          </p:cNvCxnSpPr>
          <p:nvPr/>
        </p:nvCxnSpPr>
        <p:spPr>
          <a:xfrm xmlns:a="http://schemas.openxmlformats.org/drawingml/2006/main" flipV="1">
            <a:off x="9020176" y="59636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6" name="node42">
            <a:extLst xmlns:a="http://schemas.openxmlformats.org/drawingml/2006/main">
              <a:ext uri="{FF2B5EF4-FFF2-40B4-BE49-F238E27FC236}">
                <a16:creationId xmlns:a16="http://schemas.microsoft.com/office/drawing/2014/main" id="{D774F0C0-0884-4161-B1C8-576E825F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7" name="node43">
            <a:extLst xmlns:a="http://schemas.openxmlformats.org/drawingml/2006/main">
              <a:ext uri="{FF2B5EF4-FFF2-40B4-BE49-F238E27FC236}">
                <a16:creationId xmlns:a16="http://schemas.microsoft.com/office/drawing/2014/main" id="{8D6E643E-1DC0-4292-BF09-293E21EB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4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9021128" y="5962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9" name="node44">
            <a:extLst xmlns:a="http://schemas.openxmlformats.org/drawingml/2006/main">
              <a:ext uri="{FF2B5EF4-FFF2-40B4-BE49-F238E27FC236}">
                <a16:creationId xmlns:a16="http://schemas.microsoft.com/office/drawing/2014/main" id="{4F234B13-14EC-4D57-987D-5F75D1E6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0" name="node45">
            <a:extLst xmlns:a="http://schemas.openxmlformats.org/drawingml/2006/main">
              <a:ext uri="{FF2B5EF4-FFF2-40B4-BE49-F238E27FC236}">
                <a16:creationId xmlns:a16="http://schemas.microsoft.com/office/drawing/2014/main" id="{6754B0AD-C1C4-4B3D-A730-341211CF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666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7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>
            <a:off x="10077451" y="64779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32" name="query-fused-vector0">
            <a:extLst xmlns:a="http://schemas.openxmlformats.org/drawingml/2006/main">
              <a:ext uri="{FF2B5EF4-FFF2-40B4-BE49-F238E27FC236}">
                <a16:creationId xmlns:a16="http://schemas.microsoft.com/office/drawing/2014/main" id="{9070D720-0E96-4DBC-AB87-796C1EC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3" name="query-fused-vector1">
            <a:extLst xmlns:a="http://schemas.openxmlformats.org/drawingml/2006/main">
              <a:ext uri="{FF2B5EF4-FFF2-40B4-BE49-F238E27FC236}">
                <a16:creationId xmlns:a16="http://schemas.microsoft.com/office/drawing/2014/main" id="{98E33848-E5A4-4B38-9F75-4CBAAEC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4" name="query-fused-vector2">
            <a:extLst xmlns:a="http://schemas.openxmlformats.org/drawingml/2006/main">
              <a:ext uri="{FF2B5EF4-FFF2-40B4-BE49-F238E27FC236}">
                <a16:creationId xmlns:a16="http://schemas.microsoft.com/office/drawing/2014/main" id="{6A5EDE5E-5EBB-4812-B50C-AB340BE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5" name="query-fused-vector3">
            <a:extLst xmlns:a="http://schemas.openxmlformats.org/drawingml/2006/main">
              <a:ext uri="{FF2B5EF4-FFF2-40B4-BE49-F238E27FC236}">
                <a16:creationId xmlns:a16="http://schemas.microsoft.com/office/drawing/2014/main" id="{46A6EDC7-A742-4624-8528-A102487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6" name="query-fused-vector4">
            <a:extLst xmlns:a="http://schemas.openxmlformats.org/drawingml/2006/main">
              <a:ext uri="{FF2B5EF4-FFF2-40B4-BE49-F238E27FC236}">
                <a16:creationId xmlns:a16="http://schemas.microsoft.com/office/drawing/2014/main" id="{9C1A7056-2CEC-4109-B3AD-3C77753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7" name="query-fused-vector5">
            <a:extLst xmlns:a="http://schemas.openxmlformats.org/drawingml/2006/main">
              <a:ext uri="{FF2B5EF4-FFF2-40B4-BE49-F238E27FC236}">
                <a16:creationId xmlns:a16="http://schemas.microsoft.com/office/drawing/2014/main" id="{3668B0DF-7837-424D-AAD0-1BD6121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8" name="query-fused-vector6">
            <a:extLst xmlns:a="http://schemas.openxmlformats.org/drawingml/2006/main">
              <a:ext uri="{FF2B5EF4-FFF2-40B4-BE49-F238E27FC236}">
                <a16:creationId xmlns:a16="http://schemas.microsoft.com/office/drawing/2014/main" id="{98760930-14A0-4542-97A2-07BAA1F3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9" name="query-fused-vector7">
            <a:extLst xmlns:a="http://schemas.openxmlformats.org/drawingml/2006/main">
              <a:ext uri="{FF2B5EF4-FFF2-40B4-BE49-F238E27FC236}">
                <a16:creationId xmlns:a16="http://schemas.microsoft.com/office/drawing/2014/main" id="{2EF62414-5166-4920-80E8-6437F41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0" name="query-fused-vector8">
            <a:extLst xmlns:a="http://schemas.openxmlformats.org/drawingml/2006/main">
              <a:ext uri="{FF2B5EF4-FFF2-40B4-BE49-F238E27FC236}">
                <a16:creationId xmlns:a16="http://schemas.microsoft.com/office/drawing/2014/main" id="{DD4912C7-2B70-4FF5-B306-228E098B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1" name="query-fused-vector9">
            <a:extLst xmlns:a="http://schemas.openxmlformats.org/drawingml/2006/main">
              <a:ext uri="{FF2B5EF4-FFF2-40B4-BE49-F238E27FC236}">
                <a16:creationId xmlns:a16="http://schemas.microsoft.com/office/drawing/2014/main" id="{1C13E7C6-A86C-492A-8A20-9DB6F792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0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2" name="node46">
            <a:extLst xmlns:a="http://schemas.openxmlformats.org/drawingml/2006/main">
              <a:ext uri="{FF2B5EF4-FFF2-40B4-BE49-F238E27FC236}">
                <a16:creationId xmlns:a16="http://schemas.microsoft.com/office/drawing/2014/main" id="{179F1CDA-5D8E-4242-9CC3-CD86AD1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180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3" name="node47">
            <a:extLst xmlns:a="http://schemas.openxmlformats.org/drawingml/2006/main">
              <a:ext uri="{FF2B5EF4-FFF2-40B4-BE49-F238E27FC236}">
                <a16:creationId xmlns:a16="http://schemas.microsoft.com/office/drawing/2014/main" id="{BC3B3BC3-59EF-4124-B91F-8F2A84A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457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0" name=""/>
          <p:cNvCxnSpPr>
            <a:stCxn xmlns:a="http://schemas.openxmlformats.org/drawingml/2006/main" id="242" idx="2"/>
            <a:endCxn xmlns:a="http://schemas.openxmlformats.org/drawingml/2006/main" id="243" idx="0"/>
          </p:cNvCxnSpPr>
          <p:nvPr/>
        </p:nvCxnSpPr>
        <p:spPr>
          <a:xfrm xmlns:a="http://schemas.openxmlformats.org/drawingml/2006/main">
            <a:off x="10077451" y="7182803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45" name="fused-symbol">
            <a:extLst xmlns:a="http://schemas.openxmlformats.org/drawingml/2006/main">
              <a:ext uri="{FF2B5EF4-FFF2-40B4-BE49-F238E27FC236}">
                <a16:creationId xmlns:a16="http://schemas.microsoft.com/office/drawing/2014/main" id="{4D39680E-3B52-465F-A746-3EDC0AE6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7858125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f</a:t>
            </a:r>
            <a:r>
              <a:rPr sz="1458" i="0" baseline="-25000">
                <a:latin typeface="Cambria"/>
                <a:ea typeface="Cambria"/>
                <a:cs typeface="Cambria"/>
              </a:rPr>
              <a:t>A,p</a:t>
            </a:r>
            <a:r>
              <a:rPr sz="2025">
                <a:latin typeface="Cambria"/>
                <a:ea typeface="Cambria"/>
                <a:cs typeface="Cambria"/>
              </a:rPr>
              <a:t> ∈ ℝ</a:t>
            </a:r>
            <a:r>
              <a:rPr sz="2025" b="0" i="1">
                <a:latin typeface="Cambria"/>
                <a:ea typeface="Cambria"/>
                <a:cs typeface="Cambria"/>
              </a:rPr>
              <a:t/>
            </a:r>
            <a:r>
              <a:rPr sz="1458" i="0" baseline="30000">
                <a:latin typeface="Cambria"/>
                <a:ea typeface="Cambria"/>
                <a:cs typeface="Cambria"/>
              </a:rPr>
              <a:t>1536</a:t>
            </a:r>
          </a:p>
        </p:txBody>
      </p:sp>
      <p:sp>
        <p:nvSpPr>
          <p:cNvPr id="246" name="exact-search">
            <a:extLst xmlns:a="http://schemas.openxmlformats.org/drawingml/2006/main">
              <a:ext uri="{FF2B5EF4-FFF2-40B4-BE49-F238E27FC236}">
                <a16:creationId xmlns:a16="http://schemas.microsoft.com/office/drawing/2014/main" id="{AD2B4247-3E86-40B3-9703-0D9E274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959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Fused space</a:t>
            </a:r>
          </a:p>
        </p:txBody>
      </p:sp>
      <p:sp>
        <p:nvSpPr>
          <p:cNvPr id="247" name="node48">
            <a:extLst xmlns:a="http://schemas.openxmlformats.org/drawingml/2006/main">
              <a:ext uri="{FF2B5EF4-FFF2-40B4-BE49-F238E27FC236}">
                <a16:creationId xmlns:a16="http://schemas.microsoft.com/office/drawing/2014/main" id="{4A84F11B-B6D8-4F70-B726-6563F5E4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8" name="node49">
            <a:extLst xmlns:a="http://schemas.openxmlformats.org/drawingml/2006/main">
              <a:ext uri="{FF2B5EF4-FFF2-40B4-BE49-F238E27FC236}">
                <a16:creationId xmlns:a16="http://schemas.microsoft.com/office/drawing/2014/main" id="{B66D7FD3-B8E0-4220-BC0B-2F4FE98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5" name=""/>
          <p:cNvCxnSpPr>
            <a:stCxn xmlns:a="http://schemas.openxmlformats.org/drawingml/2006/main" id="24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10716578" y="76200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0" name="node50">
            <a:extLst xmlns:a="http://schemas.openxmlformats.org/drawingml/2006/main">
              <a:ext uri="{FF2B5EF4-FFF2-40B4-BE49-F238E27FC236}">
                <a16:creationId xmlns:a16="http://schemas.microsoft.com/office/drawing/2014/main" id="{6581C2B7-005F-400C-8AA0-A735A6E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1" name="node51">
            <a:extLst xmlns:a="http://schemas.openxmlformats.org/drawingml/2006/main">
              <a:ext uri="{FF2B5EF4-FFF2-40B4-BE49-F238E27FC236}">
                <a16:creationId xmlns:a16="http://schemas.microsoft.com/office/drawing/2014/main" id="{F8FC586C-3CB3-4A90-9F0E-0EC2002E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8" name=""/>
          <p:cNvCxnSpPr>
            <a:stCxn xmlns:a="http://schemas.openxmlformats.org/drawingml/2006/main" id="250" idx="0"/>
            <a:endCxn xmlns:a="http://schemas.openxmlformats.org/drawingml/2006/main" id="251" idx="2"/>
          </p:cNvCxnSpPr>
          <p:nvPr/>
        </p:nvCxnSpPr>
        <p:spPr>
          <a:xfrm xmlns:a="http://schemas.openxmlformats.org/drawingml/2006/main" flipV="1">
            <a:off x="11191876" y="5925503"/>
            <a:ext cx="0" cy="16935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3" name="node52">
            <a:extLst xmlns:a="http://schemas.openxmlformats.org/drawingml/2006/main">
              <a:ext uri="{FF2B5EF4-FFF2-40B4-BE49-F238E27FC236}">
                <a16:creationId xmlns:a16="http://schemas.microsoft.com/office/drawing/2014/main" id="{162A7958-D0EC-42E5-87E0-0298733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4" name="node53">
            <a:extLst xmlns:a="http://schemas.openxmlformats.org/drawingml/2006/main">
              <a:ext uri="{FF2B5EF4-FFF2-40B4-BE49-F238E27FC236}">
                <a16:creationId xmlns:a16="http://schemas.microsoft.com/office/drawing/2014/main" id="{6F3DC172-7FE2-4E22-AAB3-E329647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29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1" name=""/>
          <p:cNvCxnSpPr>
            <a:stCxn xmlns:a="http://schemas.openxmlformats.org/drawingml/2006/main" id="253" idx="3"/>
            <a:endCxn xmlns:a="http://schemas.openxmlformats.org/drawingml/2006/main" id="254" idx="1"/>
          </p:cNvCxnSpPr>
          <p:nvPr/>
        </p:nvCxnSpPr>
        <p:spPr>
          <a:xfrm xmlns:a="http://schemas.openxmlformats.org/drawingml/2006/main">
            <a:off x="11192828" y="59245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56" name="patch-score">
            <a:extLst xmlns:a="http://schemas.openxmlformats.org/drawingml/2006/main">
              <a:ext uri="{FF2B5EF4-FFF2-40B4-BE49-F238E27FC236}">
                <a16:creationId xmlns:a16="http://schemas.microsoft.com/office/drawing/2014/main" id="{71010A34-1EDE-4C6A-9A79-B708C43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6581775"/>
            <a:ext cx="866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a</a:t>
            </a:r>
            <a:r>
              <a:rPr sz="1566" i="1" baseline="-25000">
                <a:latin typeface="Cambria"/>
                <a:ea typeface="Cambria"/>
                <a:cs typeface="Cambria"/>
              </a:rPr>
              <a:t>p</a:t>
            </a:r>
          </a:p>
        </p:txBody>
      </p:sp>
      <p:sp>
        <p:nvSpPr>
          <p:cNvPr id="257" name="node54">
            <a:extLst xmlns:a="http://schemas.openxmlformats.org/drawingml/2006/main">
              <a:ext uri="{FF2B5EF4-FFF2-40B4-BE49-F238E27FC236}">
                <a16:creationId xmlns:a16="http://schemas.microsoft.com/office/drawing/2014/main" id="{F62311ED-8177-4D7A-A452-832CDB7E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8" name="node55">
            <a:extLst xmlns:a="http://schemas.openxmlformats.org/drawingml/2006/main">
              <a:ext uri="{FF2B5EF4-FFF2-40B4-BE49-F238E27FC236}">
                <a16:creationId xmlns:a16="http://schemas.microsoft.com/office/drawing/2014/main" id="{B93BAA6F-BEA8-4841-BBF4-B3E43560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5" name=""/>
          <p:cNvCxnSpPr>
            <a:stCxn xmlns:a="http://schemas.openxmlformats.org/drawingml/2006/main" id="257" idx="3"/>
            <a:endCxn xmlns:a="http://schemas.openxmlformats.org/drawingml/2006/main" id="258" idx="1"/>
          </p:cNvCxnSpPr>
          <p:nvPr/>
        </p:nvCxnSpPr>
        <p:spPr>
          <a:xfrm xmlns:a="http://schemas.openxmlformats.org/drawingml/2006/main">
            <a:off x="13183553" y="5924551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0" name="node56">
            <a:extLst xmlns:a="http://schemas.openxmlformats.org/drawingml/2006/main">
              <a:ext uri="{FF2B5EF4-FFF2-40B4-BE49-F238E27FC236}">
                <a16:creationId xmlns:a16="http://schemas.microsoft.com/office/drawing/2014/main" id="{DD314E51-F6FF-4487-8F1C-67BF94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1" name="node57">
            <a:extLst xmlns:a="http://schemas.openxmlformats.org/drawingml/2006/main">
              <a:ext uri="{FF2B5EF4-FFF2-40B4-BE49-F238E27FC236}">
                <a16:creationId xmlns:a16="http://schemas.microsoft.com/office/drawing/2014/main" id="{295F8652-A51D-4164-BC0B-DDA2305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8" name=""/>
          <p:cNvCxnSpPr>
            <a:stCxn xmlns:a="http://schemas.openxmlformats.org/drawingml/2006/main" id="260" idx="0"/>
            <a:endCxn xmlns:a="http://schemas.openxmlformats.org/drawingml/2006/main" id="261" idx="2"/>
          </p:cNvCxnSpPr>
          <p:nvPr/>
        </p:nvCxnSpPr>
        <p:spPr>
          <a:xfrm xmlns:a="http://schemas.openxmlformats.org/drawingml/2006/main" flipV="1">
            <a:off x="13411201" y="4934903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3" name="node58">
            <a:extLst xmlns:a="http://schemas.openxmlformats.org/drawingml/2006/main">
              <a:ext uri="{FF2B5EF4-FFF2-40B4-BE49-F238E27FC236}">
                <a16:creationId xmlns:a16="http://schemas.microsoft.com/office/drawing/2014/main" id="{8F8E1A19-0FA6-4C36-A3F0-311782F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4" name="node59">
            <a:extLst xmlns:a="http://schemas.openxmlformats.org/drawingml/2006/main">
              <a:ext uri="{FF2B5EF4-FFF2-40B4-BE49-F238E27FC236}">
                <a16:creationId xmlns:a16="http://schemas.microsoft.com/office/drawing/2014/main" id="{789930FF-036C-43DE-9493-3BB98D8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1" name=""/>
          <p:cNvCxnSpPr>
            <a:stCxn xmlns:a="http://schemas.openxmlformats.org/drawingml/2006/main" id="263" idx="3"/>
            <a:endCxn xmlns:a="http://schemas.openxmlformats.org/drawingml/2006/main" id="264" idx="1"/>
          </p:cNvCxnSpPr>
          <p:nvPr/>
        </p:nvCxnSpPr>
        <p:spPr>
          <a:xfrm xmlns:a="http://schemas.openxmlformats.org/drawingml/2006/main">
            <a:off x="13412153" y="4933951"/>
            <a:ext cx="1150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6" name="node60">
            <a:extLst xmlns:a="http://schemas.openxmlformats.org/drawingml/2006/main">
              <a:ext uri="{FF2B5EF4-FFF2-40B4-BE49-F238E27FC236}">
                <a16:creationId xmlns:a16="http://schemas.microsoft.com/office/drawing/2014/main" id="{EC44C88F-A2F7-4DF6-AD61-0E4CEA0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7" name="node61">
            <a:extLst xmlns:a="http://schemas.openxmlformats.org/drawingml/2006/main">
              <a:ext uri="{FF2B5EF4-FFF2-40B4-BE49-F238E27FC236}">
                <a16:creationId xmlns:a16="http://schemas.microsoft.com/office/drawing/2014/main" id="{7F45A7C1-CD96-4E25-8EAE-DC720D43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5237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4" name=""/>
          <p:cNvCxnSpPr>
            <a:stCxn xmlns:a="http://schemas.openxmlformats.org/drawingml/2006/main" id="266" idx="2"/>
            <a:endCxn xmlns:a="http://schemas.openxmlformats.org/drawingml/2006/main" id="267" idx="0"/>
          </p:cNvCxnSpPr>
          <p:nvPr/>
        </p:nvCxnSpPr>
        <p:spPr>
          <a:xfrm xmlns:a="http://schemas.openxmlformats.org/drawingml/2006/main">
            <a:off x="14563726" y="493490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69" name="post-label">
            <a:extLst xmlns:a="http://schemas.openxmlformats.org/drawingml/2006/main">
              <a:ext uri="{FF2B5EF4-FFF2-40B4-BE49-F238E27FC236}">
                <a16:creationId xmlns:a16="http://schemas.microsoft.com/office/drawing/2014/main" id="{B15C4120-2B2F-4A8A-9D92-A80172C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219575"/>
            <a:ext cx="2066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pic>
        <p:nvPicPr>
          <p:cNvPr id="546" name="DCFnet anomaly map existing infer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a7bd5d5d4f32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630275" y="5248275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271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732D57C0-6EB0-4DDE-B078-554A49B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724852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Anomaly map</a:t>
            </a:r>
          </a:p>
        </p:txBody>
      </p:sp>
      <p:sp>
        <p:nvSpPr>
          <p:cNvPr id="272" name="map-symbol">
            <a:extLst xmlns:a="http://schemas.openxmlformats.org/drawingml/2006/main">
              <a:ext uri="{FF2B5EF4-FFF2-40B4-BE49-F238E27FC236}">
                <a16:creationId xmlns:a16="http://schemas.microsoft.com/office/drawing/2014/main" id="{B918093F-E6B3-4D70-A918-06C650F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7610475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S</a:t>
            </a:r>
            <a:r>
              <a:rPr sz="1512" i="0" baseline="-25000">
                <a:latin typeface="Cambria"/>
                <a:ea typeface="Cambria"/>
                <a:cs typeface="Cambria"/>
              </a:rPr>
              <a:t>448</a:t>
            </a:r>
            <a:r>
              <a:rPr sz="2100">
                <a:latin typeface="Cambria"/>
                <a:ea typeface="Cambria"/>
                <a:cs typeface="Cambria"/>
              </a:rPr>
              <a:t>(</a:t>
            </a:r>
            <a:r>
              <a:rPr sz="2100" b="1" i="1">
                <a:latin typeface="Cambria"/>
                <a:ea typeface="Cambria"/>
                <a:cs typeface="Cambria"/>
              </a:rPr>
              <a:t>x</a:t>
            </a:r>
            <a:r>
              <a:rPr sz="2100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273" name="resolution">
            <a:extLst xmlns:a="http://schemas.openxmlformats.org/drawingml/2006/main">
              <a:ext uri="{FF2B5EF4-FFF2-40B4-BE49-F238E27FC236}">
                <a16:creationId xmlns:a16="http://schemas.microsoft.com/office/drawing/2014/main" id="{DD67C38C-DB0B-49E4-B1C4-DE5B954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96290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7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C833AE8-9C32-43B3-84D9-95D2D9AF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3534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75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AB539032-F03F-4F8C-B177-0917A1DD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96300"/>
            <a:ext cx="7448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a</a:t>
            </a:r>
            <a:r>
              <a:rPr sz="1620" i="1" baseline="-25000">
                <a:latin typeface="Cambria"/>
                <a:ea typeface="Cambria"/>
                <a:cs typeface="Cambria"/>
              </a:rPr>
              <a:t>p</a:t>
            </a:r>
            <a:r>
              <a:rPr sz="2250">
                <a:latin typeface="Cambria"/>
                <a:ea typeface="Cambria"/>
                <a:cs typeface="Cambria"/>
              </a:rPr>
              <a:t> = ½ min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0" baseline="-25000">
                <a:latin typeface="Cambria"/>
                <a:ea typeface="Cambria"/>
                <a:cs typeface="Cambria"/>
              </a:rPr>
              <a:t>m ∈ </a:t>
            </a:r>
            <a:r>
              <a:rPr sz="1620" i="1" baseline="-25000" b="1">
                <a:latin typeface="Cambria"/>
                <a:ea typeface="Cambria"/>
                <a:cs typeface="Cambria"/>
              </a:rPr>
              <a:t>M</a:t>
            </a:r>
            <a:r>
              <a:rPr sz="1200" i="0" baseline="-43000">
                <a:latin typeface="Cambria"/>
                <a:ea typeface="Cambria"/>
                <a:cs typeface="Cambria"/>
              </a:rPr>
              <a:t>c</a:t>
            </a:r>
            <a:r>
              <a:rPr sz="2250">
                <a:latin typeface="Cambria"/>
                <a:ea typeface="Cambria"/>
                <a:cs typeface="Cambria"/>
              </a:rPr>
              <a:t> ‖</a:t>
            </a: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A,p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− </a:t>
            </a: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2250">
                <a:latin typeface="Cambria"/>
                <a:ea typeface="Cambria"/>
                <a:cs typeface="Cambria"/>
              </a:rPr>
              <a:t>‖₂²</a:t>
            </a:r>
          </a:p>
        </p:txBody>
      </p:sp>
      <p:sp>
        <p:nvSpPr>
          <p:cNvPr id="276" name="image-equation">
            <a:extLst xmlns:a="http://schemas.openxmlformats.org/drawingml/2006/main">
              <a:ext uri="{FF2B5EF4-FFF2-40B4-BE49-F238E27FC236}">
                <a16:creationId xmlns:a16="http://schemas.microsoft.com/office/drawing/2014/main" id="{4E7D3675-0746-4543-B65D-8D144E0F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496300"/>
            <a:ext cx="577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img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= max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1" baseline="-25000">
                <a:latin typeface="Cambria"/>
                <a:ea typeface="Cambria"/>
                <a:cs typeface="Cambria"/>
              </a:rPr>
              <a:t>u</a:t>
            </a:r>
            <a:r>
              <a:rPr sz="2250">
                <a:latin typeface="Cambria"/>
                <a:ea typeface="Cambria"/>
                <a:cs typeface="Cambria"/>
              </a:rPr>
              <a:t> </a:t>
            </a:r>
            <a:r>
              <a:rPr sz="2250" b="1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448,u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3889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title">
            <a:extLst xmlns:a="http://schemas.openxmlformats.org/drawingml/2006/main">
              <a:ext uri="{FF2B5EF4-FFF2-40B4-BE49-F238E27FC236}">
                <a16:creationId xmlns:a16="http://schemas.microsoft.com/office/drawing/2014/main" id="{6521813E-DDCB-4092-AD02-18DACE8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2   Spatial calibration and fixed feature fusion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E9C18D-4096-494E-9E9C-8135DBA1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Common spatial sampling, normalized branch magnitudes, and a joint descriptor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C2B812D8-48EC-4048-AEB8-21233884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62">
            <a:extLst xmlns:a="http://schemas.openxmlformats.org/drawingml/2006/main">
              <a:ext uri="{FF2B5EF4-FFF2-40B4-BE49-F238E27FC236}">
                <a16:creationId xmlns:a16="http://schemas.microsoft.com/office/drawing/2014/main" id="{0B4DD730-6134-46B8-A7C6-626A595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020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Align the CLIP grid to the DINO lattice</a:t>
            </a:r>
          </a:p>
        </p:txBody>
      </p:sp>
      <p:sp>
        <p:nvSpPr>
          <p:cNvPr id="5" name="d-label">
            <a:extLst xmlns:a="http://schemas.openxmlformats.org/drawingml/2006/main">
              <a:ext uri="{FF2B5EF4-FFF2-40B4-BE49-F238E27FC236}">
                <a16:creationId xmlns:a16="http://schemas.microsoft.com/office/drawing/2014/main" id="{AE7DE25D-5917-4E40-8820-56059592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3600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 reference grid</a:t>
            </a:r>
          </a:p>
        </p:txBody>
      </p:sp>
      <p:sp>
        <p:nvSpPr>
          <p:cNvPr id="6" name="d-grid0-0">
            <a:extLst xmlns:a="http://schemas.openxmlformats.org/drawingml/2006/main">
              <a:ext uri="{FF2B5EF4-FFF2-40B4-BE49-F238E27FC236}">
                <a16:creationId xmlns:a16="http://schemas.microsoft.com/office/drawing/2014/main" id="{87CB755A-61D3-4BDD-9FD9-CFA46BA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" name="d-grid0-1">
            <a:extLst xmlns:a="http://schemas.openxmlformats.org/drawingml/2006/main">
              <a:ext uri="{FF2B5EF4-FFF2-40B4-BE49-F238E27FC236}">
                <a16:creationId xmlns:a16="http://schemas.microsoft.com/office/drawing/2014/main" id="{24C48065-BA62-42A4-AA67-4B1698E4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8" name="d-grid0-2">
            <a:extLst xmlns:a="http://schemas.openxmlformats.org/drawingml/2006/main">
              <a:ext uri="{FF2B5EF4-FFF2-40B4-BE49-F238E27FC236}">
                <a16:creationId xmlns:a16="http://schemas.microsoft.com/office/drawing/2014/main" id="{6166900F-9933-4204-AD15-D43F1E2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" name="d-grid0-3">
            <a:extLst xmlns:a="http://schemas.openxmlformats.org/drawingml/2006/main">
              <a:ext uri="{FF2B5EF4-FFF2-40B4-BE49-F238E27FC236}">
                <a16:creationId xmlns:a16="http://schemas.microsoft.com/office/drawing/2014/main" id="{DE44B728-30C7-45FE-AAE9-AC1B703D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" name="d-grid0-4">
            <a:extLst xmlns:a="http://schemas.openxmlformats.org/drawingml/2006/main">
              <a:ext uri="{FF2B5EF4-FFF2-40B4-BE49-F238E27FC236}">
                <a16:creationId xmlns:a16="http://schemas.microsoft.com/office/drawing/2014/main" id="{52BC47A2-8B5B-4EAE-AB4D-B33F60B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" name="d-grid0-5">
            <a:extLst xmlns:a="http://schemas.openxmlformats.org/drawingml/2006/main">
              <a:ext uri="{FF2B5EF4-FFF2-40B4-BE49-F238E27FC236}">
                <a16:creationId xmlns:a16="http://schemas.microsoft.com/office/drawing/2014/main" id="{B641B6BD-E03C-46EF-B623-260F95E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" name="d-grid1-0">
            <a:extLst xmlns:a="http://schemas.openxmlformats.org/drawingml/2006/main">
              <a:ext uri="{FF2B5EF4-FFF2-40B4-BE49-F238E27FC236}">
                <a16:creationId xmlns:a16="http://schemas.microsoft.com/office/drawing/2014/main" id="{1E6C20DD-EDF5-4EAB-901C-31A48E53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d-grid1-1">
            <a:extLst xmlns:a="http://schemas.openxmlformats.org/drawingml/2006/main">
              <a:ext uri="{FF2B5EF4-FFF2-40B4-BE49-F238E27FC236}">
                <a16:creationId xmlns:a16="http://schemas.microsoft.com/office/drawing/2014/main" id="{5F110D33-89C2-4FF3-8180-F07F779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d-grid1-2">
            <a:extLst xmlns:a="http://schemas.openxmlformats.org/drawingml/2006/main">
              <a:ext uri="{FF2B5EF4-FFF2-40B4-BE49-F238E27FC236}">
                <a16:creationId xmlns:a16="http://schemas.microsoft.com/office/drawing/2014/main" id="{4D0373A9-DDFC-4CD3-B1C6-39CB2187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-grid1-3">
            <a:extLst xmlns:a="http://schemas.openxmlformats.org/drawingml/2006/main">
              <a:ext uri="{FF2B5EF4-FFF2-40B4-BE49-F238E27FC236}">
                <a16:creationId xmlns:a16="http://schemas.microsoft.com/office/drawing/2014/main" id="{3A0C97C2-7C68-4B53-BFCC-929FA98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-grid1-4">
            <a:extLst xmlns:a="http://schemas.openxmlformats.org/drawingml/2006/main">
              <a:ext uri="{FF2B5EF4-FFF2-40B4-BE49-F238E27FC236}">
                <a16:creationId xmlns:a16="http://schemas.microsoft.com/office/drawing/2014/main" id="{F8645DA4-326F-4F0F-A9D5-92F530CF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-grid1-5">
            <a:extLst xmlns:a="http://schemas.openxmlformats.org/drawingml/2006/main">
              <a:ext uri="{FF2B5EF4-FFF2-40B4-BE49-F238E27FC236}">
                <a16:creationId xmlns:a16="http://schemas.microsoft.com/office/drawing/2014/main" id="{C9D3FE1B-8BDB-476B-AE58-B13F26F3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d-grid2-0">
            <a:extLst xmlns:a="http://schemas.openxmlformats.org/drawingml/2006/main">
              <a:ext uri="{FF2B5EF4-FFF2-40B4-BE49-F238E27FC236}">
                <a16:creationId xmlns:a16="http://schemas.microsoft.com/office/drawing/2014/main" id="{838222EF-01F0-4570-B40B-E7FB29C3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d-grid2-1">
            <a:extLst xmlns:a="http://schemas.openxmlformats.org/drawingml/2006/main">
              <a:ext uri="{FF2B5EF4-FFF2-40B4-BE49-F238E27FC236}">
                <a16:creationId xmlns:a16="http://schemas.microsoft.com/office/drawing/2014/main" id="{4AE9D5CF-8B8A-4A82-A3BE-23ED902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d-grid2-2">
            <a:extLst xmlns:a="http://schemas.openxmlformats.org/drawingml/2006/main">
              <a:ext uri="{FF2B5EF4-FFF2-40B4-BE49-F238E27FC236}">
                <a16:creationId xmlns:a16="http://schemas.microsoft.com/office/drawing/2014/main" id="{172FF0DD-987F-4134-A62A-0534076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d-grid2-3">
            <a:extLst xmlns:a="http://schemas.openxmlformats.org/drawingml/2006/main">
              <a:ext uri="{FF2B5EF4-FFF2-40B4-BE49-F238E27FC236}">
                <a16:creationId xmlns:a16="http://schemas.microsoft.com/office/drawing/2014/main" id="{B8057A82-9E06-4F75-822D-1E447DD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d-grid2-4">
            <a:extLst xmlns:a="http://schemas.openxmlformats.org/drawingml/2006/main">
              <a:ext uri="{FF2B5EF4-FFF2-40B4-BE49-F238E27FC236}">
                <a16:creationId xmlns:a16="http://schemas.microsoft.com/office/drawing/2014/main" id="{65418E21-0861-4D13-B115-0750EC0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d-grid2-5">
            <a:extLst xmlns:a="http://schemas.openxmlformats.org/drawingml/2006/main">
              <a:ext uri="{FF2B5EF4-FFF2-40B4-BE49-F238E27FC236}">
                <a16:creationId xmlns:a16="http://schemas.microsoft.com/office/drawing/2014/main" id="{9C0C799A-7CA7-48E9-B6A6-D7F48B8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d-grid3-0">
            <a:extLst xmlns:a="http://schemas.openxmlformats.org/drawingml/2006/main">
              <a:ext uri="{FF2B5EF4-FFF2-40B4-BE49-F238E27FC236}">
                <a16:creationId xmlns:a16="http://schemas.microsoft.com/office/drawing/2014/main" id="{4BCBEFB9-B25C-4117-BAC4-5158101B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d-grid3-1">
            <a:extLst xmlns:a="http://schemas.openxmlformats.org/drawingml/2006/main">
              <a:ext uri="{FF2B5EF4-FFF2-40B4-BE49-F238E27FC236}">
                <a16:creationId xmlns:a16="http://schemas.microsoft.com/office/drawing/2014/main" id="{EA66F28D-B9C5-4E4C-BA0F-7B37AC10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d-grid3-2">
            <a:extLst xmlns:a="http://schemas.openxmlformats.org/drawingml/2006/main">
              <a:ext uri="{FF2B5EF4-FFF2-40B4-BE49-F238E27FC236}">
                <a16:creationId xmlns:a16="http://schemas.microsoft.com/office/drawing/2014/main" id="{2BB77AC2-F0A6-41CA-B39C-8F0BAFD3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d-grid3-3">
            <a:extLst xmlns:a="http://schemas.openxmlformats.org/drawingml/2006/main">
              <a:ext uri="{FF2B5EF4-FFF2-40B4-BE49-F238E27FC236}">
                <a16:creationId xmlns:a16="http://schemas.microsoft.com/office/drawing/2014/main" id="{74A8C746-579E-4B6D-B100-7E045A40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d-grid3-4">
            <a:extLst xmlns:a="http://schemas.openxmlformats.org/drawingml/2006/main">
              <a:ext uri="{FF2B5EF4-FFF2-40B4-BE49-F238E27FC236}">
                <a16:creationId xmlns:a16="http://schemas.microsoft.com/office/drawing/2014/main" id="{FF366307-ECE3-4DCE-9718-E787AB8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d-grid3-5">
            <a:extLst xmlns:a="http://schemas.openxmlformats.org/drawingml/2006/main">
              <a:ext uri="{FF2B5EF4-FFF2-40B4-BE49-F238E27FC236}">
                <a16:creationId xmlns:a16="http://schemas.microsoft.com/office/drawing/2014/main" id="{D45007B6-16B9-4F47-9893-423F7D49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d-grid-dim">
            <a:extLst xmlns:a="http://schemas.openxmlformats.org/drawingml/2006/main">
              <a:ext uri="{FF2B5EF4-FFF2-40B4-BE49-F238E27FC236}">
                <a16:creationId xmlns:a16="http://schemas.microsoft.com/office/drawing/2014/main" id="{6D3130E7-8B4B-4EBE-B72D-0D72CB96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h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  <a:r>
              <a:rPr sz="2175">
                <a:latin typeface="Cambria"/>
                <a:ea typeface="Cambria"/>
                <a:cs typeface="Cambria"/>
              </a:rPr>
              <a:t> × </a:t>
            </a:r>
            <a:r>
              <a:rPr sz="2175" b="0" i="1">
                <a:latin typeface="Cambria"/>
                <a:ea typeface="Cambria"/>
                <a:cs typeface="Cambria"/>
              </a:rPr>
              <a:t>w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31" name="c-label">
            <a:extLst xmlns:a="http://schemas.openxmlformats.org/drawingml/2006/main">
              <a:ext uri="{FF2B5EF4-FFF2-40B4-BE49-F238E27FC236}">
                <a16:creationId xmlns:a16="http://schemas.microsoft.com/office/drawing/2014/main" id="{AF8D55EA-0A80-4B74-8337-1E34F11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grid</a:t>
            </a:r>
          </a:p>
        </p:txBody>
      </p:sp>
      <p:sp>
        <p:nvSpPr>
          <p:cNvPr id="32" name="c-grid0-0">
            <a:extLst xmlns:a="http://schemas.openxmlformats.org/drawingml/2006/main">
              <a:ext uri="{FF2B5EF4-FFF2-40B4-BE49-F238E27FC236}">
                <a16:creationId xmlns:a16="http://schemas.microsoft.com/office/drawing/2014/main" id="{F6220FA7-D975-425D-BED7-D5336051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3" name="c-grid0-1">
            <a:extLst xmlns:a="http://schemas.openxmlformats.org/drawingml/2006/main">
              <a:ext uri="{FF2B5EF4-FFF2-40B4-BE49-F238E27FC236}">
                <a16:creationId xmlns:a16="http://schemas.microsoft.com/office/drawing/2014/main" id="{31E595CD-F8C5-40C6-BEBE-3878A2B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4" name="c-grid0-2">
            <a:extLst xmlns:a="http://schemas.openxmlformats.org/drawingml/2006/main">
              <a:ext uri="{FF2B5EF4-FFF2-40B4-BE49-F238E27FC236}">
                <a16:creationId xmlns:a16="http://schemas.microsoft.com/office/drawing/2014/main" id="{5AABDDB1-8554-499E-ACC3-8360C29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c-grid0-3">
            <a:extLst xmlns:a="http://schemas.openxmlformats.org/drawingml/2006/main">
              <a:ext uri="{FF2B5EF4-FFF2-40B4-BE49-F238E27FC236}">
                <a16:creationId xmlns:a16="http://schemas.microsoft.com/office/drawing/2014/main" id="{8AFDCBB2-A18B-491C-92AF-4B3BD599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c-grid0-4">
            <a:extLst xmlns:a="http://schemas.openxmlformats.org/drawingml/2006/main">
              <a:ext uri="{FF2B5EF4-FFF2-40B4-BE49-F238E27FC236}">
                <a16:creationId xmlns:a16="http://schemas.microsoft.com/office/drawing/2014/main" id="{3FA01AAA-9A16-4EC9-923F-0B21063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c-grid0-5">
            <a:extLst xmlns:a="http://schemas.openxmlformats.org/drawingml/2006/main">
              <a:ext uri="{FF2B5EF4-FFF2-40B4-BE49-F238E27FC236}">
                <a16:creationId xmlns:a16="http://schemas.microsoft.com/office/drawing/2014/main" id="{3D7A7D36-DB87-4A25-B2D4-7D747145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c-grid0-6">
            <a:extLst xmlns:a="http://schemas.openxmlformats.org/drawingml/2006/main">
              <a:ext uri="{FF2B5EF4-FFF2-40B4-BE49-F238E27FC236}">
                <a16:creationId xmlns:a16="http://schemas.microsoft.com/office/drawing/2014/main" id="{64053DA7-9233-47F0-A05C-122CA0C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c-grid1-0">
            <a:extLst xmlns:a="http://schemas.openxmlformats.org/drawingml/2006/main">
              <a:ext uri="{FF2B5EF4-FFF2-40B4-BE49-F238E27FC236}">
                <a16:creationId xmlns:a16="http://schemas.microsoft.com/office/drawing/2014/main" id="{E85F4C5C-AEFB-4822-90AB-7BD5CB79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0" name="c-grid1-1">
            <a:extLst xmlns:a="http://schemas.openxmlformats.org/drawingml/2006/main">
              <a:ext uri="{FF2B5EF4-FFF2-40B4-BE49-F238E27FC236}">
                <a16:creationId xmlns:a16="http://schemas.microsoft.com/office/drawing/2014/main" id="{CD828838-E9C2-4254-BCD4-7EA134B1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1" name="c-grid1-2">
            <a:extLst xmlns:a="http://schemas.openxmlformats.org/drawingml/2006/main">
              <a:ext uri="{FF2B5EF4-FFF2-40B4-BE49-F238E27FC236}">
                <a16:creationId xmlns:a16="http://schemas.microsoft.com/office/drawing/2014/main" id="{7E2E877D-D2B7-485C-ABF2-308C26F7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2" name="c-grid1-3">
            <a:extLst xmlns:a="http://schemas.openxmlformats.org/drawingml/2006/main">
              <a:ext uri="{FF2B5EF4-FFF2-40B4-BE49-F238E27FC236}">
                <a16:creationId xmlns:a16="http://schemas.microsoft.com/office/drawing/2014/main" id="{6681A287-A389-4AA3-BEDA-F2D4631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c-grid1-4">
            <a:extLst xmlns:a="http://schemas.openxmlformats.org/drawingml/2006/main">
              <a:ext uri="{FF2B5EF4-FFF2-40B4-BE49-F238E27FC236}">
                <a16:creationId xmlns:a16="http://schemas.microsoft.com/office/drawing/2014/main" id="{DC164EC1-92A3-48FB-A7AC-75B9F5E0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c-grid1-5">
            <a:extLst xmlns:a="http://schemas.openxmlformats.org/drawingml/2006/main">
              <a:ext uri="{FF2B5EF4-FFF2-40B4-BE49-F238E27FC236}">
                <a16:creationId xmlns:a16="http://schemas.microsoft.com/office/drawing/2014/main" id="{7D9AC1F2-8EF5-4E18-A095-5E7E7977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c-grid1-6">
            <a:extLst xmlns:a="http://schemas.openxmlformats.org/drawingml/2006/main">
              <a:ext uri="{FF2B5EF4-FFF2-40B4-BE49-F238E27FC236}">
                <a16:creationId xmlns:a16="http://schemas.microsoft.com/office/drawing/2014/main" id="{61DA5AA0-AF1F-44FD-988E-942D722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c-grid2-0">
            <a:extLst xmlns:a="http://schemas.openxmlformats.org/drawingml/2006/main">
              <a:ext uri="{FF2B5EF4-FFF2-40B4-BE49-F238E27FC236}">
                <a16:creationId xmlns:a16="http://schemas.microsoft.com/office/drawing/2014/main" id="{4955BD1D-EA92-4DE6-AB09-63451E8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c-grid2-1">
            <a:extLst xmlns:a="http://schemas.openxmlformats.org/drawingml/2006/main">
              <a:ext uri="{FF2B5EF4-FFF2-40B4-BE49-F238E27FC236}">
                <a16:creationId xmlns:a16="http://schemas.microsoft.com/office/drawing/2014/main" id="{815DC050-4EE8-40BE-96ED-1192DEB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8" name="c-grid2-2">
            <a:extLst xmlns:a="http://schemas.openxmlformats.org/drawingml/2006/main">
              <a:ext uri="{FF2B5EF4-FFF2-40B4-BE49-F238E27FC236}">
                <a16:creationId xmlns:a16="http://schemas.microsoft.com/office/drawing/2014/main" id="{6BD81BBA-4408-40C8-9793-5164E698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c-grid2-3">
            <a:extLst xmlns:a="http://schemas.openxmlformats.org/drawingml/2006/main">
              <a:ext uri="{FF2B5EF4-FFF2-40B4-BE49-F238E27FC236}">
                <a16:creationId xmlns:a16="http://schemas.microsoft.com/office/drawing/2014/main" id="{0FA59BCA-1B4A-4161-A700-CC00286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c-grid2-4">
            <a:extLst xmlns:a="http://schemas.openxmlformats.org/drawingml/2006/main">
              <a:ext uri="{FF2B5EF4-FFF2-40B4-BE49-F238E27FC236}">
                <a16:creationId xmlns:a16="http://schemas.microsoft.com/office/drawing/2014/main" id="{3B2B6D87-D9C2-44FF-9DF7-FE59B4A1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c-grid2-5">
            <a:extLst xmlns:a="http://schemas.openxmlformats.org/drawingml/2006/main">
              <a:ext uri="{FF2B5EF4-FFF2-40B4-BE49-F238E27FC236}">
                <a16:creationId xmlns:a16="http://schemas.microsoft.com/office/drawing/2014/main" id="{A5AEC736-EF85-42BB-9F02-9633974A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c-grid2-6">
            <a:extLst xmlns:a="http://schemas.openxmlformats.org/drawingml/2006/main">
              <a:ext uri="{FF2B5EF4-FFF2-40B4-BE49-F238E27FC236}">
                <a16:creationId xmlns:a16="http://schemas.microsoft.com/office/drawing/2014/main" id="{20CE742A-A090-4F71-9792-F78BD1A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4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c-grid3-0">
            <a:extLst xmlns:a="http://schemas.openxmlformats.org/drawingml/2006/main">
              <a:ext uri="{FF2B5EF4-FFF2-40B4-BE49-F238E27FC236}">
                <a16:creationId xmlns:a16="http://schemas.microsoft.com/office/drawing/2014/main" id="{A4AE645F-4755-4DE9-AE60-1F22B955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c-grid3-1">
            <a:extLst xmlns:a="http://schemas.openxmlformats.org/drawingml/2006/main">
              <a:ext uri="{FF2B5EF4-FFF2-40B4-BE49-F238E27FC236}">
                <a16:creationId xmlns:a16="http://schemas.microsoft.com/office/drawing/2014/main" id="{419CD411-934E-46B1-B544-A0BA856F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5" name="c-grid3-2">
            <a:extLst xmlns:a="http://schemas.openxmlformats.org/drawingml/2006/main">
              <a:ext uri="{FF2B5EF4-FFF2-40B4-BE49-F238E27FC236}">
                <a16:creationId xmlns:a16="http://schemas.microsoft.com/office/drawing/2014/main" id="{C7F5A481-64CB-45AD-9EA1-9742435C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6" name="c-grid3-3">
            <a:extLst xmlns:a="http://schemas.openxmlformats.org/drawingml/2006/main">
              <a:ext uri="{FF2B5EF4-FFF2-40B4-BE49-F238E27FC236}">
                <a16:creationId xmlns:a16="http://schemas.microsoft.com/office/drawing/2014/main" id="{757D8373-57C6-4973-8E14-62ABBFD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7" name="c-grid3-4">
            <a:extLst xmlns:a="http://schemas.openxmlformats.org/drawingml/2006/main">
              <a:ext uri="{FF2B5EF4-FFF2-40B4-BE49-F238E27FC236}">
                <a16:creationId xmlns:a16="http://schemas.microsoft.com/office/drawing/2014/main" id="{2A139B52-7C76-4F21-AD2D-8D22E66A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8" name="c-grid3-5">
            <a:extLst xmlns:a="http://schemas.openxmlformats.org/drawingml/2006/main">
              <a:ext uri="{FF2B5EF4-FFF2-40B4-BE49-F238E27FC236}">
                <a16:creationId xmlns:a16="http://schemas.microsoft.com/office/drawing/2014/main" id="{3DFCFB64-6E84-4F98-8465-216752B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9" name="c-grid3-6">
            <a:extLst xmlns:a="http://schemas.openxmlformats.org/drawingml/2006/main">
              <a:ext uri="{FF2B5EF4-FFF2-40B4-BE49-F238E27FC236}">
                <a16:creationId xmlns:a16="http://schemas.microsoft.com/office/drawing/2014/main" id="{DA917371-7088-4D42-A56D-30A89CD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5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c-grid4-0">
            <a:extLst xmlns:a="http://schemas.openxmlformats.org/drawingml/2006/main">
              <a:ext uri="{FF2B5EF4-FFF2-40B4-BE49-F238E27FC236}">
                <a16:creationId xmlns:a16="http://schemas.microsoft.com/office/drawing/2014/main" id="{7C30FF6E-3A58-4D0F-AC89-2332626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c-grid4-1">
            <a:extLst xmlns:a="http://schemas.openxmlformats.org/drawingml/2006/main">
              <a:ext uri="{FF2B5EF4-FFF2-40B4-BE49-F238E27FC236}">
                <a16:creationId xmlns:a16="http://schemas.microsoft.com/office/drawing/2014/main" id="{8D6CB4CE-058B-465E-ACC4-B98F3A0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c-grid4-2">
            <a:extLst xmlns:a="http://schemas.openxmlformats.org/drawingml/2006/main">
              <a:ext uri="{FF2B5EF4-FFF2-40B4-BE49-F238E27FC236}">
                <a16:creationId xmlns:a16="http://schemas.microsoft.com/office/drawing/2014/main" id="{A8B5349E-5D08-4EB4-8BA6-7E0A889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c-grid4-3">
            <a:extLst xmlns:a="http://schemas.openxmlformats.org/drawingml/2006/main">
              <a:ext uri="{FF2B5EF4-FFF2-40B4-BE49-F238E27FC236}">
                <a16:creationId xmlns:a16="http://schemas.microsoft.com/office/drawing/2014/main" id="{ADE8AF60-089B-474D-A450-BA7B859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c-grid4-4">
            <a:extLst xmlns:a="http://schemas.openxmlformats.org/drawingml/2006/main">
              <a:ext uri="{FF2B5EF4-FFF2-40B4-BE49-F238E27FC236}">
                <a16:creationId xmlns:a16="http://schemas.microsoft.com/office/drawing/2014/main" id="{F6E0F98B-DD4B-49B2-AAB3-E5800ED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5" name="c-grid4-5">
            <a:extLst xmlns:a="http://schemas.openxmlformats.org/drawingml/2006/main">
              <a:ext uri="{FF2B5EF4-FFF2-40B4-BE49-F238E27FC236}">
                <a16:creationId xmlns:a16="http://schemas.microsoft.com/office/drawing/2014/main" id="{F8F5E2FD-C393-4323-8C7B-B98F471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6" name="c-grid4-6">
            <a:extLst xmlns:a="http://schemas.openxmlformats.org/drawingml/2006/main">
              <a:ext uri="{FF2B5EF4-FFF2-40B4-BE49-F238E27FC236}">
                <a16:creationId xmlns:a16="http://schemas.microsoft.com/office/drawing/2014/main" id="{B3A554E0-E5BF-4968-89E4-F9B7C4BC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6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7" name="c-grid5-0">
            <a:extLst xmlns:a="http://schemas.openxmlformats.org/drawingml/2006/main">
              <a:ext uri="{FF2B5EF4-FFF2-40B4-BE49-F238E27FC236}">
                <a16:creationId xmlns:a16="http://schemas.microsoft.com/office/drawing/2014/main" id="{0AF27FA4-0A12-4F02-9CE1-FB0492E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8" name="c-grid5-1">
            <a:extLst xmlns:a="http://schemas.openxmlformats.org/drawingml/2006/main">
              <a:ext uri="{FF2B5EF4-FFF2-40B4-BE49-F238E27FC236}">
                <a16:creationId xmlns:a16="http://schemas.microsoft.com/office/drawing/2014/main" id="{81F764A4-5943-4BAA-9996-4A34E34D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9" name="c-grid5-2">
            <a:extLst xmlns:a="http://schemas.openxmlformats.org/drawingml/2006/main">
              <a:ext uri="{FF2B5EF4-FFF2-40B4-BE49-F238E27FC236}">
                <a16:creationId xmlns:a16="http://schemas.microsoft.com/office/drawing/2014/main" id="{A5414972-7C81-4DBA-9CAD-298C5CFC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c-grid5-3">
            <a:extLst xmlns:a="http://schemas.openxmlformats.org/drawingml/2006/main">
              <a:ext uri="{FF2B5EF4-FFF2-40B4-BE49-F238E27FC236}">
                <a16:creationId xmlns:a16="http://schemas.microsoft.com/office/drawing/2014/main" id="{F4E82CEB-6738-4819-A5D9-9E46834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c-grid5-4">
            <a:extLst xmlns:a="http://schemas.openxmlformats.org/drawingml/2006/main">
              <a:ext uri="{FF2B5EF4-FFF2-40B4-BE49-F238E27FC236}">
                <a16:creationId xmlns:a16="http://schemas.microsoft.com/office/drawing/2014/main" id="{F80EC854-69DB-4C3A-B1B9-8061857C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c-grid5-5">
            <a:extLst xmlns:a="http://schemas.openxmlformats.org/drawingml/2006/main">
              <a:ext uri="{FF2B5EF4-FFF2-40B4-BE49-F238E27FC236}">
                <a16:creationId xmlns:a16="http://schemas.microsoft.com/office/drawing/2014/main" id="{294A901C-CC90-45CC-9946-1DEB06B3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c-grid5-6">
            <a:extLst xmlns:a="http://schemas.openxmlformats.org/drawingml/2006/main">
              <a:ext uri="{FF2B5EF4-FFF2-40B4-BE49-F238E27FC236}">
                <a16:creationId xmlns:a16="http://schemas.microsoft.com/office/drawing/2014/main" id="{D9FFB0D8-6F90-46B9-A8D3-99F24DF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c-grid6-0">
            <a:extLst xmlns:a="http://schemas.openxmlformats.org/drawingml/2006/main">
              <a:ext uri="{FF2B5EF4-FFF2-40B4-BE49-F238E27FC236}">
                <a16:creationId xmlns:a16="http://schemas.microsoft.com/office/drawing/2014/main" id="{2D2E0CC0-5FCE-426E-B696-653C8E92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5" name="c-grid6-1">
            <a:extLst xmlns:a="http://schemas.openxmlformats.org/drawingml/2006/main">
              <a:ext uri="{FF2B5EF4-FFF2-40B4-BE49-F238E27FC236}">
                <a16:creationId xmlns:a16="http://schemas.microsoft.com/office/drawing/2014/main" id="{BB756469-FD89-4903-B61D-FD0FD11F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6" name="c-grid6-2">
            <a:extLst xmlns:a="http://schemas.openxmlformats.org/drawingml/2006/main">
              <a:ext uri="{FF2B5EF4-FFF2-40B4-BE49-F238E27FC236}">
                <a16:creationId xmlns:a16="http://schemas.microsoft.com/office/drawing/2014/main" id="{FD48C27B-5E7C-4729-8BBB-D22A3DE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7" name="c-grid6-3">
            <a:extLst xmlns:a="http://schemas.openxmlformats.org/drawingml/2006/main">
              <a:ext uri="{FF2B5EF4-FFF2-40B4-BE49-F238E27FC236}">
                <a16:creationId xmlns:a16="http://schemas.microsoft.com/office/drawing/2014/main" id="{DF2CA948-8C84-4056-A6AE-6A5DD820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8" name="c-grid6-4">
            <a:extLst xmlns:a="http://schemas.openxmlformats.org/drawingml/2006/main">
              <a:ext uri="{FF2B5EF4-FFF2-40B4-BE49-F238E27FC236}">
                <a16:creationId xmlns:a16="http://schemas.microsoft.com/office/drawing/2014/main" id="{AB90A40B-DD40-41CC-8B88-6CA2669D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9" name="c-grid6-5">
            <a:extLst xmlns:a="http://schemas.openxmlformats.org/drawingml/2006/main">
              <a:ext uri="{FF2B5EF4-FFF2-40B4-BE49-F238E27FC236}">
                <a16:creationId xmlns:a16="http://schemas.microsoft.com/office/drawing/2014/main" id="{4D8D664D-8F9E-4A33-9FD5-040C2479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c-grid6-6">
            <a:extLst xmlns:a="http://schemas.openxmlformats.org/drawingml/2006/main">
              <a:ext uri="{FF2B5EF4-FFF2-40B4-BE49-F238E27FC236}">
                <a16:creationId xmlns:a16="http://schemas.microsoft.com/office/drawing/2014/main" id="{B24F128D-C9A5-4421-AD51-F8A08F2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8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c-grid-dim">
            <a:extLst xmlns:a="http://schemas.openxmlformats.org/drawingml/2006/main">
              <a:ext uri="{FF2B5EF4-FFF2-40B4-BE49-F238E27FC236}">
                <a16:creationId xmlns:a16="http://schemas.microsoft.com/office/drawing/2014/main" id="{B7CA1ECD-3D62-4053-BC24-0483BB8A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1628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82" name="resize">
            <a:extLst xmlns:a="http://schemas.openxmlformats.org/drawingml/2006/main">
              <a:ext uri="{FF2B5EF4-FFF2-40B4-BE49-F238E27FC236}">
                <a16:creationId xmlns:a16="http://schemas.microsoft.com/office/drawing/2014/main" id="{E09D1443-F8B9-4EAE-BF74-B5720B1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23241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resizing</a:t>
            </a:r>
          </a:p>
        </p:txBody>
      </p:sp>
      <p:sp>
        <p:nvSpPr>
          <p:cNvPr id="83" name="node63">
            <a:extLst xmlns:a="http://schemas.openxmlformats.org/drawingml/2006/main">
              <a:ext uri="{FF2B5EF4-FFF2-40B4-BE49-F238E27FC236}">
                <a16:creationId xmlns:a16="http://schemas.microsoft.com/office/drawing/2014/main" id="{FC33A6E7-D088-49CD-B1E7-ECC3C422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3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64">
            <a:extLst xmlns:a="http://schemas.openxmlformats.org/drawingml/2006/main">
              <a:ext uri="{FF2B5EF4-FFF2-40B4-BE49-F238E27FC236}">
                <a16:creationId xmlns:a16="http://schemas.microsoft.com/office/drawing/2014/main" id="{30CD2BDE-D686-4DB7-B804-66F4CF70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6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830253" y="3352801"/>
            <a:ext cx="9124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node65">
            <a:extLst xmlns:a="http://schemas.openxmlformats.org/drawingml/2006/main">
              <a:ext uri="{FF2B5EF4-FFF2-40B4-BE49-F238E27FC236}">
                <a16:creationId xmlns:a16="http://schemas.microsoft.com/office/drawing/2014/main" id="{8EA6D273-2EC3-41A8-B09D-FF30797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723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7" name="node66">
            <a:extLst xmlns:a="http://schemas.openxmlformats.org/drawingml/2006/main">
              <a:ext uri="{FF2B5EF4-FFF2-40B4-BE49-F238E27FC236}">
                <a16:creationId xmlns:a16="http://schemas.microsoft.com/office/drawing/2014/main" id="{8A56E376-5941-4563-8A9E-ADC62D6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2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734628" y="3171826"/>
            <a:ext cx="902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89" name="node67">
            <a:extLst xmlns:a="http://schemas.openxmlformats.org/drawingml/2006/main">
              <a:ext uri="{FF2B5EF4-FFF2-40B4-BE49-F238E27FC236}">
                <a16:creationId xmlns:a16="http://schemas.microsoft.com/office/drawing/2014/main" id="{5CB542D4-1CBA-4B08-AD23-F83E751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3170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0" name="node68">
            <a:extLst xmlns:a="http://schemas.openxmlformats.org/drawingml/2006/main">
              <a:ext uri="{FF2B5EF4-FFF2-40B4-BE49-F238E27FC236}">
                <a16:creationId xmlns:a16="http://schemas.microsoft.com/office/drawing/2014/main" id="{4D37B99D-09F0-41F2-A591-820079D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2" name=""/>
          <p:cNvCxnSpPr>
            <a:stCxn xmlns:a="http://schemas.openxmlformats.org/drawingml/2006/main" id="89" idx="0"/>
            <a:endCxn xmlns:a="http://schemas.openxmlformats.org/drawingml/2006/main" id="90" idx="2"/>
          </p:cNvCxnSpPr>
          <p:nvPr/>
        </p:nvCxnSpPr>
        <p:spPr>
          <a:xfrm xmlns:a="http://schemas.openxmlformats.org/drawingml/2006/main" flipV="1">
            <a:off x="3638551" y="2058353"/>
            <a:ext cx="0" cy="11125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2" name="node69">
            <a:extLst xmlns:a="http://schemas.openxmlformats.org/drawingml/2006/main">
              <a:ext uri="{FF2B5EF4-FFF2-40B4-BE49-F238E27FC236}">
                <a16:creationId xmlns:a16="http://schemas.microsoft.com/office/drawing/2014/main" id="{1E3CC96C-2978-48D0-AC0A-59372D6E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5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3" name="node70">
            <a:extLst xmlns:a="http://schemas.openxmlformats.org/drawingml/2006/main">
              <a:ext uri="{FF2B5EF4-FFF2-40B4-BE49-F238E27FC236}">
                <a16:creationId xmlns:a16="http://schemas.microsoft.com/office/drawing/2014/main" id="{E4001EA2-F5AF-45DD-B92D-6551F018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5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3639503" y="2057401"/>
            <a:ext cx="42652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95" name="node71">
            <a:extLst xmlns:a="http://schemas.openxmlformats.org/drawingml/2006/main">
              <a:ext uri="{FF2B5EF4-FFF2-40B4-BE49-F238E27FC236}">
                <a16:creationId xmlns:a16="http://schemas.microsoft.com/office/drawing/2014/main" id="{7F5F9D6F-CC43-4750-A9CD-6281E6FE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05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6" name="node72">
            <a:extLst xmlns:a="http://schemas.openxmlformats.org/drawingml/2006/main">
              <a:ext uri="{FF2B5EF4-FFF2-40B4-BE49-F238E27FC236}">
                <a16:creationId xmlns:a16="http://schemas.microsoft.com/office/drawing/2014/main" id="{7DB2E6A9-28B8-431F-9EE2-BEC3317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798" y="2837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38" name=""/>
          <p:cNvCxnSpPr>
            <a:stCxn xmlns:a="http://schemas.openxmlformats.org/drawingml/2006/main" id="95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7905751" y="2058353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98" name="grid-target">
            <a:extLst xmlns:a="http://schemas.openxmlformats.org/drawingml/2006/main">
              <a:ext uri="{FF2B5EF4-FFF2-40B4-BE49-F238E27FC236}">
                <a16:creationId xmlns:a16="http://schemas.microsoft.com/office/drawing/2014/main" id="{BC5303B6-FD9F-4E5A-89E7-1A0B1F0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90750"/>
            <a:ext cx="1838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size</a:t>
            </a:r>
          </a:p>
        </p:txBody>
      </p:sp>
      <p:sp>
        <p:nvSpPr>
          <p:cNvPr id="99" name="resize-options">
            <a:extLst xmlns:a="http://schemas.openxmlformats.org/drawingml/2006/main">
              <a:ext uri="{FF2B5EF4-FFF2-40B4-BE49-F238E27FC236}">
                <a16:creationId xmlns:a16="http://schemas.microsoft.com/office/drawing/2014/main" id="{239534BA-4B3B-42C3-AC12-368A4CC5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71925"/>
            <a:ext cx="3228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align_corners = False</a:t>
            </a:r>
          </a:p>
        </p:txBody>
      </p:sp>
      <p:sp>
        <p:nvSpPr>
          <p:cNvPr id="100" name="c-aligned0-0">
            <a:extLst xmlns:a="http://schemas.openxmlformats.org/drawingml/2006/main">
              <a:ext uri="{FF2B5EF4-FFF2-40B4-BE49-F238E27FC236}">
                <a16:creationId xmlns:a16="http://schemas.microsoft.com/office/drawing/2014/main" id="{1A7B886D-C2EB-4C6C-9102-4495E95C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-aligned0-1">
            <a:extLst xmlns:a="http://schemas.openxmlformats.org/drawingml/2006/main">
              <a:ext uri="{FF2B5EF4-FFF2-40B4-BE49-F238E27FC236}">
                <a16:creationId xmlns:a16="http://schemas.microsoft.com/office/drawing/2014/main" id="{08E44A5A-297D-4AC5-BDEB-C03E8C0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-aligned0-2">
            <a:extLst xmlns:a="http://schemas.openxmlformats.org/drawingml/2006/main">
              <a:ext uri="{FF2B5EF4-FFF2-40B4-BE49-F238E27FC236}">
                <a16:creationId xmlns:a16="http://schemas.microsoft.com/office/drawing/2014/main" id="{67B96E2B-FFAC-4304-8468-4425E97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-aligned0-3">
            <a:extLst xmlns:a="http://schemas.openxmlformats.org/drawingml/2006/main">
              <a:ext uri="{FF2B5EF4-FFF2-40B4-BE49-F238E27FC236}">
                <a16:creationId xmlns:a16="http://schemas.microsoft.com/office/drawing/2014/main" id="{249D94A8-71EE-42C6-9D7E-5EF65C5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-aligned0-4">
            <a:extLst xmlns:a="http://schemas.openxmlformats.org/drawingml/2006/main">
              <a:ext uri="{FF2B5EF4-FFF2-40B4-BE49-F238E27FC236}">
                <a16:creationId xmlns:a16="http://schemas.microsoft.com/office/drawing/2014/main" id="{43D5CA63-05C0-4B99-9DA7-D0E9A336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-aligned0-5">
            <a:extLst xmlns:a="http://schemas.openxmlformats.org/drawingml/2006/main">
              <a:ext uri="{FF2B5EF4-FFF2-40B4-BE49-F238E27FC236}">
                <a16:creationId xmlns:a16="http://schemas.microsoft.com/office/drawing/2014/main" id="{F0254C9D-4353-4856-8A0F-08E84E8B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-aligned1-0">
            <a:extLst xmlns:a="http://schemas.openxmlformats.org/drawingml/2006/main">
              <a:ext uri="{FF2B5EF4-FFF2-40B4-BE49-F238E27FC236}">
                <a16:creationId xmlns:a16="http://schemas.microsoft.com/office/drawing/2014/main" id="{AC094F5B-9F6A-40CC-B30A-A16CEF8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-aligned1-1">
            <a:extLst xmlns:a="http://schemas.openxmlformats.org/drawingml/2006/main">
              <a:ext uri="{FF2B5EF4-FFF2-40B4-BE49-F238E27FC236}">
                <a16:creationId xmlns:a16="http://schemas.microsoft.com/office/drawing/2014/main" id="{B09A1385-6BE7-46E5-AE02-3B8C14D1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-aligned1-2">
            <a:extLst xmlns:a="http://schemas.openxmlformats.org/drawingml/2006/main">
              <a:ext uri="{FF2B5EF4-FFF2-40B4-BE49-F238E27FC236}">
                <a16:creationId xmlns:a16="http://schemas.microsoft.com/office/drawing/2014/main" id="{035A3226-66F4-4A39-A315-58F2B162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-aligned1-3">
            <a:extLst xmlns:a="http://schemas.openxmlformats.org/drawingml/2006/main">
              <a:ext uri="{FF2B5EF4-FFF2-40B4-BE49-F238E27FC236}">
                <a16:creationId xmlns:a16="http://schemas.microsoft.com/office/drawing/2014/main" id="{96904F34-7E44-46D5-B858-B3439501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-aligned1-4">
            <a:extLst xmlns:a="http://schemas.openxmlformats.org/drawingml/2006/main">
              <a:ext uri="{FF2B5EF4-FFF2-40B4-BE49-F238E27FC236}">
                <a16:creationId xmlns:a16="http://schemas.microsoft.com/office/drawing/2014/main" id="{FFF22031-F834-4E12-B393-99ECFEAD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-aligned1-5">
            <a:extLst xmlns:a="http://schemas.openxmlformats.org/drawingml/2006/main">
              <a:ext uri="{FF2B5EF4-FFF2-40B4-BE49-F238E27FC236}">
                <a16:creationId xmlns:a16="http://schemas.microsoft.com/office/drawing/2014/main" id="{E2AD0E3A-42E5-40B1-A70B-70ABEFAB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241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-aligned2-0">
            <a:extLst xmlns:a="http://schemas.openxmlformats.org/drawingml/2006/main">
              <a:ext uri="{FF2B5EF4-FFF2-40B4-BE49-F238E27FC236}">
                <a16:creationId xmlns:a16="http://schemas.microsoft.com/office/drawing/2014/main" id="{4CC5A9AE-1581-452C-A5F3-689D49B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-aligned2-1">
            <a:extLst xmlns:a="http://schemas.openxmlformats.org/drawingml/2006/main">
              <a:ext uri="{FF2B5EF4-FFF2-40B4-BE49-F238E27FC236}">
                <a16:creationId xmlns:a16="http://schemas.microsoft.com/office/drawing/2014/main" id="{41EC4C06-2906-4DDF-AA8B-4B3C093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-aligned2-2">
            <a:extLst xmlns:a="http://schemas.openxmlformats.org/drawingml/2006/main">
              <a:ext uri="{FF2B5EF4-FFF2-40B4-BE49-F238E27FC236}">
                <a16:creationId xmlns:a16="http://schemas.microsoft.com/office/drawing/2014/main" id="{B2814A37-5B99-40A9-894A-2F79179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-aligned2-3">
            <a:extLst xmlns:a="http://schemas.openxmlformats.org/drawingml/2006/main">
              <a:ext uri="{FF2B5EF4-FFF2-40B4-BE49-F238E27FC236}">
                <a16:creationId xmlns:a16="http://schemas.microsoft.com/office/drawing/2014/main" id="{20E78955-77FF-4A41-937C-4975EFD9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-aligned2-4">
            <a:extLst xmlns:a="http://schemas.openxmlformats.org/drawingml/2006/main">
              <a:ext uri="{FF2B5EF4-FFF2-40B4-BE49-F238E27FC236}">
                <a16:creationId xmlns:a16="http://schemas.microsoft.com/office/drawing/2014/main" id="{2A4B10B2-63AC-4BC4-B834-C07985E7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-aligned2-5">
            <a:extLst xmlns:a="http://schemas.openxmlformats.org/drawingml/2006/main">
              <a:ext uri="{FF2B5EF4-FFF2-40B4-BE49-F238E27FC236}">
                <a16:creationId xmlns:a16="http://schemas.microsoft.com/office/drawing/2014/main" id="{1B295368-8BC6-46AB-8A87-14CBC18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813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-aligned3-0">
            <a:extLst xmlns:a="http://schemas.openxmlformats.org/drawingml/2006/main">
              <a:ext uri="{FF2B5EF4-FFF2-40B4-BE49-F238E27FC236}">
                <a16:creationId xmlns:a16="http://schemas.microsoft.com/office/drawing/2014/main" id="{EEFEA230-01A9-4D74-AAB5-6D3D53F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-aligned3-1">
            <a:extLst xmlns:a="http://schemas.openxmlformats.org/drawingml/2006/main">
              <a:ext uri="{FF2B5EF4-FFF2-40B4-BE49-F238E27FC236}">
                <a16:creationId xmlns:a16="http://schemas.microsoft.com/office/drawing/2014/main" id="{F07E1611-2D56-4118-A868-242F3035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-aligned3-2">
            <a:extLst xmlns:a="http://schemas.openxmlformats.org/drawingml/2006/main">
              <a:ext uri="{FF2B5EF4-FFF2-40B4-BE49-F238E27FC236}">
                <a16:creationId xmlns:a16="http://schemas.microsoft.com/office/drawing/2014/main" id="{69956ABF-41CB-40F0-957E-52BE002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-aligned3-3">
            <a:extLst xmlns:a="http://schemas.openxmlformats.org/drawingml/2006/main">
              <a:ext uri="{FF2B5EF4-FFF2-40B4-BE49-F238E27FC236}">
                <a16:creationId xmlns:a16="http://schemas.microsoft.com/office/drawing/2014/main" id="{C4DC8858-3448-47AC-9706-EB6B1221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-aligned3-4">
            <a:extLst xmlns:a="http://schemas.openxmlformats.org/drawingml/2006/main">
              <a:ext uri="{FF2B5EF4-FFF2-40B4-BE49-F238E27FC236}">
                <a16:creationId xmlns:a16="http://schemas.microsoft.com/office/drawing/2014/main" id="{B87D0F62-2DA1-423E-A968-2E581767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-aligned3-5">
            <a:extLst xmlns:a="http://schemas.openxmlformats.org/drawingml/2006/main">
              <a:ext uri="{FF2B5EF4-FFF2-40B4-BE49-F238E27FC236}">
                <a16:creationId xmlns:a16="http://schemas.microsoft.com/office/drawing/2014/main" id="{9E77C810-C938-4323-B190-96400BA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385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node73">
            <a:extLst xmlns:a="http://schemas.openxmlformats.org/drawingml/2006/main">
              <a:ext uri="{FF2B5EF4-FFF2-40B4-BE49-F238E27FC236}">
                <a16:creationId xmlns:a16="http://schemas.microsoft.com/office/drawing/2014/main" id="{D916A3BB-369F-4C73-BEA2-184ACA5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84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5" name="node74">
            <a:extLst xmlns:a="http://schemas.openxmlformats.org/drawingml/2006/main">
              <a:ext uri="{FF2B5EF4-FFF2-40B4-BE49-F238E27FC236}">
                <a16:creationId xmlns:a16="http://schemas.microsoft.com/office/drawing/2014/main" id="{8A09654E-5158-4822-8340-45CA2133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7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9068753" y="3352801"/>
            <a:ext cx="788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7" name="c-aligned-dim">
            <a:extLst xmlns:a="http://schemas.openxmlformats.org/drawingml/2006/main">
              <a:ext uri="{FF2B5EF4-FFF2-40B4-BE49-F238E27FC236}">
                <a16:creationId xmlns:a16="http://schemas.microsoft.com/office/drawing/2014/main" id="{8B58989D-1B54-411D-9EBC-32DC73E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h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  <a:r>
              <a:rPr sz="2175">
                <a:latin typeface="Cambria"/>
                <a:ea typeface="Cambria"/>
                <a:cs typeface="Cambria"/>
              </a:rPr>
              <a:t> × </a:t>
            </a:r>
            <a:r>
              <a:rPr sz="2175" b="0" i="1">
                <a:latin typeface="Cambria"/>
                <a:ea typeface="Cambria"/>
                <a:cs typeface="Cambria"/>
              </a:rPr>
              <a:t>w</a:t>
            </a:r>
            <a:r>
              <a:rPr sz="1566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28" name="paired-location">
            <a:extLst xmlns:a="http://schemas.openxmlformats.org/drawingml/2006/main">
              <a:ext uri="{FF2B5EF4-FFF2-40B4-BE49-F238E27FC236}">
                <a16:creationId xmlns:a16="http://schemas.microsoft.com/office/drawing/2014/main" id="{D0B1560C-A4B0-4547-B271-872D1B04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grid location p</a:t>
            </a:r>
          </a:p>
        </p:txBody>
      </p:sp>
      <p:sp>
        <p:nvSpPr>
          <p:cNvPr id="129" name="pair-d0-0">
            <a:extLst xmlns:a="http://schemas.openxmlformats.org/drawingml/2006/main">
              <a:ext uri="{FF2B5EF4-FFF2-40B4-BE49-F238E27FC236}">
                <a16:creationId xmlns:a16="http://schemas.microsoft.com/office/drawing/2014/main" id="{CB909B85-1E76-4373-A20F-CF13B83D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pair-d0-1">
            <a:extLst xmlns:a="http://schemas.openxmlformats.org/drawingml/2006/main">
              <a:ext uri="{FF2B5EF4-FFF2-40B4-BE49-F238E27FC236}">
                <a16:creationId xmlns:a16="http://schemas.microsoft.com/office/drawing/2014/main" id="{2040ADC1-864C-4CBE-8D81-1C575A7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pair-d0-2">
            <a:extLst xmlns:a="http://schemas.openxmlformats.org/drawingml/2006/main">
              <a:ext uri="{FF2B5EF4-FFF2-40B4-BE49-F238E27FC236}">
                <a16:creationId xmlns:a16="http://schemas.microsoft.com/office/drawing/2014/main" id="{6135CCFD-8FBB-486F-BF1F-E21C8C9F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pair-d0-3">
            <a:extLst xmlns:a="http://schemas.openxmlformats.org/drawingml/2006/main">
              <a:ext uri="{FF2B5EF4-FFF2-40B4-BE49-F238E27FC236}">
                <a16:creationId xmlns:a16="http://schemas.microsoft.com/office/drawing/2014/main" id="{E2D31BBD-7678-420C-B8B4-DC468E8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pair-d1-0">
            <a:extLst xmlns:a="http://schemas.openxmlformats.org/drawingml/2006/main">
              <a:ext uri="{FF2B5EF4-FFF2-40B4-BE49-F238E27FC236}">
                <a16:creationId xmlns:a16="http://schemas.microsoft.com/office/drawing/2014/main" id="{58F62FEB-500B-424A-A382-D3584D44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pair-d1-1">
            <a:extLst xmlns:a="http://schemas.openxmlformats.org/drawingml/2006/main">
              <a:ext uri="{FF2B5EF4-FFF2-40B4-BE49-F238E27FC236}">
                <a16:creationId xmlns:a16="http://schemas.microsoft.com/office/drawing/2014/main" id="{7C2605DA-D3E7-47CA-8635-C6381EE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pair-d1-2">
            <a:extLst xmlns:a="http://schemas.openxmlformats.org/drawingml/2006/main">
              <a:ext uri="{FF2B5EF4-FFF2-40B4-BE49-F238E27FC236}">
                <a16:creationId xmlns:a16="http://schemas.microsoft.com/office/drawing/2014/main" id="{F60670BB-987A-4ACC-A4FD-07270143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pair-d1-3">
            <a:extLst xmlns:a="http://schemas.openxmlformats.org/drawingml/2006/main">
              <a:ext uri="{FF2B5EF4-FFF2-40B4-BE49-F238E27FC236}">
                <a16:creationId xmlns:a16="http://schemas.microsoft.com/office/drawing/2014/main" id="{6D874F7E-EF92-4DF5-B527-6FCADC8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pair-d2-0">
            <a:extLst xmlns:a="http://schemas.openxmlformats.org/drawingml/2006/main">
              <a:ext uri="{FF2B5EF4-FFF2-40B4-BE49-F238E27FC236}">
                <a16:creationId xmlns:a16="http://schemas.microsoft.com/office/drawing/2014/main" id="{2581BE7B-E1B1-4A26-A4FE-4EE15E25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pair-d2-1">
            <a:extLst xmlns:a="http://schemas.openxmlformats.org/drawingml/2006/main">
              <a:ext uri="{FF2B5EF4-FFF2-40B4-BE49-F238E27FC236}">
                <a16:creationId xmlns:a16="http://schemas.microsoft.com/office/drawing/2014/main" id="{69E0DAF6-A602-40E6-A632-E84B6910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pair-d2-2">
            <a:extLst xmlns:a="http://schemas.openxmlformats.org/drawingml/2006/main">
              <a:ext uri="{FF2B5EF4-FFF2-40B4-BE49-F238E27FC236}">
                <a16:creationId xmlns:a16="http://schemas.microsoft.com/office/drawing/2014/main" id="{97114A34-C1FF-40BB-A37E-2CC5617A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0" name="pair-d2-3">
            <a:extLst xmlns:a="http://schemas.openxmlformats.org/drawingml/2006/main">
              <a:ext uri="{FF2B5EF4-FFF2-40B4-BE49-F238E27FC236}">
                <a16:creationId xmlns:a16="http://schemas.microsoft.com/office/drawing/2014/main" id="{0383274A-5001-4D76-8DE3-52DC79A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1" name="pair-c0-0">
            <a:extLst xmlns:a="http://schemas.openxmlformats.org/drawingml/2006/main">
              <a:ext uri="{FF2B5EF4-FFF2-40B4-BE49-F238E27FC236}">
                <a16:creationId xmlns:a16="http://schemas.microsoft.com/office/drawing/2014/main" id="{BDF8ECEF-ED96-4CB9-8919-FA0D8B0C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pair-c0-1">
            <a:extLst xmlns:a="http://schemas.openxmlformats.org/drawingml/2006/main">
              <a:ext uri="{FF2B5EF4-FFF2-40B4-BE49-F238E27FC236}">
                <a16:creationId xmlns:a16="http://schemas.microsoft.com/office/drawing/2014/main" id="{C5D3C3EF-5ABF-4C1B-8966-BC74B884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pair-c0-2">
            <a:extLst xmlns:a="http://schemas.openxmlformats.org/drawingml/2006/main">
              <a:ext uri="{FF2B5EF4-FFF2-40B4-BE49-F238E27FC236}">
                <a16:creationId xmlns:a16="http://schemas.microsoft.com/office/drawing/2014/main" id="{FAEEB8FE-D3F1-4CAE-9D05-E88B5F8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pair-c0-3">
            <a:extLst xmlns:a="http://schemas.openxmlformats.org/drawingml/2006/main">
              <a:ext uri="{FF2B5EF4-FFF2-40B4-BE49-F238E27FC236}">
                <a16:creationId xmlns:a16="http://schemas.microsoft.com/office/drawing/2014/main" id="{726B3688-3410-4DBD-AF72-80619FF8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pair-c1-0">
            <a:extLst xmlns:a="http://schemas.openxmlformats.org/drawingml/2006/main">
              <a:ext uri="{FF2B5EF4-FFF2-40B4-BE49-F238E27FC236}">
                <a16:creationId xmlns:a16="http://schemas.microsoft.com/office/drawing/2014/main" id="{8BB09F78-E0E2-4F61-A7FC-DF8D169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pair-c1-1">
            <a:extLst xmlns:a="http://schemas.openxmlformats.org/drawingml/2006/main">
              <a:ext uri="{FF2B5EF4-FFF2-40B4-BE49-F238E27FC236}">
                <a16:creationId xmlns:a16="http://schemas.microsoft.com/office/drawing/2014/main" id="{F9B29E3D-7CCB-47F4-9401-5289023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pair-c1-2">
            <a:extLst xmlns:a="http://schemas.openxmlformats.org/drawingml/2006/main">
              <a:ext uri="{FF2B5EF4-FFF2-40B4-BE49-F238E27FC236}">
                <a16:creationId xmlns:a16="http://schemas.microsoft.com/office/drawing/2014/main" id="{3855BB4D-F901-4366-9B17-EDAAA9D6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pair-c1-3">
            <a:extLst xmlns:a="http://schemas.openxmlformats.org/drawingml/2006/main">
              <a:ext uri="{FF2B5EF4-FFF2-40B4-BE49-F238E27FC236}">
                <a16:creationId xmlns:a16="http://schemas.microsoft.com/office/drawing/2014/main" id="{F3EBADBB-260E-4469-9462-73F045B0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pair-c2-0">
            <a:extLst xmlns:a="http://schemas.openxmlformats.org/drawingml/2006/main">
              <a:ext uri="{FF2B5EF4-FFF2-40B4-BE49-F238E27FC236}">
                <a16:creationId xmlns:a16="http://schemas.microsoft.com/office/drawing/2014/main" id="{A4A9A5BC-064C-4A52-84A6-5EDF0256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pair-c2-1">
            <a:extLst xmlns:a="http://schemas.openxmlformats.org/drawingml/2006/main">
              <a:ext uri="{FF2B5EF4-FFF2-40B4-BE49-F238E27FC236}">
                <a16:creationId xmlns:a16="http://schemas.microsoft.com/office/drawing/2014/main" id="{83C1E2E9-7629-4694-9007-62B46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pair-c2-2">
            <a:extLst xmlns:a="http://schemas.openxmlformats.org/drawingml/2006/main">
              <a:ext uri="{FF2B5EF4-FFF2-40B4-BE49-F238E27FC236}">
                <a16:creationId xmlns:a16="http://schemas.microsoft.com/office/drawing/2014/main" id="{91CB9EB8-2CF5-439E-B907-7D009BA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18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pair-c2-3">
            <a:extLst xmlns:a="http://schemas.openxmlformats.org/drawingml/2006/main">
              <a:ext uri="{FF2B5EF4-FFF2-40B4-BE49-F238E27FC236}">
                <a16:creationId xmlns:a16="http://schemas.microsoft.com/office/drawing/2014/main" id="{D3706E24-91DC-4A93-9444-F2EC1CAE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3371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node75">
            <a:extLst xmlns:a="http://schemas.openxmlformats.org/drawingml/2006/main">
              <a:ext uri="{FF2B5EF4-FFF2-40B4-BE49-F238E27FC236}">
                <a16:creationId xmlns:a16="http://schemas.microsoft.com/office/drawing/2014/main" id="{D724D3F2-9FCC-43D9-BF50-7D0E98A4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4" name="node76">
            <a:extLst xmlns:a="http://schemas.openxmlformats.org/drawingml/2006/main">
              <a:ext uri="{FF2B5EF4-FFF2-40B4-BE49-F238E27FC236}">
                <a16:creationId xmlns:a16="http://schemas.microsoft.com/office/drawing/2014/main" id="{D9E99933-8126-47D5-AA3D-6D7C88DE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523" y="3256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6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13326428" y="325755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none" w="med" len="med"/>
          </a:ln>
        </p:spPr>
      </p:cxnSp>
      <p:sp>
        <p:nvSpPr>
          <p:cNvPr id="156" name="pair-note">
            <a:extLst xmlns:a="http://schemas.openxmlformats.org/drawingml/2006/main">
              <a:ext uri="{FF2B5EF4-FFF2-40B4-BE49-F238E27FC236}">
                <a16:creationId xmlns:a16="http://schemas.microsoft.com/office/drawing/2014/main" id="{270E7149-FFEA-4E55-98CC-6A9A53B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19525"/>
            <a:ext cx="3209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 per branch</a:t>
            </a:r>
          </a:p>
        </p:txBody>
      </p:sp>
      <p:sp>
        <p:nvSpPr>
          <p:cNvPr id="157" name="midrule">
            <a:extLst xmlns:a="http://schemas.openxmlformats.org/drawingml/2006/main">
              <a:ext uri="{FF2B5EF4-FFF2-40B4-BE49-F238E27FC236}">
                <a16:creationId xmlns:a16="http://schemas.microsoft.com/office/drawing/2014/main" id="{05D067D5-1924-40FA-9939-A842F38A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196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58" name="section77">
            <a:extLst xmlns:a="http://schemas.openxmlformats.org/drawingml/2006/main">
              <a:ext uri="{FF2B5EF4-FFF2-40B4-BE49-F238E27FC236}">
                <a16:creationId xmlns:a16="http://schemas.microsoft.com/office/drawing/2014/main" id="{0C18F0B0-EC80-4C39-B59F-ADAFC9FF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91075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Normalize, scale and concatenate each patch pair</a:t>
            </a:r>
          </a:p>
        </p:txBody>
      </p:sp>
      <p:sp>
        <p:nvSpPr>
          <p:cNvPr id="159" name="d-raw0">
            <a:extLst xmlns:a="http://schemas.openxmlformats.org/drawingml/2006/main">
              <a:ext uri="{FF2B5EF4-FFF2-40B4-BE49-F238E27FC236}">
                <a16:creationId xmlns:a16="http://schemas.microsoft.com/office/drawing/2014/main" id="{19DF0EC4-8E1C-461C-9562-17AFB5E1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0" name="d-raw1">
            <a:extLst xmlns:a="http://schemas.openxmlformats.org/drawingml/2006/main">
              <a:ext uri="{FF2B5EF4-FFF2-40B4-BE49-F238E27FC236}">
                <a16:creationId xmlns:a16="http://schemas.microsoft.com/office/drawing/2014/main" id="{F257FA3E-D7ED-4DF6-8573-AD98F8D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1" name="d-raw2">
            <a:extLst xmlns:a="http://schemas.openxmlformats.org/drawingml/2006/main">
              <a:ext uri="{FF2B5EF4-FFF2-40B4-BE49-F238E27FC236}">
                <a16:creationId xmlns:a16="http://schemas.microsoft.com/office/drawing/2014/main" id="{1EEEF7BB-10F6-4158-ADCC-3DBEB7B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2" name="d-raw3">
            <a:extLst xmlns:a="http://schemas.openxmlformats.org/drawingml/2006/main">
              <a:ext uri="{FF2B5EF4-FFF2-40B4-BE49-F238E27FC236}">
                <a16:creationId xmlns:a16="http://schemas.microsoft.com/office/drawing/2014/main" id="{D30C68FE-964D-4284-AE8A-46E53D9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3" name="d-raw4">
            <a:extLst xmlns:a="http://schemas.openxmlformats.org/drawingml/2006/main">
              <a:ext uri="{FF2B5EF4-FFF2-40B4-BE49-F238E27FC236}">
                <a16:creationId xmlns:a16="http://schemas.microsoft.com/office/drawing/2014/main" id="{92AA2566-3245-4F9F-A99E-0595BD55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64" name="c-raw0">
            <a:extLst xmlns:a="http://schemas.openxmlformats.org/drawingml/2006/main">
              <a:ext uri="{FF2B5EF4-FFF2-40B4-BE49-F238E27FC236}">
                <a16:creationId xmlns:a16="http://schemas.microsoft.com/office/drawing/2014/main" id="{05AA368D-0836-4433-874D-FE5F4CD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5" name="c-raw1">
            <a:extLst xmlns:a="http://schemas.openxmlformats.org/drawingml/2006/main">
              <a:ext uri="{FF2B5EF4-FFF2-40B4-BE49-F238E27FC236}">
                <a16:creationId xmlns:a16="http://schemas.microsoft.com/office/drawing/2014/main" id="{BD31DD43-59DB-4BC2-A480-49D756D3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6" name="c-raw2">
            <a:extLst xmlns:a="http://schemas.openxmlformats.org/drawingml/2006/main">
              <a:ext uri="{FF2B5EF4-FFF2-40B4-BE49-F238E27FC236}">
                <a16:creationId xmlns:a16="http://schemas.microsoft.com/office/drawing/2014/main" id="{FB259438-D85B-42F5-B9F4-9E5D101F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7" name="c-raw3">
            <a:extLst xmlns:a="http://schemas.openxmlformats.org/drawingml/2006/main">
              <a:ext uri="{FF2B5EF4-FFF2-40B4-BE49-F238E27FC236}">
                <a16:creationId xmlns:a16="http://schemas.microsoft.com/office/drawing/2014/main" id="{00860ABF-CC96-460F-9378-B49CDF07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8" name="c-raw4">
            <a:extLst xmlns:a="http://schemas.openxmlformats.org/drawingml/2006/main">
              <a:ext uri="{FF2B5EF4-FFF2-40B4-BE49-F238E27FC236}">
                <a16:creationId xmlns:a16="http://schemas.microsoft.com/office/drawing/2014/main" id="{6C4418CA-F730-4AE4-B4DD-0D31A256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86600"/>
            <a:ext cx="3905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169" name="d-raw-symbol">
            <a:extLst xmlns:a="http://schemas.openxmlformats.org/drawingml/2006/main">
              <a:ext uri="{FF2B5EF4-FFF2-40B4-BE49-F238E27FC236}">
                <a16:creationId xmlns:a16="http://schemas.microsoft.com/office/drawing/2014/main" id="{9A855B15-C7A3-48AA-B992-166F462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f</a:t>
            </a:r>
            <a:r>
              <a:rPr sz="1674" i="0" baseline="-25000">
                <a:latin typeface="Cambria"/>
                <a:ea typeface="Cambria"/>
                <a:cs typeface="Cambria"/>
              </a:rPr>
              <a:t>D,p</a:t>
            </a:r>
          </a:p>
        </p:txBody>
      </p:sp>
      <p:sp>
        <p:nvSpPr>
          <p:cNvPr id="170" name="c-raw-symbol">
            <a:extLst xmlns:a="http://schemas.openxmlformats.org/drawingml/2006/main">
              <a:ext uri="{FF2B5EF4-FFF2-40B4-BE49-F238E27FC236}">
                <a16:creationId xmlns:a16="http://schemas.microsoft.com/office/drawing/2014/main" id="{C9399344-3FF5-4854-8F4A-C0B9F2B0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5628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C→D,p</a:t>
            </a:r>
          </a:p>
        </p:txBody>
      </p:sp>
      <p:sp>
        <p:nvSpPr>
          <p:cNvPr id="171" name="dn">
            <a:extLst xmlns:a="http://schemas.openxmlformats.org/drawingml/2006/main">
              <a:ext uri="{FF2B5EF4-FFF2-40B4-BE49-F238E27FC236}">
                <a16:creationId xmlns:a16="http://schemas.microsoft.com/office/drawing/2014/main" id="{C43A9956-9F1F-4355-8CEE-06BBDF96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245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72" name="cn">
            <a:extLst xmlns:a="http://schemas.openxmlformats.org/drawingml/2006/main">
              <a:ext uri="{FF2B5EF4-FFF2-40B4-BE49-F238E27FC236}">
                <a16:creationId xmlns:a16="http://schemas.microsoft.com/office/drawing/2014/main" id="{06365C98-86A8-434F-BF15-F87FB73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981825"/>
            <a:ext cx="1504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73" name="node78">
            <a:extLst xmlns:a="http://schemas.openxmlformats.org/drawingml/2006/main">
              <a:ext uri="{FF2B5EF4-FFF2-40B4-BE49-F238E27FC236}">
                <a16:creationId xmlns:a16="http://schemas.microsoft.com/office/drawing/2014/main" id="{F9931221-EE30-4B94-9A8E-F780A71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79">
            <a:extLst xmlns:a="http://schemas.openxmlformats.org/drawingml/2006/main">
              <a:ext uri="{FF2B5EF4-FFF2-40B4-BE49-F238E27FC236}">
                <a16:creationId xmlns:a16="http://schemas.microsoft.com/office/drawing/2014/main" id="{8F97ECB3-BEF1-4FD9-9FF8-E7C7518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6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2486978" y="60293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6" name="node80">
            <a:extLst xmlns:a="http://schemas.openxmlformats.org/drawingml/2006/main">
              <a:ext uri="{FF2B5EF4-FFF2-40B4-BE49-F238E27FC236}">
                <a16:creationId xmlns:a16="http://schemas.microsoft.com/office/drawing/2014/main" id="{F60D9A1B-666F-4DA8-B3E5-3B651F1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7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7" name="node81">
            <a:extLst xmlns:a="http://schemas.openxmlformats.org/drawingml/2006/main">
              <a:ext uri="{FF2B5EF4-FFF2-40B4-BE49-F238E27FC236}">
                <a16:creationId xmlns:a16="http://schemas.microsoft.com/office/drawing/2014/main" id="{578CBBA8-EEB3-4334-B7FA-C91C666A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1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19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>
            <a:off x="2486978" y="728662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9" name="dw">
            <a:extLst xmlns:a="http://schemas.openxmlformats.org/drawingml/2006/main">
              <a:ext uri="{FF2B5EF4-FFF2-40B4-BE49-F238E27FC236}">
                <a16:creationId xmlns:a16="http://schemas.microsoft.com/office/drawing/2014/main" id="{7E56DC1A-FFB5-4592-8FF6-5B68015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7245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0" name="cw">
            <a:extLst xmlns:a="http://schemas.openxmlformats.org/drawingml/2006/main">
              <a:ext uri="{FF2B5EF4-FFF2-40B4-BE49-F238E27FC236}">
                <a16:creationId xmlns:a16="http://schemas.microsoft.com/office/drawing/2014/main" id="{DDABC5FE-5FEC-45B5-A069-116A7C10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981825"/>
            <a:ext cx="1171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× 0.5</a:t>
            </a:r>
          </a:p>
        </p:txBody>
      </p:sp>
      <p:sp>
        <p:nvSpPr>
          <p:cNvPr id="181" name="node82">
            <a:extLst xmlns:a="http://schemas.openxmlformats.org/drawingml/2006/main">
              <a:ext uri="{FF2B5EF4-FFF2-40B4-BE49-F238E27FC236}">
                <a16:creationId xmlns:a16="http://schemas.microsoft.com/office/drawing/2014/main" id="{E3B83B8C-B0B7-4139-94CE-3DE0D6C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2" name="node83">
            <a:extLst xmlns:a="http://schemas.openxmlformats.org/drawingml/2006/main">
              <a:ext uri="{FF2B5EF4-FFF2-40B4-BE49-F238E27FC236}">
                <a16:creationId xmlns:a16="http://schemas.microsoft.com/office/drawing/2014/main" id="{CB4929D4-2057-43F4-9946-B018E83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4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4611053" y="60293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4" name="node84">
            <a:extLst xmlns:a="http://schemas.openxmlformats.org/drawingml/2006/main">
              <a:ext uri="{FF2B5EF4-FFF2-40B4-BE49-F238E27FC236}">
                <a16:creationId xmlns:a16="http://schemas.microsoft.com/office/drawing/2014/main" id="{7B016A4D-98C7-427E-8316-D53F026E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14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5" name="node85">
            <a:extLst xmlns:a="http://schemas.openxmlformats.org/drawingml/2006/main">
              <a:ext uri="{FF2B5EF4-FFF2-40B4-BE49-F238E27FC236}">
                <a16:creationId xmlns:a16="http://schemas.microsoft.com/office/drawing/2014/main" id="{4178A773-9F44-4D3D-8948-299C74EA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223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27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4611053" y="728662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7" name="d-unit">
            <a:extLst xmlns:a="http://schemas.openxmlformats.org/drawingml/2006/main">
              <a:ext uri="{FF2B5EF4-FFF2-40B4-BE49-F238E27FC236}">
                <a16:creationId xmlns:a16="http://schemas.microsoft.com/office/drawing/2014/main" id="{36FA8AD3-E9CD-4B9F-8AC9-2A6546A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76850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g</a:t>
            </a:r>
            <a:r>
              <a:rPr sz="1512" i="0" baseline="-25000">
                <a:latin typeface="Cambria"/>
                <a:ea typeface="Cambria"/>
                <a:cs typeface="Cambria"/>
              </a:rPr>
              <a:t>D,p</a:t>
            </a:r>
          </a:p>
        </p:txBody>
      </p:sp>
      <p:sp>
        <p:nvSpPr>
          <p:cNvPr id="188" name="c-unit">
            <a:extLst xmlns:a="http://schemas.openxmlformats.org/drawingml/2006/main">
              <a:ext uri="{FF2B5EF4-FFF2-40B4-BE49-F238E27FC236}">
                <a16:creationId xmlns:a16="http://schemas.microsoft.com/office/drawing/2014/main" id="{D78049E3-5726-42D1-A33D-500E652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7629525"/>
            <a:ext cx="1409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g</a:t>
            </a:r>
            <a:r>
              <a:rPr sz="1512" i="0" baseline="-25000">
                <a:latin typeface="Cambria"/>
                <a:ea typeface="Cambria"/>
                <a:cs typeface="Cambria"/>
              </a:rPr>
              <a:t>C,p</a:t>
            </a:r>
          </a:p>
        </p:txBody>
      </p:sp>
      <p:sp>
        <p:nvSpPr>
          <p:cNvPr id="189" name="concat">
            <a:extLst xmlns:a="http://schemas.openxmlformats.org/drawingml/2006/main">
              <a:ext uri="{FF2B5EF4-FFF2-40B4-BE49-F238E27FC236}">
                <a16:creationId xmlns:a16="http://schemas.microsoft.com/office/drawing/2014/main" id="{995E7281-7A5D-41C0-8914-2AD00C2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1912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Channel</a:t>
            </a:r>
          </a:p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concatenation</a:t>
            </a:r>
          </a:p>
        </p:txBody>
      </p:sp>
      <p:sp>
        <p:nvSpPr>
          <p:cNvPr id="190" name="node86">
            <a:extLst xmlns:a="http://schemas.openxmlformats.org/drawingml/2006/main">
              <a:ext uri="{FF2B5EF4-FFF2-40B4-BE49-F238E27FC236}">
                <a16:creationId xmlns:a16="http://schemas.microsoft.com/office/drawing/2014/main" id="{E848158F-EDFD-414D-AA47-ED40929C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1" name="node87">
            <a:extLst xmlns:a="http://schemas.openxmlformats.org/drawingml/2006/main">
              <a:ext uri="{FF2B5EF4-FFF2-40B4-BE49-F238E27FC236}">
                <a16:creationId xmlns:a16="http://schemas.microsoft.com/office/drawing/2014/main" id="{4CB8FDB5-EE79-4C8C-BB41-5189C61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3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6382703" y="60293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3" name="node88">
            <a:extLst xmlns:a="http://schemas.openxmlformats.org/drawingml/2006/main">
              <a:ext uri="{FF2B5EF4-FFF2-40B4-BE49-F238E27FC236}">
                <a16:creationId xmlns:a16="http://schemas.microsoft.com/office/drawing/2014/main" id="{6498363A-2AA0-47BD-B91F-5A448C8E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028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89">
            <a:extLst xmlns:a="http://schemas.openxmlformats.org/drawingml/2006/main">
              <a:ext uri="{FF2B5EF4-FFF2-40B4-BE49-F238E27FC236}">
                <a16:creationId xmlns:a16="http://schemas.microsoft.com/office/drawing/2014/main" id="{79B3F843-72E4-4969-B3A1-0614EFF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6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6762751" y="6030278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96" name="node90">
            <a:extLst xmlns:a="http://schemas.openxmlformats.org/drawingml/2006/main">
              <a:ext uri="{FF2B5EF4-FFF2-40B4-BE49-F238E27FC236}">
                <a16:creationId xmlns:a16="http://schemas.microsoft.com/office/drawing/2014/main" id="{6F571641-1868-42FD-924A-629C677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7" name="node91">
            <a:extLst xmlns:a="http://schemas.openxmlformats.org/drawingml/2006/main">
              <a:ext uri="{FF2B5EF4-FFF2-40B4-BE49-F238E27FC236}">
                <a16:creationId xmlns:a16="http://schemas.microsoft.com/office/drawing/2014/main" id="{CB5CB756-2C25-4212-96E0-AF16AD42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39" name="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763703" y="649605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9" name="node92">
            <a:extLst xmlns:a="http://schemas.openxmlformats.org/drawingml/2006/main">
              <a:ext uri="{FF2B5EF4-FFF2-40B4-BE49-F238E27FC236}">
                <a16:creationId xmlns:a16="http://schemas.microsoft.com/office/drawing/2014/main" id="{7D4513D0-B154-4142-A50E-A5D103A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0" name="node93">
            <a:extLst xmlns:a="http://schemas.openxmlformats.org/drawingml/2006/main">
              <a:ext uri="{FF2B5EF4-FFF2-40B4-BE49-F238E27FC236}">
                <a16:creationId xmlns:a16="http://schemas.microsoft.com/office/drawing/2014/main" id="{05EB8184-2DA1-43ED-8887-0B04476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2" name=""/>
          <p:cNvCxnSpPr>
            <a:stCxn xmlns:a="http://schemas.openxmlformats.org/drawingml/2006/main" id="199" idx="3"/>
            <a:endCxn xmlns:a="http://schemas.openxmlformats.org/drawingml/2006/main" id="200" idx="1"/>
          </p:cNvCxnSpPr>
          <p:nvPr/>
        </p:nvCxnSpPr>
        <p:spPr>
          <a:xfrm xmlns:a="http://schemas.openxmlformats.org/drawingml/2006/main">
            <a:off x="6382703" y="728662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2" name="node94">
            <a:extLst xmlns:a="http://schemas.openxmlformats.org/drawingml/2006/main">
              <a:ext uri="{FF2B5EF4-FFF2-40B4-BE49-F238E27FC236}">
                <a16:creationId xmlns:a16="http://schemas.microsoft.com/office/drawing/2014/main" id="{DA1997A0-E147-426C-9EB7-B6E6C4A7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728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3" name="node95">
            <a:extLst xmlns:a="http://schemas.openxmlformats.org/drawingml/2006/main">
              <a:ext uri="{FF2B5EF4-FFF2-40B4-BE49-F238E27FC236}">
                <a16:creationId xmlns:a16="http://schemas.microsoft.com/office/drawing/2014/main" id="{03818D84-EF13-419A-A796-6AEBF28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5" name=""/>
          <p:cNvCxnSpPr>
            <a:stCxn xmlns:a="http://schemas.openxmlformats.org/drawingml/2006/main" id="202" idx="0"/>
            <a:endCxn xmlns:a="http://schemas.openxmlformats.org/drawingml/2006/main" id="203" idx="2"/>
          </p:cNvCxnSpPr>
          <p:nvPr/>
        </p:nvCxnSpPr>
        <p:spPr>
          <a:xfrm xmlns:a="http://schemas.openxmlformats.org/drawingml/2006/main" flipV="1">
            <a:off x="6762751" y="6820853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05" name="node96">
            <a:extLst xmlns:a="http://schemas.openxmlformats.org/drawingml/2006/main">
              <a:ext uri="{FF2B5EF4-FFF2-40B4-BE49-F238E27FC236}">
                <a16:creationId xmlns:a16="http://schemas.microsoft.com/office/drawing/2014/main" id="{45A9D1F9-419D-4CA4-BF36-DA10FA05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98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06" name="node97">
            <a:extLst xmlns:a="http://schemas.openxmlformats.org/drawingml/2006/main">
              <a:ext uri="{FF2B5EF4-FFF2-40B4-BE49-F238E27FC236}">
                <a16:creationId xmlns:a16="http://schemas.microsoft.com/office/drawing/2014/main" id="{85AC97E8-384C-4452-A490-19EE3691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2323" y="6818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8" name=""/>
          <p:cNvCxnSpPr>
            <a:stCxn xmlns:a="http://schemas.openxmlformats.org/drawingml/2006/main" id="205" idx="3"/>
            <a:endCxn xmlns:a="http://schemas.openxmlformats.org/drawingml/2006/main" id="206" idx="1"/>
          </p:cNvCxnSpPr>
          <p:nvPr/>
        </p:nvCxnSpPr>
        <p:spPr>
          <a:xfrm xmlns:a="http://schemas.openxmlformats.org/drawingml/2006/main">
            <a:off x="6763703" y="681990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8" name="pre-joint0">
            <a:extLst xmlns:a="http://schemas.openxmlformats.org/drawingml/2006/main">
              <a:ext uri="{FF2B5EF4-FFF2-40B4-BE49-F238E27FC236}">
                <a16:creationId xmlns:a16="http://schemas.microsoft.com/office/drawing/2014/main" id="{558F1B67-6C0B-473E-8046-D7AD6DD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9" name="pre-joint1">
            <a:extLst xmlns:a="http://schemas.openxmlformats.org/drawingml/2006/main">
              <a:ext uri="{FF2B5EF4-FFF2-40B4-BE49-F238E27FC236}">
                <a16:creationId xmlns:a16="http://schemas.microsoft.com/office/drawing/2014/main" id="{2BF6DF59-4687-4FCA-AEC3-0099F40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2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0" name="pre-joint2">
            <a:extLst xmlns:a="http://schemas.openxmlformats.org/drawingml/2006/main">
              <a:ext uri="{FF2B5EF4-FFF2-40B4-BE49-F238E27FC236}">
                <a16:creationId xmlns:a16="http://schemas.microsoft.com/office/drawing/2014/main" id="{D03D6872-F84E-4C7F-8FA0-81A83C64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1" name="pre-joint3">
            <a:extLst xmlns:a="http://schemas.openxmlformats.org/drawingml/2006/main">
              <a:ext uri="{FF2B5EF4-FFF2-40B4-BE49-F238E27FC236}">
                <a16:creationId xmlns:a16="http://schemas.microsoft.com/office/drawing/2014/main" id="{A8EEF1CC-7A65-490F-BFF7-192F95B0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0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2" name="pre-joint4">
            <a:extLst xmlns:a="http://schemas.openxmlformats.org/drawingml/2006/main">
              <a:ext uri="{FF2B5EF4-FFF2-40B4-BE49-F238E27FC236}">
                <a16:creationId xmlns:a16="http://schemas.microsoft.com/office/drawing/2014/main" id="{E2FA1ACD-2F1E-449B-B0F1-1C08658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8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3" name="pre-joint5">
            <a:extLst xmlns:a="http://schemas.openxmlformats.org/drawingml/2006/main">
              <a:ext uri="{FF2B5EF4-FFF2-40B4-BE49-F238E27FC236}">
                <a16:creationId xmlns:a16="http://schemas.microsoft.com/office/drawing/2014/main" id="{1719029C-6C3B-44DC-A2C7-008E685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4" name="pre-joint6">
            <a:extLst xmlns:a="http://schemas.openxmlformats.org/drawingml/2006/main">
              <a:ext uri="{FF2B5EF4-FFF2-40B4-BE49-F238E27FC236}">
                <a16:creationId xmlns:a16="http://schemas.microsoft.com/office/drawing/2014/main" id="{507AADFD-DFAE-4335-9865-2A30D37B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65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5" name="pre-joint7">
            <a:extLst xmlns:a="http://schemas.openxmlformats.org/drawingml/2006/main">
              <a:ext uri="{FF2B5EF4-FFF2-40B4-BE49-F238E27FC236}">
                <a16:creationId xmlns:a16="http://schemas.microsoft.com/office/drawing/2014/main" id="{0FA4F72D-EDBB-4E27-9C70-0E9316C4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853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6" name="pre-joint8">
            <a:extLst xmlns:a="http://schemas.openxmlformats.org/drawingml/2006/main">
              <a:ext uri="{FF2B5EF4-FFF2-40B4-BE49-F238E27FC236}">
                <a16:creationId xmlns:a16="http://schemas.microsoft.com/office/drawing/2014/main" id="{DA531662-30F0-4D76-B3CC-B585DDD5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141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7" name="pre-joint9">
            <a:extLst xmlns:a="http://schemas.openxmlformats.org/drawingml/2006/main">
              <a:ext uri="{FF2B5EF4-FFF2-40B4-BE49-F238E27FC236}">
                <a16:creationId xmlns:a16="http://schemas.microsoft.com/office/drawing/2014/main" id="{AD8977E5-4418-445F-BD88-B729F659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4295" y="6381750"/>
            <a:ext cx="18288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8" name="node98">
            <a:extLst xmlns:a="http://schemas.openxmlformats.org/drawingml/2006/main">
              <a:ext uri="{FF2B5EF4-FFF2-40B4-BE49-F238E27FC236}">
                <a16:creationId xmlns:a16="http://schemas.microsoft.com/office/drawing/2014/main" id="{A27C6869-E63C-4C2C-9C41-097075E9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07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9" name="node99">
            <a:extLst xmlns:a="http://schemas.openxmlformats.org/drawingml/2006/main">
              <a:ext uri="{FF2B5EF4-FFF2-40B4-BE49-F238E27FC236}">
                <a16:creationId xmlns:a16="http://schemas.microsoft.com/office/drawing/2014/main" id="{AD552384-0D7F-46BE-A5B0-B814E81B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1" name=""/>
          <p:cNvCxnSpPr>
            <a:stCxn xmlns:a="http://schemas.openxmlformats.org/drawingml/2006/main" id="218" idx="3"/>
            <a:endCxn xmlns:a="http://schemas.openxmlformats.org/drawingml/2006/main" id="219" idx="1"/>
          </p:cNvCxnSpPr>
          <p:nvPr/>
        </p:nvCxnSpPr>
        <p:spPr>
          <a:xfrm xmlns:a="http://schemas.openxmlformats.org/drawingml/2006/main">
            <a:off x="9344978" y="6657976"/>
            <a:ext cx="5124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1" name="joint">
            <a:extLst xmlns:a="http://schemas.openxmlformats.org/drawingml/2006/main">
              <a:ext uri="{FF2B5EF4-FFF2-40B4-BE49-F238E27FC236}">
                <a16:creationId xmlns:a16="http://schemas.microsoft.com/office/drawing/2014/main" id="{52642469-1221-45DC-8A7B-6195C77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191250"/>
            <a:ext cx="1562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222" name="node100">
            <a:extLst xmlns:a="http://schemas.openxmlformats.org/drawingml/2006/main">
              <a:ext uri="{FF2B5EF4-FFF2-40B4-BE49-F238E27FC236}">
                <a16:creationId xmlns:a16="http://schemas.microsoft.com/office/drawing/2014/main" id="{8CA02998-C379-460D-80F0-F9F6334F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3" name="node101">
            <a:extLst xmlns:a="http://schemas.openxmlformats.org/drawingml/2006/main">
              <a:ext uri="{FF2B5EF4-FFF2-40B4-BE49-F238E27FC236}">
                <a16:creationId xmlns:a16="http://schemas.microsoft.com/office/drawing/2014/main" id="{B1B66079-A359-4AA5-95C2-B931B020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7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1688128" y="665797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5" name="final-vec0">
            <a:extLst xmlns:a="http://schemas.openxmlformats.org/drawingml/2006/main">
              <a:ext uri="{FF2B5EF4-FFF2-40B4-BE49-F238E27FC236}">
                <a16:creationId xmlns:a16="http://schemas.microsoft.com/office/drawing/2014/main" id="{51DDF724-AD8A-4E99-88A9-5871E96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6" name="final-vec1">
            <a:extLst xmlns:a="http://schemas.openxmlformats.org/drawingml/2006/main">
              <a:ext uri="{FF2B5EF4-FFF2-40B4-BE49-F238E27FC236}">
                <a16:creationId xmlns:a16="http://schemas.microsoft.com/office/drawing/2014/main" id="{FA02CD1F-7019-4549-B409-8267684B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559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7" name="final-vec2">
            <a:extLst xmlns:a="http://schemas.openxmlformats.org/drawingml/2006/main">
              <a:ext uri="{FF2B5EF4-FFF2-40B4-BE49-F238E27FC236}">
                <a16:creationId xmlns:a16="http://schemas.microsoft.com/office/drawing/2014/main" id="{2A654DD2-31EF-487F-9B84-80D2A15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418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8" name="final-vec3">
            <a:extLst xmlns:a="http://schemas.openxmlformats.org/drawingml/2006/main">
              <a:ext uri="{FF2B5EF4-FFF2-40B4-BE49-F238E27FC236}">
                <a16:creationId xmlns:a16="http://schemas.microsoft.com/office/drawing/2014/main" id="{3B41F4C1-5CCF-4115-8E0A-C25B4202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277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9" name="final-vec4">
            <a:extLst xmlns:a="http://schemas.openxmlformats.org/drawingml/2006/main">
              <a:ext uri="{FF2B5EF4-FFF2-40B4-BE49-F238E27FC236}">
                <a16:creationId xmlns:a16="http://schemas.microsoft.com/office/drawing/2014/main" id="{02D7E4B8-C8BE-46B6-84BA-31E0B3A5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36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0" name="final-vec5">
            <a:extLst xmlns:a="http://schemas.openxmlformats.org/drawingml/2006/main">
              <a:ext uri="{FF2B5EF4-FFF2-40B4-BE49-F238E27FC236}">
                <a16:creationId xmlns:a16="http://schemas.microsoft.com/office/drawing/2014/main" id="{A9EB3238-8939-4DC6-9872-191091C4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1" name="final-vec6">
            <a:extLst xmlns:a="http://schemas.openxmlformats.org/drawingml/2006/main">
              <a:ext uri="{FF2B5EF4-FFF2-40B4-BE49-F238E27FC236}">
                <a16:creationId xmlns:a16="http://schemas.microsoft.com/office/drawing/2014/main" id="{E1618B3E-4D3A-40A9-8D71-2DB14E2B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854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2" name="final-vec7">
            <a:extLst xmlns:a="http://schemas.openxmlformats.org/drawingml/2006/main">
              <a:ext uri="{FF2B5EF4-FFF2-40B4-BE49-F238E27FC236}">
                <a16:creationId xmlns:a16="http://schemas.microsoft.com/office/drawing/2014/main" id="{AB3F22E8-04B1-4813-8281-BE4B1801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13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3" name="final-vec8">
            <a:extLst xmlns:a="http://schemas.openxmlformats.org/drawingml/2006/main">
              <a:ext uri="{FF2B5EF4-FFF2-40B4-BE49-F238E27FC236}">
                <a16:creationId xmlns:a16="http://schemas.microsoft.com/office/drawing/2014/main" id="{EE2FAC1D-FB00-43E4-AAE2-EBF26535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72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4" name="final-vec9">
            <a:extLst xmlns:a="http://schemas.openxmlformats.org/drawingml/2006/main">
              <a:ext uri="{FF2B5EF4-FFF2-40B4-BE49-F238E27FC236}">
                <a16:creationId xmlns:a16="http://schemas.microsoft.com/office/drawing/2014/main" id="{400D0270-457A-41CE-9D60-D1D4EFB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310" y="6410325"/>
            <a:ext cx="1485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5" name="node102">
            <a:extLst xmlns:a="http://schemas.openxmlformats.org/drawingml/2006/main">
              <a:ext uri="{FF2B5EF4-FFF2-40B4-BE49-F238E27FC236}">
                <a16:creationId xmlns:a16="http://schemas.microsoft.com/office/drawing/2014/main" id="{43CB336B-EB81-46E5-B865-3566C58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89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6" name="node103">
            <a:extLst xmlns:a="http://schemas.openxmlformats.org/drawingml/2006/main">
              <a:ext uri="{FF2B5EF4-FFF2-40B4-BE49-F238E27FC236}">
                <a16:creationId xmlns:a16="http://schemas.microsoft.com/office/drawing/2014/main" id="{9F1523E9-0591-4E07-BCF0-EF80E79E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6048" y="6657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8" name="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13659803" y="6657976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38" name="final-symbol">
            <a:extLst xmlns:a="http://schemas.openxmlformats.org/drawingml/2006/main">
              <a:ext uri="{FF2B5EF4-FFF2-40B4-BE49-F238E27FC236}">
                <a16:creationId xmlns:a16="http://schemas.microsoft.com/office/drawing/2014/main" id="{9CBF40DC-F635-4EFC-AC7A-42406743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8293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f</a:t>
            </a:r>
            <a:r>
              <a:rPr sz="1674" i="0" baseline="-25000">
                <a:latin typeface="Cambria"/>
                <a:ea typeface="Cambria"/>
                <a:cs typeface="Cambria"/>
              </a:rPr>
              <a:t>A,p</a:t>
            </a:r>
          </a:p>
        </p:txBody>
      </p:sp>
      <p:sp>
        <p:nvSpPr>
          <p:cNvPr id="239" name="final-dim">
            <a:extLst xmlns:a="http://schemas.openxmlformats.org/drawingml/2006/main">
              <a:ext uri="{FF2B5EF4-FFF2-40B4-BE49-F238E27FC236}">
                <a16:creationId xmlns:a16="http://schemas.microsoft.com/office/drawing/2014/main" id="{8058E0EA-7B39-4B1E-A1C8-023B06D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210425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240" name="footrule">
            <a:extLst xmlns:a="http://schemas.openxmlformats.org/drawingml/2006/main">
              <a:ext uri="{FF2B5EF4-FFF2-40B4-BE49-F238E27FC236}">
                <a16:creationId xmlns:a16="http://schemas.microsoft.com/office/drawing/2014/main" id="{1532BACC-6345-49BF-B58E-44E67A9B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1819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241" name="fusion-eq">
            <a:extLst xmlns:a="http://schemas.openxmlformats.org/drawingml/2006/main">
              <a:ext uri="{FF2B5EF4-FFF2-40B4-BE49-F238E27FC236}">
                <a16:creationId xmlns:a16="http://schemas.microsoft.com/office/drawing/2014/main" id="{AF21DEE6-CFCD-401A-97BE-5F04C66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353425"/>
            <a:ext cx="12763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550" b="1" i="1">
                <a:latin typeface="Cambria"/>
                <a:ea typeface="Cambria"/>
                <a:cs typeface="Cambria"/>
              </a:rPr>
              <a:t>f</a:t>
            </a:r>
            <a:r>
              <a:rPr sz="1836" i="0" baseline="-25000">
                <a:latin typeface="Cambria"/>
                <a:ea typeface="Cambria"/>
                <a:cs typeface="Cambria"/>
              </a:rPr>
              <a:t>A,p</a:t>
            </a:r>
            <a:r>
              <a:rPr sz="2550">
                <a:latin typeface="Cambria"/>
                <a:ea typeface="Cambria"/>
                <a:cs typeface="Cambria"/>
              </a:rPr>
              <a:t> = Norm([0.5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D,p</a:t>
            </a:r>
            <a:r>
              <a:rPr sz="2550">
                <a:latin typeface="Cambria"/>
                <a:ea typeface="Cambria"/>
                <a:cs typeface="Cambria"/>
              </a:rPr>
              <a:t>; 0.5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C,p</a:t>
            </a:r>
            <a:r>
              <a:rPr sz="2550">
                <a:latin typeface="Cambria"/>
                <a:ea typeface="Cambria"/>
                <a:cs typeface="Cambria"/>
              </a:rPr>
              <a:t>]) = [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D,p</a:t>
            </a:r>
            <a:r>
              <a:rPr sz="2550">
                <a:latin typeface="Cambria"/>
                <a:ea typeface="Cambria"/>
                <a:cs typeface="Cambria"/>
              </a:rPr>
              <a:t>; </a:t>
            </a:r>
            <a:r>
              <a:rPr sz="2550" b="1" i="1">
                <a:latin typeface="Cambria"/>
                <a:ea typeface="Cambria"/>
                <a:cs typeface="Cambria"/>
              </a:rPr>
              <a:t>g</a:t>
            </a:r>
            <a:r>
              <a:rPr sz="1836" i="0" baseline="-25000">
                <a:latin typeface="Cambria"/>
                <a:ea typeface="Cambria"/>
                <a:cs typeface="Cambria"/>
              </a:rPr>
              <a:t>C,p</a:t>
            </a:r>
            <a:r>
              <a:rPr sz="2550">
                <a:latin typeface="Cambria"/>
                <a:ea typeface="Cambria"/>
                <a:cs typeface="Cambria"/>
              </a:rPr>
              <a:t>] / √2</a:t>
            </a:r>
          </a:p>
        </p:txBody>
      </p:sp>
    </p:spTree>
    <p:extLst>
      <p:ext uri="{BB962C8B-B14F-4D97-AF65-F5344CB8AC3E}">
        <p14:creationId xmlns:p14="http://schemas.microsoft.com/office/powerpoint/2010/main" val="1766254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title">
            <a:extLst xmlns:a="http://schemas.openxmlformats.org/drawingml/2006/main">
              <a:ext uri="{FF2B5EF4-FFF2-40B4-BE49-F238E27FC236}">
                <a16:creationId xmlns:a16="http://schemas.microsoft.com/office/drawing/2014/main" id="{DE248A4E-DBD0-4B7C-A53E-B7BD1091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3   Normal reference memory and anomaly scoring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F23467-68CD-4B0A-8B6D-89309841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All normal support patches form the fixed memory used for query retrieval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661A2405-6E1B-44CF-AE7C-59D69117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section104">
            <a:extLst xmlns:a="http://schemas.openxmlformats.org/drawingml/2006/main">
              <a:ext uri="{FF2B5EF4-FFF2-40B4-BE49-F238E27FC236}">
                <a16:creationId xmlns:a16="http://schemas.microsoft.com/office/drawing/2014/main" id="{AD69F851-FC68-41DC-84EB-C9CBF29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09725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Collect the normal support descriptors</a:t>
            </a:r>
          </a:p>
        </p:txBody>
      </p:sp>
      <p:pic>
        <p:nvPicPr>
          <p:cNvPr id="209" name="normal-examp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fd64f55d741a6"/>
          <a:stretch xmlns:a="http://schemas.openxmlformats.org/drawingml/2006/main"/>
        </p:blipFill>
        <p:spPr>
          <a:xfrm xmlns:a="http://schemas.openxmlformats.org/drawingml/2006/main">
            <a:off x="495300" y="2314575"/>
            <a:ext cx="1438275" cy="1438275"/>
          </a:xfrm>
          <a:prstGeom xmlns:a="http://schemas.openxmlformats.org/drawingml/2006/main" prst="rect">
            <a:avLst/>
          </a:prstGeom>
        </p:spPr>
      </p:pic>
      <p:sp>
        <p:nvSpPr>
          <p:cNvPr id="6" name="normal-set">
            <a:extLst xmlns:a="http://schemas.openxmlformats.org/drawingml/2006/main">
              <a:ext uri="{FF2B5EF4-FFF2-40B4-BE49-F238E27FC236}">
                <a16:creationId xmlns:a16="http://schemas.microsoft.com/office/drawing/2014/main" id="{3747979C-AB1C-4A39-933C-47B3E01C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R</a:t>
            </a:r>
            <a:r>
              <a:rPr sz="1674" i="1" baseline="-25000"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7" name="shared-extractor">
            <a:extLst xmlns:a="http://schemas.openxmlformats.org/drawingml/2006/main">
              <a:ext uri="{FF2B5EF4-FFF2-40B4-BE49-F238E27FC236}">
                <a16:creationId xmlns:a16="http://schemas.microsoft.com/office/drawing/2014/main" id="{86266A24-CCD9-4F9B-9620-ABF43112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2962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dual encoders</a:t>
            </a:r>
          </a:p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Calibrated fusion</a:t>
            </a:r>
          </a:p>
        </p:txBody>
      </p:sp>
      <p:sp>
        <p:nvSpPr>
          <p:cNvPr id="8" name="node105">
            <a:extLst xmlns:a="http://schemas.openxmlformats.org/drawingml/2006/main">
              <a:ext uri="{FF2B5EF4-FFF2-40B4-BE49-F238E27FC236}">
                <a16:creationId xmlns:a16="http://schemas.microsoft.com/office/drawing/2014/main" id="{61E01BF6-1097-43AC-9E4D-B7BB571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62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" name="node106">
            <a:extLst xmlns:a="http://schemas.openxmlformats.org/drawingml/2006/main">
              <a:ext uri="{FF2B5EF4-FFF2-40B4-BE49-F238E27FC236}">
                <a16:creationId xmlns:a16="http://schemas.microsoft.com/office/drawing/2014/main" id="{095C250A-518E-4DC1-B7D5-F83D634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934528" y="302895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" name="support-lattice0-0">
            <a:extLst xmlns:a="http://schemas.openxmlformats.org/drawingml/2006/main">
              <a:ext uri="{FF2B5EF4-FFF2-40B4-BE49-F238E27FC236}">
                <a16:creationId xmlns:a16="http://schemas.microsoft.com/office/drawing/2014/main" id="{D546F897-D729-4C66-AF8F-79DAE2C4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2" name="support-lattice0-1">
            <a:extLst xmlns:a="http://schemas.openxmlformats.org/drawingml/2006/main">
              <a:ext uri="{FF2B5EF4-FFF2-40B4-BE49-F238E27FC236}">
                <a16:creationId xmlns:a16="http://schemas.microsoft.com/office/drawing/2014/main" id="{AB42B503-6C3B-43FF-86A7-F2E72F1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3" name="support-lattice0-2">
            <a:extLst xmlns:a="http://schemas.openxmlformats.org/drawingml/2006/main">
              <a:ext uri="{FF2B5EF4-FFF2-40B4-BE49-F238E27FC236}">
                <a16:creationId xmlns:a16="http://schemas.microsoft.com/office/drawing/2014/main" id="{E01184A2-A62E-46D4-BD41-430E05C0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4" name="support-lattice0-3">
            <a:extLst xmlns:a="http://schemas.openxmlformats.org/drawingml/2006/main">
              <a:ext uri="{FF2B5EF4-FFF2-40B4-BE49-F238E27FC236}">
                <a16:creationId xmlns:a16="http://schemas.microsoft.com/office/drawing/2014/main" id="{E9666F58-AF51-4B52-9915-9314BD2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5" name="support-lattice0-4">
            <a:extLst xmlns:a="http://schemas.openxmlformats.org/drawingml/2006/main">
              <a:ext uri="{FF2B5EF4-FFF2-40B4-BE49-F238E27FC236}">
                <a16:creationId xmlns:a16="http://schemas.microsoft.com/office/drawing/2014/main" id="{648740A5-B0AB-45BC-811C-F7D0EE8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6" name="support-lattice0-5">
            <a:extLst xmlns:a="http://schemas.openxmlformats.org/drawingml/2006/main">
              <a:ext uri="{FF2B5EF4-FFF2-40B4-BE49-F238E27FC236}">
                <a16:creationId xmlns:a16="http://schemas.microsoft.com/office/drawing/2014/main" id="{8EE12DE8-C7AC-4E05-8C9F-EC4659A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717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7" name="support-lattice1-0">
            <a:extLst xmlns:a="http://schemas.openxmlformats.org/drawingml/2006/main">
              <a:ext uri="{FF2B5EF4-FFF2-40B4-BE49-F238E27FC236}">
                <a16:creationId xmlns:a16="http://schemas.microsoft.com/office/drawing/2014/main" id="{52A840F3-6F18-41D7-B322-3E791FB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8" name="support-lattice1-1">
            <a:extLst xmlns:a="http://schemas.openxmlformats.org/drawingml/2006/main">
              <a:ext uri="{FF2B5EF4-FFF2-40B4-BE49-F238E27FC236}">
                <a16:creationId xmlns:a16="http://schemas.microsoft.com/office/drawing/2014/main" id="{A39A2A33-1137-400A-B71C-049D5F07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19" name="support-lattice1-2">
            <a:extLst xmlns:a="http://schemas.openxmlformats.org/drawingml/2006/main">
              <a:ext uri="{FF2B5EF4-FFF2-40B4-BE49-F238E27FC236}">
                <a16:creationId xmlns:a16="http://schemas.microsoft.com/office/drawing/2014/main" id="{D0F673CF-55CB-4FC3-A205-C1A0498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1A5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0" name="support-lattice1-3">
            <a:extLst xmlns:a="http://schemas.openxmlformats.org/drawingml/2006/main">
              <a:ext uri="{FF2B5EF4-FFF2-40B4-BE49-F238E27FC236}">
                <a16:creationId xmlns:a16="http://schemas.microsoft.com/office/drawing/2014/main" id="{2E2940FE-FF08-4AEF-9485-6E84F52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1" name="support-lattice1-4">
            <a:extLst xmlns:a="http://schemas.openxmlformats.org/drawingml/2006/main">
              <a:ext uri="{FF2B5EF4-FFF2-40B4-BE49-F238E27FC236}">
                <a16:creationId xmlns:a16="http://schemas.microsoft.com/office/drawing/2014/main" id="{A8A75389-1250-4C8D-8348-855F7750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2" name="support-lattice1-5">
            <a:extLst xmlns:a="http://schemas.openxmlformats.org/drawingml/2006/main">
              <a:ext uri="{FF2B5EF4-FFF2-40B4-BE49-F238E27FC236}">
                <a16:creationId xmlns:a16="http://schemas.microsoft.com/office/drawing/2014/main" id="{663869F5-02C1-4800-90D1-9411B41C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3" name="support-lattice2-0">
            <a:extLst xmlns:a="http://schemas.openxmlformats.org/drawingml/2006/main">
              <a:ext uri="{FF2B5EF4-FFF2-40B4-BE49-F238E27FC236}">
                <a16:creationId xmlns:a16="http://schemas.microsoft.com/office/drawing/2014/main" id="{FD8C6128-1975-4E52-BB6A-38D0512C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4" name="support-lattice2-1">
            <a:extLst xmlns:a="http://schemas.openxmlformats.org/drawingml/2006/main">
              <a:ext uri="{FF2B5EF4-FFF2-40B4-BE49-F238E27FC236}">
                <a16:creationId xmlns:a16="http://schemas.microsoft.com/office/drawing/2014/main" id="{FB5B9D41-C985-4C98-BA96-F023160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5" name="support-lattice2-2">
            <a:extLst xmlns:a="http://schemas.openxmlformats.org/drawingml/2006/main">
              <a:ext uri="{FF2B5EF4-FFF2-40B4-BE49-F238E27FC236}">
                <a16:creationId xmlns:a16="http://schemas.microsoft.com/office/drawing/2014/main" id="{F0C5E2DB-B6A9-4FEC-9433-4EC73662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6" name="support-lattice2-3">
            <a:extLst xmlns:a="http://schemas.openxmlformats.org/drawingml/2006/main">
              <a:ext uri="{FF2B5EF4-FFF2-40B4-BE49-F238E27FC236}">
                <a16:creationId xmlns:a16="http://schemas.microsoft.com/office/drawing/2014/main" id="{7C86FADA-8721-4F51-906F-CD92E6A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7" name="support-lattice2-4">
            <a:extLst xmlns:a="http://schemas.openxmlformats.org/drawingml/2006/main">
              <a:ext uri="{FF2B5EF4-FFF2-40B4-BE49-F238E27FC236}">
                <a16:creationId xmlns:a16="http://schemas.microsoft.com/office/drawing/2014/main" id="{71879958-FDF7-4FF2-8EB7-15902BAF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8" name="support-lattice2-5">
            <a:extLst xmlns:a="http://schemas.openxmlformats.org/drawingml/2006/main">
              <a:ext uri="{FF2B5EF4-FFF2-40B4-BE49-F238E27FC236}">
                <a16:creationId xmlns:a16="http://schemas.microsoft.com/office/drawing/2014/main" id="{81950EA2-0E35-40A9-8D7F-365B4A04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860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29" name="support-lattice3-0">
            <a:extLst xmlns:a="http://schemas.openxmlformats.org/drawingml/2006/main">
              <a:ext uri="{FF2B5EF4-FFF2-40B4-BE49-F238E27FC236}">
                <a16:creationId xmlns:a16="http://schemas.microsoft.com/office/drawing/2014/main" id="{FAFC863F-C179-44EE-A227-AC7DBE4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0" name="support-lattice3-1">
            <a:extLst xmlns:a="http://schemas.openxmlformats.org/drawingml/2006/main">
              <a:ext uri="{FF2B5EF4-FFF2-40B4-BE49-F238E27FC236}">
                <a16:creationId xmlns:a16="http://schemas.microsoft.com/office/drawing/2014/main" id="{08161EDB-4FF1-4796-8E3D-F268B3D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1" name="support-lattice3-2">
            <a:extLst xmlns:a="http://schemas.openxmlformats.org/drawingml/2006/main">
              <a:ext uri="{FF2B5EF4-FFF2-40B4-BE49-F238E27FC236}">
                <a16:creationId xmlns:a16="http://schemas.microsoft.com/office/drawing/2014/main" id="{0A0899BC-89EC-494E-89B8-EBCC8163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2" name="support-lattice3-3">
            <a:extLst xmlns:a="http://schemas.openxmlformats.org/drawingml/2006/main">
              <a:ext uri="{FF2B5EF4-FFF2-40B4-BE49-F238E27FC236}">
                <a16:creationId xmlns:a16="http://schemas.microsoft.com/office/drawing/2014/main" id="{2D3BD681-7ADB-45E7-9C1A-1EEFCA2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3" name="support-lattice3-4">
            <a:extLst xmlns:a="http://schemas.openxmlformats.org/drawingml/2006/main">
              <a:ext uri="{FF2B5EF4-FFF2-40B4-BE49-F238E27FC236}">
                <a16:creationId xmlns:a16="http://schemas.microsoft.com/office/drawing/2014/main" id="{7AF5224A-408D-41E2-9C21-790342B3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4" name="support-lattice3-5">
            <a:extLst xmlns:a="http://schemas.openxmlformats.org/drawingml/2006/main">
              <a:ext uri="{FF2B5EF4-FFF2-40B4-BE49-F238E27FC236}">
                <a16:creationId xmlns:a16="http://schemas.microsoft.com/office/drawing/2014/main" id="{23DBA345-B0D7-440A-A117-77AB82BB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7620">
            <a:solidFill>
              <a:srgbClr val="8871A5"/>
            </a:solidFill>
          </a:ln>
        </p:spPr>
      </p:sp>
      <p:sp>
        <p:nvSpPr>
          <p:cNvPr id="35" name="node107">
            <a:extLst xmlns:a="http://schemas.openxmlformats.org/drawingml/2006/main">
              <a:ext uri="{FF2B5EF4-FFF2-40B4-BE49-F238E27FC236}">
                <a16:creationId xmlns:a16="http://schemas.microsoft.com/office/drawing/2014/main" id="{C7C0B2B2-3B30-4AA2-BBD7-AC0A424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36" name="node108">
            <a:extLst xmlns:a="http://schemas.openxmlformats.org/drawingml/2006/main">
              <a:ext uri="{FF2B5EF4-FFF2-40B4-BE49-F238E27FC236}">
                <a16:creationId xmlns:a16="http://schemas.microsoft.com/office/drawing/2014/main" id="{36583ABD-41FE-4199-AD94-843F7ACA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02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611178" y="3028951"/>
            <a:ext cx="664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8" name="all-patch-label">
            <a:extLst xmlns:a="http://schemas.openxmlformats.org/drawingml/2006/main">
              <a:ext uri="{FF2B5EF4-FFF2-40B4-BE49-F238E27FC236}">
                <a16:creationId xmlns:a16="http://schemas.microsoft.com/office/drawing/2014/main" id="{1379D611-EC04-4535-8252-C95C10D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38550"/>
            <a:ext cx="260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Retain every patch</a:t>
            </a:r>
          </a:p>
        </p:txBody>
      </p:sp>
      <p:sp>
        <p:nvSpPr>
          <p:cNvPr id="39" name="collect">
            <a:extLst xmlns:a="http://schemas.openxmlformats.org/drawingml/2006/main">
              <a:ext uri="{FF2B5EF4-FFF2-40B4-BE49-F238E27FC236}">
                <a16:creationId xmlns:a16="http://schemas.microsoft.com/office/drawing/2014/main" id="{286716CA-D516-48F3-8EDA-F664EC3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47925"/>
            <a:ext cx="23145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Collect</a:t>
            </a:r>
          </a:p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 descriptors</a:t>
            </a:r>
          </a:p>
        </p:txBody>
      </p:sp>
      <p:sp>
        <p:nvSpPr>
          <p:cNvPr id="40" name="node109">
            <a:extLst xmlns:a="http://schemas.openxmlformats.org/drawingml/2006/main">
              <a:ext uri="{FF2B5EF4-FFF2-40B4-BE49-F238E27FC236}">
                <a16:creationId xmlns:a16="http://schemas.microsoft.com/office/drawing/2014/main" id="{729F0F70-C6F4-4C70-BD21-4456367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07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41" name="node110">
            <a:extLst xmlns:a="http://schemas.openxmlformats.org/drawingml/2006/main">
              <a:ext uri="{FF2B5EF4-FFF2-40B4-BE49-F238E27FC236}">
                <a16:creationId xmlns:a16="http://schemas.microsoft.com/office/drawing/2014/main" id="{FC0C0C79-1294-460A-A254-4043D841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4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820978" y="3028951"/>
            <a:ext cx="9029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43" name="bank">
            <a:extLst xmlns:a="http://schemas.openxmlformats.org/drawingml/2006/main">
              <a:ext uri="{FF2B5EF4-FFF2-40B4-BE49-F238E27FC236}">
                <a16:creationId xmlns:a16="http://schemas.microsoft.com/office/drawing/2014/main" id="{38739228-ADA7-4F4B-98E3-C8E2C5A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228850"/>
            <a:ext cx="33432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bankvec00">
            <a:extLst xmlns:a="http://schemas.openxmlformats.org/drawingml/2006/main">
              <a:ext uri="{FF2B5EF4-FFF2-40B4-BE49-F238E27FC236}">
                <a16:creationId xmlns:a16="http://schemas.microsoft.com/office/drawing/2014/main" id="{B749E8A9-3D93-4F11-9391-11880A4F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bankvec01">
            <a:extLst xmlns:a="http://schemas.openxmlformats.org/drawingml/2006/main">
              <a:ext uri="{FF2B5EF4-FFF2-40B4-BE49-F238E27FC236}">
                <a16:creationId xmlns:a16="http://schemas.microsoft.com/office/drawing/2014/main" id="{46E3337A-0543-4AAC-A939-BE8339D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bankvec02">
            <a:extLst xmlns:a="http://schemas.openxmlformats.org/drawingml/2006/main">
              <a:ext uri="{FF2B5EF4-FFF2-40B4-BE49-F238E27FC236}">
                <a16:creationId xmlns:a16="http://schemas.microsoft.com/office/drawing/2014/main" id="{2D0F75B0-C42E-44D2-8608-6C405804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bankvec03">
            <a:extLst xmlns:a="http://schemas.openxmlformats.org/drawingml/2006/main">
              <a:ext uri="{FF2B5EF4-FFF2-40B4-BE49-F238E27FC236}">
                <a16:creationId xmlns:a16="http://schemas.microsoft.com/office/drawing/2014/main" id="{CE22FB05-6B93-4D23-9C6D-09DEAF08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bankvec04">
            <a:extLst xmlns:a="http://schemas.openxmlformats.org/drawingml/2006/main">
              <a:ext uri="{FF2B5EF4-FFF2-40B4-BE49-F238E27FC236}">
                <a16:creationId xmlns:a16="http://schemas.microsoft.com/office/drawing/2014/main" id="{BD7A059A-24B3-4019-835E-8464C09D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bankvec05">
            <a:extLst xmlns:a="http://schemas.openxmlformats.org/drawingml/2006/main">
              <a:ext uri="{FF2B5EF4-FFF2-40B4-BE49-F238E27FC236}">
                <a16:creationId xmlns:a16="http://schemas.microsoft.com/office/drawing/2014/main" id="{C94B26C0-006D-4C64-B272-FF17101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bankvec06">
            <a:extLst xmlns:a="http://schemas.openxmlformats.org/drawingml/2006/main">
              <a:ext uri="{FF2B5EF4-FFF2-40B4-BE49-F238E27FC236}">
                <a16:creationId xmlns:a16="http://schemas.microsoft.com/office/drawing/2014/main" id="{2E2BE4E3-7FEB-4176-8774-26FB6674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bankvec07">
            <a:extLst xmlns:a="http://schemas.openxmlformats.org/drawingml/2006/main">
              <a:ext uri="{FF2B5EF4-FFF2-40B4-BE49-F238E27FC236}">
                <a16:creationId xmlns:a16="http://schemas.microsoft.com/office/drawing/2014/main" id="{4DD0F59F-B9DF-482D-ACC5-40973407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bankvec08">
            <a:extLst xmlns:a="http://schemas.openxmlformats.org/drawingml/2006/main">
              <a:ext uri="{FF2B5EF4-FFF2-40B4-BE49-F238E27FC236}">
                <a16:creationId xmlns:a16="http://schemas.microsoft.com/office/drawing/2014/main" id="{D4E95E5F-1476-49D8-9B57-6D99A0A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bankvec09">
            <a:extLst xmlns:a="http://schemas.openxmlformats.org/drawingml/2006/main">
              <a:ext uri="{FF2B5EF4-FFF2-40B4-BE49-F238E27FC236}">
                <a16:creationId xmlns:a16="http://schemas.microsoft.com/office/drawing/2014/main" id="{795B4B80-BCB8-4944-B1F3-1D88C155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3907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4" name="bankvec10">
            <a:extLst xmlns:a="http://schemas.openxmlformats.org/drawingml/2006/main">
              <a:ext uri="{FF2B5EF4-FFF2-40B4-BE49-F238E27FC236}">
                <a16:creationId xmlns:a16="http://schemas.microsoft.com/office/drawing/2014/main" id="{9128DB48-89EE-4D17-A64E-268AFD2B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bankvec11">
            <a:extLst xmlns:a="http://schemas.openxmlformats.org/drawingml/2006/main">
              <a:ext uri="{FF2B5EF4-FFF2-40B4-BE49-F238E27FC236}">
                <a16:creationId xmlns:a16="http://schemas.microsoft.com/office/drawing/2014/main" id="{B19749F5-33DF-4AC1-A84C-575A772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bankvec12">
            <a:extLst xmlns:a="http://schemas.openxmlformats.org/drawingml/2006/main">
              <a:ext uri="{FF2B5EF4-FFF2-40B4-BE49-F238E27FC236}">
                <a16:creationId xmlns:a16="http://schemas.microsoft.com/office/drawing/2014/main" id="{D7D54318-2C3B-4199-B543-5545A94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bankvec13">
            <a:extLst xmlns:a="http://schemas.openxmlformats.org/drawingml/2006/main">
              <a:ext uri="{FF2B5EF4-FFF2-40B4-BE49-F238E27FC236}">
                <a16:creationId xmlns:a16="http://schemas.microsoft.com/office/drawing/2014/main" id="{C153B231-0E00-4BDD-BA3C-7B31A3B4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bankvec14">
            <a:extLst xmlns:a="http://schemas.openxmlformats.org/drawingml/2006/main">
              <a:ext uri="{FF2B5EF4-FFF2-40B4-BE49-F238E27FC236}">
                <a16:creationId xmlns:a16="http://schemas.microsoft.com/office/drawing/2014/main" id="{15F6D0B3-D695-4E4C-B5B5-57A74A3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bankvec15">
            <a:extLst xmlns:a="http://schemas.openxmlformats.org/drawingml/2006/main">
              <a:ext uri="{FF2B5EF4-FFF2-40B4-BE49-F238E27FC236}">
                <a16:creationId xmlns:a16="http://schemas.microsoft.com/office/drawing/2014/main" id="{CB40D216-A7BD-41B1-B368-D9BFEC8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bankvec16">
            <a:extLst xmlns:a="http://schemas.openxmlformats.org/drawingml/2006/main">
              <a:ext uri="{FF2B5EF4-FFF2-40B4-BE49-F238E27FC236}">
                <a16:creationId xmlns:a16="http://schemas.microsoft.com/office/drawing/2014/main" id="{527C74EC-8627-47C7-8C80-BD814EC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bankvec17">
            <a:extLst xmlns:a="http://schemas.openxmlformats.org/drawingml/2006/main">
              <a:ext uri="{FF2B5EF4-FFF2-40B4-BE49-F238E27FC236}">
                <a16:creationId xmlns:a16="http://schemas.microsoft.com/office/drawing/2014/main" id="{F42D0671-836A-4AAF-AD24-C469C70D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bankvec18">
            <a:extLst xmlns:a="http://schemas.openxmlformats.org/drawingml/2006/main">
              <a:ext uri="{FF2B5EF4-FFF2-40B4-BE49-F238E27FC236}">
                <a16:creationId xmlns:a16="http://schemas.microsoft.com/office/drawing/2014/main" id="{EC5AB9D4-9145-476B-AE34-50A9876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bankvec19">
            <a:extLst xmlns:a="http://schemas.openxmlformats.org/drawingml/2006/main">
              <a:ext uri="{FF2B5EF4-FFF2-40B4-BE49-F238E27FC236}">
                <a16:creationId xmlns:a16="http://schemas.microsoft.com/office/drawing/2014/main" id="{74F92EAE-7B90-4D43-89E6-DC69657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7146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4" name="bankvec20">
            <a:extLst xmlns:a="http://schemas.openxmlformats.org/drawingml/2006/main">
              <a:ext uri="{FF2B5EF4-FFF2-40B4-BE49-F238E27FC236}">
                <a16:creationId xmlns:a16="http://schemas.microsoft.com/office/drawing/2014/main" id="{3A89D0BF-79EE-42F7-823B-DDC706E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5" name="bankvec21">
            <a:extLst xmlns:a="http://schemas.openxmlformats.org/drawingml/2006/main">
              <a:ext uri="{FF2B5EF4-FFF2-40B4-BE49-F238E27FC236}">
                <a16:creationId xmlns:a16="http://schemas.microsoft.com/office/drawing/2014/main" id="{DED094EC-0C35-49A1-B4D5-0D69BF3F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6" name="bankvec22">
            <a:extLst xmlns:a="http://schemas.openxmlformats.org/drawingml/2006/main">
              <a:ext uri="{FF2B5EF4-FFF2-40B4-BE49-F238E27FC236}">
                <a16:creationId xmlns:a16="http://schemas.microsoft.com/office/drawing/2014/main" id="{90ED8319-D6C0-47CC-9C34-DB36254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7" name="bankvec23">
            <a:extLst xmlns:a="http://schemas.openxmlformats.org/drawingml/2006/main">
              <a:ext uri="{FF2B5EF4-FFF2-40B4-BE49-F238E27FC236}">
                <a16:creationId xmlns:a16="http://schemas.microsoft.com/office/drawing/2014/main" id="{CB945D16-7ECD-416A-9329-567AEA2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8" name="bankvec24">
            <a:extLst xmlns:a="http://schemas.openxmlformats.org/drawingml/2006/main">
              <a:ext uri="{FF2B5EF4-FFF2-40B4-BE49-F238E27FC236}">
                <a16:creationId xmlns:a16="http://schemas.microsoft.com/office/drawing/2014/main" id="{89DE33B2-E105-4D1D-97C0-E819CE86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9" name="bankvec25">
            <a:extLst xmlns:a="http://schemas.openxmlformats.org/drawingml/2006/main">
              <a:ext uri="{FF2B5EF4-FFF2-40B4-BE49-F238E27FC236}">
                <a16:creationId xmlns:a16="http://schemas.microsoft.com/office/drawing/2014/main" id="{9186DFFE-6DC3-4D33-A54B-26E8EEE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bankvec26">
            <a:extLst xmlns:a="http://schemas.openxmlformats.org/drawingml/2006/main">
              <a:ext uri="{FF2B5EF4-FFF2-40B4-BE49-F238E27FC236}">
                <a16:creationId xmlns:a16="http://schemas.microsoft.com/office/drawing/2014/main" id="{C2AA5908-E7CA-4DEE-9087-C6735DD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bankvec27">
            <a:extLst xmlns:a="http://schemas.openxmlformats.org/drawingml/2006/main">
              <a:ext uri="{FF2B5EF4-FFF2-40B4-BE49-F238E27FC236}">
                <a16:creationId xmlns:a16="http://schemas.microsoft.com/office/drawing/2014/main" id="{DF64B944-CA32-4E41-9C50-61C19E7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bankvec28">
            <a:extLst xmlns:a="http://schemas.openxmlformats.org/drawingml/2006/main">
              <a:ext uri="{FF2B5EF4-FFF2-40B4-BE49-F238E27FC236}">
                <a16:creationId xmlns:a16="http://schemas.microsoft.com/office/drawing/2014/main" id="{765EA166-7C42-4E48-A025-C8514D2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bankvec29">
            <a:extLst xmlns:a="http://schemas.openxmlformats.org/drawingml/2006/main">
              <a:ext uri="{FF2B5EF4-FFF2-40B4-BE49-F238E27FC236}">
                <a16:creationId xmlns:a16="http://schemas.microsoft.com/office/drawing/2014/main" id="{AF54BB02-8EDE-4075-BDE7-F2170FD4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03847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4" name="bankvec30">
            <a:extLst xmlns:a="http://schemas.openxmlformats.org/drawingml/2006/main">
              <a:ext uri="{FF2B5EF4-FFF2-40B4-BE49-F238E27FC236}">
                <a16:creationId xmlns:a16="http://schemas.microsoft.com/office/drawing/2014/main" id="{F44995DF-886F-4206-AD1B-932F5E8F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5" name="bankvec31">
            <a:extLst xmlns:a="http://schemas.openxmlformats.org/drawingml/2006/main">
              <a:ext uri="{FF2B5EF4-FFF2-40B4-BE49-F238E27FC236}">
                <a16:creationId xmlns:a16="http://schemas.microsoft.com/office/drawing/2014/main" id="{1B7C6156-6C4C-41B9-B5AE-7866496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6" name="bankvec32">
            <a:extLst xmlns:a="http://schemas.openxmlformats.org/drawingml/2006/main">
              <a:ext uri="{FF2B5EF4-FFF2-40B4-BE49-F238E27FC236}">
                <a16:creationId xmlns:a16="http://schemas.microsoft.com/office/drawing/2014/main" id="{522F249B-9C8D-4E9D-B7CB-5377840A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7" name="bankvec33">
            <a:extLst xmlns:a="http://schemas.openxmlformats.org/drawingml/2006/main">
              <a:ext uri="{FF2B5EF4-FFF2-40B4-BE49-F238E27FC236}">
                <a16:creationId xmlns:a16="http://schemas.microsoft.com/office/drawing/2014/main" id="{A0C349F4-2AEA-4B50-8D0C-C9858D95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8" name="bankvec34">
            <a:extLst xmlns:a="http://schemas.openxmlformats.org/drawingml/2006/main">
              <a:ext uri="{FF2B5EF4-FFF2-40B4-BE49-F238E27FC236}">
                <a16:creationId xmlns:a16="http://schemas.microsoft.com/office/drawing/2014/main" id="{866EA2B9-91AB-44FE-AE0D-597F486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79" name="bankvec35">
            <a:extLst xmlns:a="http://schemas.openxmlformats.org/drawingml/2006/main">
              <a:ext uri="{FF2B5EF4-FFF2-40B4-BE49-F238E27FC236}">
                <a16:creationId xmlns:a16="http://schemas.microsoft.com/office/drawing/2014/main" id="{83782DBC-D685-465B-B776-DB880949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0" name="bankvec36">
            <a:extLst xmlns:a="http://schemas.openxmlformats.org/drawingml/2006/main">
              <a:ext uri="{FF2B5EF4-FFF2-40B4-BE49-F238E27FC236}">
                <a16:creationId xmlns:a16="http://schemas.microsoft.com/office/drawing/2014/main" id="{A40E6F05-DEB8-42EE-8F7D-F58D55FD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1" name="bankvec37">
            <a:extLst xmlns:a="http://schemas.openxmlformats.org/drawingml/2006/main">
              <a:ext uri="{FF2B5EF4-FFF2-40B4-BE49-F238E27FC236}">
                <a16:creationId xmlns:a16="http://schemas.microsoft.com/office/drawing/2014/main" id="{BE9227CA-0F6D-4C31-AC37-1121385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2" name="bankvec38">
            <a:extLst xmlns:a="http://schemas.openxmlformats.org/drawingml/2006/main">
              <a:ext uri="{FF2B5EF4-FFF2-40B4-BE49-F238E27FC236}">
                <a16:creationId xmlns:a16="http://schemas.microsoft.com/office/drawing/2014/main" id="{D3A4928F-E8F4-461A-A604-0491033F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3" name="bankvec39">
            <a:extLst xmlns:a="http://schemas.openxmlformats.org/drawingml/2006/main">
              <a:ext uri="{FF2B5EF4-FFF2-40B4-BE49-F238E27FC236}">
                <a16:creationId xmlns:a16="http://schemas.microsoft.com/office/drawing/2014/main" id="{54C01B51-DF23-40F7-A9D6-5966D8FA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362325"/>
            <a:ext cx="276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84" name="node111">
            <a:extLst xmlns:a="http://schemas.openxmlformats.org/drawingml/2006/main">
              <a:ext uri="{FF2B5EF4-FFF2-40B4-BE49-F238E27FC236}">
                <a16:creationId xmlns:a16="http://schemas.microsoft.com/office/drawing/2014/main" id="{9A547E54-2983-4C1B-BEA5-293ADF2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52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5" name="node112">
            <a:extLst xmlns:a="http://schemas.openxmlformats.org/drawingml/2006/main">
              <a:ext uri="{FF2B5EF4-FFF2-40B4-BE49-F238E27FC236}">
                <a16:creationId xmlns:a16="http://schemas.microsoft.com/office/drawing/2014/main" id="{ADA247EC-FC3C-4CAE-853C-93CF7E6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973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9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1040428" y="3028951"/>
            <a:ext cx="9315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7" name="bankdim">
            <a:extLst xmlns:a="http://schemas.openxmlformats.org/drawingml/2006/main">
              <a:ext uri="{FF2B5EF4-FFF2-40B4-BE49-F238E27FC236}">
                <a16:creationId xmlns:a16="http://schemas.microsoft.com/office/drawing/2014/main" id="{02CA505A-C379-4370-B4D9-668EEB3E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914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M</a:t>
            </a:r>
            <a:r>
              <a:rPr sz="1674" i="1" baseline="-25000">
                <a:latin typeface="Cambria"/>
                <a:ea typeface="Cambria"/>
                <a:cs typeface="Cambria"/>
              </a:rPr>
              <a:t>c</a:t>
            </a:r>
            <a:r>
              <a:rPr sz="2325">
                <a:latin typeface="Cambria"/>
                <a:ea typeface="Cambria"/>
                <a:cs typeface="Cambria"/>
              </a:rPr>
              <a:t>: </a:t>
            </a:r>
            <a:r>
              <a:rPr sz="2325" b="0" i="1">
                <a:latin typeface="Cambria"/>
                <a:ea typeface="Cambria"/>
                <a:cs typeface="Cambria"/>
              </a:rPr>
              <a:t>N</a:t>
            </a:r>
            <a:r>
              <a:rPr sz="1674" i="1" baseline="-25000">
                <a:latin typeface="Cambria"/>
                <a:ea typeface="Cambria"/>
                <a:cs typeface="Cambria"/>
              </a:rPr>
              <a:t>c</a:t>
            </a:r>
            <a:r>
              <a:rPr sz="2325">
                <a:latin typeface="Cambria"/>
                <a:ea typeface="Cambria"/>
                <a:cs typeface="Cambria"/>
              </a:rPr>
              <a:t> × 1536</a:t>
            </a:r>
          </a:p>
        </p:txBody>
      </p:sp>
      <p:sp>
        <p:nvSpPr>
          <p:cNvPr id="88" name="bank-kind">
            <a:extLst xmlns:a="http://schemas.openxmlformats.org/drawingml/2006/main">
              <a:ext uri="{FF2B5EF4-FFF2-40B4-BE49-F238E27FC236}">
                <a16:creationId xmlns:a16="http://schemas.microsoft.com/office/drawing/2014/main" id="{AC92FEC2-DD97-4132-99AD-AFD16DE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7197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FAISS IndexFlatL2</a:t>
            </a:r>
          </a:p>
        </p:txBody>
      </p:sp>
      <p:sp>
        <p:nvSpPr>
          <p:cNvPr id="89" name="midrule">
            <a:extLst xmlns:a="http://schemas.openxmlformats.org/drawingml/2006/main">
              <a:ext uri="{FF2B5EF4-FFF2-40B4-BE49-F238E27FC236}">
                <a16:creationId xmlns:a16="http://schemas.microsoft.com/office/drawing/2014/main" id="{CD942C59-134D-463C-AE34-A3221CF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863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90" name="query-section">
            <a:extLst xmlns:a="http://schemas.openxmlformats.org/drawingml/2006/main">
              <a:ext uri="{FF2B5EF4-FFF2-40B4-BE49-F238E27FC236}">
                <a16:creationId xmlns:a16="http://schemas.microsoft.com/office/drawing/2014/main" id="{94B9DE65-DCB4-44B6-B309-F96CE87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4825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Find the nearest support patch in feature space</a:t>
            </a:r>
          </a:p>
        </p:txBody>
      </p:sp>
      <p:sp>
        <p:nvSpPr>
          <p:cNvPr id="91" name="queryvec0">
            <a:extLst xmlns:a="http://schemas.openxmlformats.org/drawingml/2006/main">
              <a:ext uri="{FF2B5EF4-FFF2-40B4-BE49-F238E27FC236}">
                <a16:creationId xmlns:a16="http://schemas.microsoft.com/office/drawing/2014/main" id="{BE0B46AB-C625-4D40-A2C6-93A489D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2" name="queryvec1">
            <a:extLst xmlns:a="http://schemas.openxmlformats.org/drawingml/2006/main">
              <a:ext uri="{FF2B5EF4-FFF2-40B4-BE49-F238E27FC236}">
                <a16:creationId xmlns:a16="http://schemas.microsoft.com/office/drawing/2014/main" id="{6D3C1A9C-F953-4EF8-8AF0-BF67033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3" name="queryvec2">
            <a:extLst xmlns:a="http://schemas.openxmlformats.org/drawingml/2006/main">
              <a:ext uri="{FF2B5EF4-FFF2-40B4-BE49-F238E27FC236}">
                <a16:creationId xmlns:a16="http://schemas.microsoft.com/office/drawing/2014/main" id="{418D04A2-6183-4E63-B52E-C7C2A7D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4" name="queryvec3">
            <a:extLst xmlns:a="http://schemas.openxmlformats.org/drawingml/2006/main">
              <a:ext uri="{FF2B5EF4-FFF2-40B4-BE49-F238E27FC236}">
                <a16:creationId xmlns:a16="http://schemas.microsoft.com/office/drawing/2014/main" id="{0135E676-1335-4AA4-9039-672FC000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5" name="queryvec4">
            <a:extLst xmlns:a="http://schemas.openxmlformats.org/drawingml/2006/main">
              <a:ext uri="{FF2B5EF4-FFF2-40B4-BE49-F238E27FC236}">
                <a16:creationId xmlns:a16="http://schemas.microsoft.com/office/drawing/2014/main" id="{109A5737-A383-48E2-8FCD-EEDFAABA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96" name="queryvec5">
            <a:extLst xmlns:a="http://schemas.openxmlformats.org/drawingml/2006/main">
              <a:ext uri="{FF2B5EF4-FFF2-40B4-BE49-F238E27FC236}">
                <a16:creationId xmlns:a16="http://schemas.microsoft.com/office/drawing/2014/main" id="{A2A7C3E3-644C-4FBB-AF72-8D9D3DB4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queryvec6">
            <a:extLst xmlns:a="http://schemas.openxmlformats.org/drawingml/2006/main">
              <a:ext uri="{FF2B5EF4-FFF2-40B4-BE49-F238E27FC236}">
                <a16:creationId xmlns:a16="http://schemas.microsoft.com/office/drawing/2014/main" id="{C9714F8B-20A5-471B-B854-1DF53FC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queryvec7">
            <a:extLst xmlns:a="http://schemas.openxmlformats.org/drawingml/2006/main">
              <a:ext uri="{FF2B5EF4-FFF2-40B4-BE49-F238E27FC236}">
                <a16:creationId xmlns:a16="http://schemas.microsoft.com/office/drawing/2014/main" id="{5BA51F2F-7A93-4001-90CF-EA3D4F5C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queryvec8">
            <a:extLst xmlns:a="http://schemas.openxmlformats.org/drawingml/2006/main">
              <a:ext uri="{FF2B5EF4-FFF2-40B4-BE49-F238E27FC236}">
                <a16:creationId xmlns:a16="http://schemas.microsoft.com/office/drawing/2014/main" id="{4AAEAE52-8567-47B8-AE34-B93D051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queryvec9">
            <a:extLst xmlns:a="http://schemas.openxmlformats.org/drawingml/2006/main">
              <a:ext uri="{FF2B5EF4-FFF2-40B4-BE49-F238E27FC236}">
                <a16:creationId xmlns:a16="http://schemas.microsoft.com/office/drawing/2014/main" id="{F6EC0596-179D-42CA-AF7C-E502DA89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6324600"/>
            <a:ext cx="195263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queryvec-symbol">
            <a:extLst xmlns:a="http://schemas.openxmlformats.org/drawingml/2006/main">
              <a:ext uri="{FF2B5EF4-FFF2-40B4-BE49-F238E27FC236}">
                <a16:creationId xmlns:a16="http://schemas.microsoft.com/office/drawing/2014/main" id="{E6F28A37-415C-4155-A8FB-C342B52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8580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f</a:t>
            </a:r>
            <a:r>
              <a:rPr sz="1674" i="0" baseline="-25000">
                <a:latin typeface="Cambria"/>
                <a:ea typeface="Cambria"/>
                <a:cs typeface="Cambria"/>
              </a:rPr>
              <a:t>A,p</a:t>
            </a:r>
            <a:r>
              <a:rPr sz="2325">
                <a:latin typeface="Cambria"/>
                <a:ea typeface="Cambria"/>
                <a:cs typeface="Cambria"/>
              </a:rPr>
              <a:t>(</a:t>
            </a:r>
            <a:r>
              <a:rPr sz="2325" b="1" i="1">
                <a:latin typeface="Cambria"/>
                <a:ea typeface="Cambria"/>
                <a:cs typeface="Cambria"/>
              </a:rPr>
              <a:t>x</a:t>
            </a:r>
            <a:r>
              <a:rPr sz="2325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102" name="candidate-panel">
            <a:extLst xmlns:a="http://schemas.openxmlformats.org/drawingml/2006/main">
              <a:ext uri="{FF2B5EF4-FFF2-40B4-BE49-F238E27FC236}">
                <a16:creationId xmlns:a16="http://schemas.microsoft.com/office/drawing/2014/main" id="{D090E21C-83F5-4C3B-BD94-494F4BED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34050"/>
            <a:ext cx="30861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candidate00">
            <a:extLst xmlns:a="http://schemas.openxmlformats.org/drawingml/2006/main">
              <a:ext uri="{FF2B5EF4-FFF2-40B4-BE49-F238E27FC236}">
                <a16:creationId xmlns:a16="http://schemas.microsoft.com/office/drawing/2014/main" id="{9C425AE4-480C-4398-8098-55B5CD0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4" name="candidate01">
            <a:extLst xmlns:a="http://schemas.openxmlformats.org/drawingml/2006/main">
              <a:ext uri="{FF2B5EF4-FFF2-40B4-BE49-F238E27FC236}">
                <a16:creationId xmlns:a16="http://schemas.microsoft.com/office/drawing/2014/main" id="{1A3C4F4C-B20B-41DF-9C01-19DA7703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5" name="candidate02">
            <a:extLst xmlns:a="http://schemas.openxmlformats.org/drawingml/2006/main">
              <a:ext uri="{FF2B5EF4-FFF2-40B4-BE49-F238E27FC236}">
                <a16:creationId xmlns:a16="http://schemas.microsoft.com/office/drawing/2014/main" id="{8666E381-E0B6-4EFD-9658-9D262889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6" name="candidate03">
            <a:extLst xmlns:a="http://schemas.openxmlformats.org/drawingml/2006/main">
              <a:ext uri="{FF2B5EF4-FFF2-40B4-BE49-F238E27FC236}">
                <a16:creationId xmlns:a16="http://schemas.microsoft.com/office/drawing/2014/main" id="{7F236E26-A900-44A2-AB4D-BF348439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43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7" name="candidate04">
            <a:extLst xmlns:a="http://schemas.openxmlformats.org/drawingml/2006/main">
              <a:ext uri="{FF2B5EF4-FFF2-40B4-BE49-F238E27FC236}">
                <a16:creationId xmlns:a16="http://schemas.microsoft.com/office/drawing/2014/main" id="{9322E801-43D9-45FC-A970-D91AFD48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08" name="candidate05">
            <a:extLst xmlns:a="http://schemas.openxmlformats.org/drawingml/2006/main">
              <a:ext uri="{FF2B5EF4-FFF2-40B4-BE49-F238E27FC236}">
                <a16:creationId xmlns:a16="http://schemas.microsoft.com/office/drawing/2014/main" id="{00618FF1-EB3A-4B70-A1CF-F419F89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38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andidate06">
            <a:extLst xmlns:a="http://schemas.openxmlformats.org/drawingml/2006/main">
              <a:ext uri="{FF2B5EF4-FFF2-40B4-BE49-F238E27FC236}">
                <a16:creationId xmlns:a16="http://schemas.microsoft.com/office/drawing/2014/main" id="{2064E0BF-C693-4BC7-B259-929798F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andidate07">
            <a:extLst xmlns:a="http://schemas.openxmlformats.org/drawingml/2006/main">
              <a:ext uri="{FF2B5EF4-FFF2-40B4-BE49-F238E27FC236}">
                <a16:creationId xmlns:a16="http://schemas.microsoft.com/office/drawing/2014/main" id="{77C1AE20-D551-443C-9C30-36829C68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233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andidate08">
            <a:extLst xmlns:a="http://schemas.openxmlformats.org/drawingml/2006/main">
              <a:ext uri="{FF2B5EF4-FFF2-40B4-BE49-F238E27FC236}">
                <a16:creationId xmlns:a16="http://schemas.microsoft.com/office/drawing/2014/main" id="{9F046D13-7EA0-488A-BF0B-2A7EA70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andidate09">
            <a:extLst xmlns:a="http://schemas.openxmlformats.org/drawingml/2006/main">
              <a:ext uri="{FF2B5EF4-FFF2-40B4-BE49-F238E27FC236}">
                <a16:creationId xmlns:a16="http://schemas.microsoft.com/office/drawing/2014/main" id="{2D26407B-819A-4C9E-AC3B-31B4F02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28" y="590550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andidate10">
            <a:extLst xmlns:a="http://schemas.openxmlformats.org/drawingml/2006/main">
              <a:ext uri="{FF2B5EF4-FFF2-40B4-BE49-F238E27FC236}">
                <a16:creationId xmlns:a16="http://schemas.microsoft.com/office/drawing/2014/main" id="{8312F8B3-45F3-474E-BBA9-FCDE798E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4" name="candidate11">
            <a:extLst xmlns:a="http://schemas.openxmlformats.org/drawingml/2006/main">
              <a:ext uri="{FF2B5EF4-FFF2-40B4-BE49-F238E27FC236}">
                <a16:creationId xmlns:a16="http://schemas.microsoft.com/office/drawing/2014/main" id="{EB3A3E52-74DE-4F9E-89CF-98DACA16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5" name="candidate12">
            <a:extLst xmlns:a="http://schemas.openxmlformats.org/drawingml/2006/main">
              <a:ext uri="{FF2B5EF4-FFF2-40B4-BE49-F238E27FC236}">
                <a16:creationId xmlns:a16="http://schemas.microsoft.com/office/drawing/2014/main" id="{A5B70080-EEE7-4392-A8D6-175BCEC8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6" name="candidate13">
            <a:extLst xmlns:a="http://schemas.openxmlformats.org/drawingml/2006/main">
              <a:ext uri="{FF2B5EF4-FFF2-40B4-BE49-F238E27FC236}">
                <a16:creationId xmlns:a16="http://schemas.microsoft.com/office/drawing/2014/main" id="{678D4DBB-71FB-4397-A2C9-F9796B66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43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7" name="candidate14">
            <a:extLst xmlns:a="http://schemas.openxmlformats.org/drawingml/2006/main">
              <a:ext uri="{FF2B5EF4-FFF2-40B4-BE49-F238E27FC236}">
                <a16:creationId xmlns:a16="http://schemas.microsoft.com/office/drawing/2014/main" id="{21139AF7-D1EC-407F-8349-F9464E3B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8" name="candidate15">
            <a:extLst xmlns:a="http://schemas.openxmlformats.org/drawingml/2006/main">
              <a:ext uri="{FF2B5EF4-FFF2-40B4-BE49-F238E27FC236}">
                <a16:creationId xmlns:a16="http://schemas.microsoft.com/office/drawing/2014/main" id="{9C289039-2460-49D9-BF08-72FF2FC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38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andidate16">
            <a:extLst xmlns:a="http://schemas.openxmlformats.org/drawingml/2006/main">
              <a:ext uri="{FF2B5EF4-FFF2-40B4-BE49-F238E27FC236}">
                <a16:creationId xmlns:a16="http://schemas.microsoft.com/office/drawing/2014/main" id="{3272D00E-7328-4DB2-B25B-824A0EA5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andidate17">
            <a:extLst xmlns:a="http://schemas.openxmlformats.org/drawingml/2006/main">
              <a:ext uri="{FF2B5EF4-FFF2-40B4-BE49-F238E27FC236}">
                <a16:creationId xmlns:a16="http://schemas.microsoft.com/office/drawing/2014/main" id="{E040E2F6-4B23-4DF8-A6B3-4BDDDAD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233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andidate18">
            <a:extLst xmlns:a="http://schemas.openxmlformats.org/drawingml/2006/main">
              <a:ext uri="{FF2B5EF4-FFF2-40B4-BE49-F238E27FC236}">
                <a16:creationId xmlns:a16="http://schemas.microsoft.com/office/drawing/2014/main" id="{F94561B6-5A29-417B-9F12-A26B4D7D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andidate19">
            <a:extLst xmlns:a="http://schemas.openxmlformats.org/drawingml/2006/main">
              <a:ext uri="{FF2B5EF4-FFF2-40B4-BE49-F238E27FC236}">
                <a16:creationId xmlns:a16="http://schemas.microsoft.com/office/drawing/2014/main" id="{F514832A-8316-4B79-B873-3C87FA1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28" y="631507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andidate20">
            <a:extLst xmlns:a="http://schemas.openxmlformats.org/drawingml/2006/main">
              <a:ext uri="{FF2B5EF4-FFF2-40B4-BE49-F238E27FC236}">
                <a16:creationId xmlns:a16="http://schemas.microsoft.com/office/drawing/2014/main" id="{F6F3DED6-668D-44A2-94D8-8CA20CB0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candidate21">
            <a:extLst xmlns:a="http://schemas.openxmlformats.org/drawingml/2006/main">
              <a:ext uri="{FF2B5EF4-FFF2-40B4-BE49-F238E27FC236}">
                <a16:creationId xmlns:a16="http://schemas.microsoft.com/office/drawing/2014/main" id="{23A9D392-5C4E-4953-BBBD-4C442F9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candidate22">
            <a:extLst xmlns:a="http://schemas.openxmlformats.org/drawingml/2006/main">
              <a:ext uri="{FF2B5EF4-FFF2-40B4-BE49-F238E27FC236}">
                <a16:creationId xmlns:a16="http://schemas.microsoft.com/office/drawing/2014/main" id="{472ABEDF-9E87-46D8-BA4A-988CD672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6" name="candidate23">
            <a:extLst xmlns:a="http://schemas.openxmlformats.org/drawingml/2006/main">
              <a:ext uri="{FF2B5EF4-FFF2-40B4-BE49-F238E27FC236}">
                <a16:creationId xmlns:a16="http://schemas.microsoft.com/office/drawing/2014/main" id="{683E2559-244B-4F90-870E-1ABC0130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43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7" name="candidate24">
            <a:extLst xmlns:a="http://schemas.openxmlformats.org/drawingml/2006/main">
              <a:ext uri="{FF2B5EF4-FFF2-40B4-BE49-F238E27FC236}">
                <a16:creationId xmlns:a16="http://schemas.microsoft.com/office/drawing/2014/main" id="{788AF1BD-2DD6-410E-A63E-80B0D88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8" name="candidate25">
            <a:extLst xmlns:a="http://schemas.openxmlformats.org/drawingml/2006/main">
              <a:ext uri="{FF2B5EF4-FFF2-40B4-BE49-F238E27FC236}">
                <a16:creationId xmlns:a16="http://schemas.microsoft.com/office/drawing/2014/main" id="{0F64AD1F-12D2-43BA-A288-B976271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38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candidate26">
            <a:extLst xmlns:a="http://schemas.openxmlformats.org/drawingml/2006/main">
              <a:ext uri="{FF2B5EF4-FFF2-40B4-BE49-F238E27FC236}">
                <a16:creationId xmlns:a16="http://schemas.microsoft.com/office/drawing/2014/main" id="{73A8A672-AE58-4093-A4C9-EE05781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0" name="candidate27">
            <a:extLst xmlns:a="http://schemas.openxmlformats.org/drawingml/2006/main">
              <a:ext uri="{FF2B5EF4-FFF2-40B4-BE49-F238E27FC236}">
                <a16:creationId xmlns:a16="http://schemas.microsoft.com/office/drawing/2014/main" id="{FD8B6D01-537F-4FDC-A9FC-8DC55C98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233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1" name="candidate28">
            <a:extLst xmlns:a="http://schemas.openxmlformats.org/drawingml/2006/main">
              <a:ext uri="{FF2B5EF4-FFF2-40B4-BE49-F238E27FC236}">
                <a16:creationId xmlns:a16="http://schemas.microsoft.com/office/drawing/2014/main" id="{6920E577-77FA-4266-AEE7-C01FD83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2" name="candidate29">
            <a:extLst xmlns:a="http://schemas.openxmlformats.org/drawingml/2006/main">
              <a:ext uri="{FF2B5EF4-FFF2-40B4-BE49-F238E27FC236}">
                <a16:creationId xmlns:a16="http://schemas.microsoft.com/office/drawing/2014/main" id="{D10125C9-F204-42B7-8256-F272769F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28" y="6724650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3" name="nearest-highlight">
            <a:extLst xmlns:a="http://schemas.openxmlformats.org/drawingml/2006/main">
              <a:ext uri="{FF2B5EF4-FFF2-40B4-BE49-F238E27FC236}">
                <a16:creationId xmlns:a16="http://schemas.microsoft.com/office/drawing/2014/main" id="{616DFF43-D5D3-427E-9676-D626311C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667500"/>
            <a:ext cx="2638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4856C"/>
            </a:solidFill>
          </a:ln>
        </p:spPr>
      </p:sp>
      <p:sp>
        <p:nvSpPr>
          <p:cNvPr id="134" name="candidate30">
            <a:extLst xmlns:a="http://schemas.openxmlformats.org/drawingml/2006/main">
              <a:ext uri="{FF2B5EF4-FFF2-40B4-BE49-F238E27FC236}">
                <a16:creationId xmlns:a16="http://schemas.microsoft.com/office/drawing/2014/main" id="{4E84591D-F18A-45DC-8B4A-659581E6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5" name="candidate31">
            <a:extLst xmlns:a="http://schemas.openxmlformats.org/drawingml/2006/main">
              <a:ext uri="{FF2B5EF4-FFF2-40B4-BE49-F238E27FC236}">
                <a16:creationId xmlns:a16="http://schemas.microsoft.com/office/drawing/2014/main" id="{CEA5852C-B536-4D6F-A0E8-2784F49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6" name="candidate32">
            <a:extLst xmlns:a="http://schemas.openxmlformats.org/drawingml/2006/main">
              <a:ext uri="{FF2B5EF4-FFF2-40B4-BE49-F238E27FC236}">
                <a16:creationId xmlns:a16="http://schemas.microsoft.com/office/drawing/2014/main" id="{6754F51D-C138-47F1-9420-9A1ACD1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745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7" name="candidate33">
            <a:extLst xmlns:a="http://schemas.openxmlformats.org/drawingml/2006/main">
              <a:ext uri="{FF2B5EF4-FFF2-40B4-BE49-F238E27FC236}">
                <a16:creationId xmlns:a16="http://schemas.microsoft.com/office/drawing/2014/main" id="{CA30CE62-5933-48AB-B57A-7A61BAF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443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8" name="candidate34">
            <a:extLst xmlns:a="http://schemas.openxmlformats.org/drawingml/2006/main">
              <a:ext uri="{FF2B5EF4-FFF2-40B4-BE49-F238E27FC236}">
                <a16:creationId xmlns:a16="http://schemas.microsoft.com/office/drawing/2014/main" id="{57F32129-AA01-4377-A511-DEFCB761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40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9" name="candidate35">
            <a:extLst xmlns:a="http://schemas.openxmlformats.org/drawingml/2006/main">
              <a:ext uri="{FF2B5EF4-FFF2-40B4-BE49-F238E27FC236}">
                <a16:creationId xmlns:a16="http://schemas.microsoft.com/office/drawing/2014/main" id="{AB20A993-CDB5-4511-AA2E-670553D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838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andidate36">
            <a:extLst xmlns:a="http://schemas.openxmlformats.org/drawingml/2006/main">
              <a:ext uri="{FF2B5EF4-FFF2-40B4-BE49-F238E27FC236}">
                <a16:creationId xmlns:a16="http://schemas.microsoft.com/office/drawing/2014/main" id="{4393C9CB-7B82-41E0-8049-DC2F34F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535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andidate37">
            <a:extLst xmlns:a="http://schemas.openxmlformats.org/drawingml/2006/main">
              <a:ext uri="{FF2B5EF4-FFF2-40B4-BE49-F238E27FC236}">
                <a16:creationId xmlns:a16="http://schemas.microsoft.com/office/drawing/2014/main" id="{266481E8-A10F-46D9-822F-9FD3FED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233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andidate38">
            <a:extLst xmlns:a="http://schemas.openxmlformats.org/drawingml/2006/main">
              <a:ext uri="{FF2B5EF4-FFF2-40B4-BE49-F238E27FC236}">
                <a16:creationId xmlns:a16="http://schemas.microsoft.com/office/drawing/2014/main" id="{BEEEE6F4-A300-4C25-97EB-0DD8848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930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andidate39">
            <a:extLst xmlns:a="http://schemas.openxmlformats.org/drawingml/2006/main">
              <a:ext uri="{FF2B5EF4-FFF2-40B4-BE49-F238E27FC236}">
                <a16:creationId xmlns:a16="http://schemas.microsoft.com/office/drawing/2014/main" id="{F73D45A4-5AFC-4C77-A4EF-0BBD8089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628" y="7134225"/>
            <a:ext cx="24669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node113">
            <a:extLst xmlns:a="http://schemas.openxmlformats.org/drawingml/2006/main">
              <a:ext uri="{FF2B5EF4-FFF2-40B4-BE49-F238E27FC236}">
                <a16:creationId xmlns:a16="http://schemas.microsoft.com/office/drawing/2014/main" id="{9AE4E316-7A62-4CF5-A066-FEA63AE6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5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5" name="node114">
            <a:extLst xmlns:a="http://schemas.openxmlformats.org/drawingml/2006/main">
              <a:ext uri="{FF2B5EF4-FFF2-40B4-BE49-F238E27FC236}">
                <a16:creationId xmlns:a16="http://schemas.microsoft.com/office/drawing/2014/main" id="{7B480E2D-9F27-494E-A970-6A56B52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5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0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2496503" y="65627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7" name="nearest-caption">
            <a:extLst xmlns:a="http://schemas.openxmlformats.org/drawingml/2006/main">
              <a:ext uri="{FF2B5EF4-FFF2-40B4-BE49-F238E27FC236}">
                <a16:creationId xmlns:a16="http://schemas.microsoft.com/office/drawing/2014/main" id="{9286E11B-E50A-4AB9-9301-7C9EDF9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696200"/>
            <a:ext cx="3076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148" name="node115">
            <a:extLst xmlns:a="http://schemas.openxmlformats.org/drawingml/2006/main">
              <a:ext uri="{FF2B5EF4-FFF2-40B4-BE49-F238E27FC236}">
                <a16:creationId xmlns:a16="http://schemas.microsoft.com/office/drawing/2014/main" id="{AAD38983-991B-45AA-9819-D6604A95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5248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9" name="node116">
            <a:extLst xmlns:a="http://schemas.openxmlformats.org/drawingml/2006/main">
              <a:ext uri="{FF2B5EF4-FFF2-40B4-BE49-F238E27FC236}">
                <a16:creationId xmlns:a16="http://schemas.microsoft.com/office/drawing/2014/main" id="{A0A9DD2A-05C9-4DD4-ACDE-68F9A1CC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048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4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15317153" y="304800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51" name="node117">
            <a:extLst xmlns:a="http://schemas.openxmlformats.org/drawingml/2006/main">
              <a:ext uri="{FF2B5EF4-FFF2-40B4-BE49-F238E27FC236}">
                <a16:creationId xmlns:a16="http://schemas.microsoft.com/office/drawing/2014/main" id="{5D80A8B4-5DA2-4CEB-A19F-AF374DE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048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2" name="node118">
            <a:extLst xmlns:a="http://schemas.openxmlformats.org/drawingml/2006/main">
              <a:ext uri="{FF2B5EF4-FFF2-40B4-BE49-F238E27FC236}">
                <a16:creationId xmlns:a16="http://schemas.microsoft.com/office/drawing/2014/main" id="{CDB50A14-AD0E-4772-9D05-67E0410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048" y="4790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7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5621001" y="3048953"/>
            <a:ext cx="0" cy="17411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54" name="node119">
            <a:extLst xmlns:a="http://schemas.openxmlformats.org/drawingml/2006/main">
              <a:ext uri="{FF2B5EF4-FFF2-40B4-BE49-F238E27FC236}">
                <a16:creationId xmlns:a16="http://schemas.microsoft.com/office/drawing/2014/main" id="{5C0EA749-7FB0-4B61-9E04-35A5E1E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048" y="4790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5" name="node120">
            <a:extLst xmlns:a="http://schemas.openxmlformats.org/drawingml/2006/main">
              <a:ext uri="{FF2B5EF4-FFF2-40B4-BE49-F238E27FC236}">
                <a16:creationId xmlns:a16="http://schemas.microsoft.com/office/drawing/2014/main" id="{7A780A80-5973-403F-A4DB-692135CD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548" y="4790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0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8573453" y="4791076"/>
            <a:ext cx="70465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57" name="node121">
            <a:extLst xmlns:a="http://schemas.openxmlformats.org/drawingml/2006/main">
              <a:ext uri="{FF2B5EF4-FFF2-40B4-BE49-F238E27FC236}">
                <a16:creationId xmlns:a16="http://schemas.microsoft.com/office/drawing/2014/main" id="{85CDA079-B67F-4EAD-9615-BF0DDE3F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548" y="4790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58" name="node122">
            <a:extLst xmlns:a="http://schemas.openxmlformats.org/drawingml/2006/main">
              <a:ext uri="{FF2B5EF4-FFF2-40B4-BE49-F238E27FC236}">
                <a16:creationId xmlns:a16="http://schemas.microsoft.com/office/drawing/2014/main" id="{615231F1-AF5E-4368-A129-DF1B3E9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548" y="5571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3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8572501" y="4792028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60" name="node123">
            <a:extLst xmlns:a="http://schemas.openxmlformats.org/drawingml/2006/main">
              <a:ext uri="{FF2B5EF4-FFF2-40B4-BE49-F238E27FC236}">
                <a16:creationId xmlns:a16="http://schemas.microsoft.com/office/drawing/2014/main" id="{6CEB125A-8AE7-4734-98C7-2892DF6D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548" y="5571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1" name="node124">
            <a:extLst xmlns:a="http://schemas.openxmlformats.org/drawingml/2006/main">
              <a:ext uri="{FF2B5EF4-FFF2-40B4-BE49-F238E27FC236}">
                <a16:creationId xmlns:a16="http://schemas.microsoft.com/office/drawing/2014/main" id="{386AE104-016A-4EF6-9056-C51A599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5571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6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4801553" y="5572126"/>
            <a:ext cx="37699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none" w="med" len="med"/>
          </a:ln>
        </p:spPr>
      </p:cxnSp>
      <p:sp>
        <p:nvSpPr>
          <p:cNvPr id="163" name="node125">
            <a:extLst xmlns:a="http://schemas.openxmlformats.org/drawingml/2006/main">
              <a:ext uri="{FF2B5EF4-FFF2-40B4-BE49-F238E27FC236}">
                <a16:creationId xmlns:a16="http://schemas.microsoft.com/office/drawing/2014/main" id="{FC3DA52B-A916-47A3-9F13-4B986768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5571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4" name="node126">
            <a:extLst xmlns:a="http://schemas.openxmlformats.org/drawingml/2006/main">
              <a:ext uri="{FF2B5EF4-FFF2-40B4-BE49-F238E27FC236}">
                <a16:creationId xmlns:a16="http://schemas.microsoft.com/office/drawing/2014/main" id="{5C8D4BF1-4CBC-4823-A084-9C3BCB4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5723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9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4800601" y="5573078"/>
            <a:ext cx="0" cy="1504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66" name="readonly">
            <a:extLst xmlns:a="http://schemas.openxmlformats.org/drawingml/2006/main">
              <a:ext uri="{FF2B5EF4-FFF2-40B4-BE49-F238E27FC236}">
                <a16:creationId xmlns:a16="http://schemas.microsoft.com/office/drawing/2014/main" id="{AC1B954C-DBCC-4868-8684-DFD90559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00550"/>
            <a:ext cx="308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fixed memory read</a:t>
            </a:r>
          </a:p>
        </p:txBody>
      </p:sp>
      <p:sp>
        <p:nvSpPr>
          <p:cNvPr id="167" name="patch-score0-0">
            <a:extLst xmlns:a="http://schemas.openxmlformats.org/drawingml/2006/main">
              <a:ext uri="{FF2B5EF4-FFF2-40B4-BE49-F238E27FC236}">
                <a16:creationId xmlns:a16="http://schemas.microsoft.com/office/drawing/2014/main" id="{DB8774B3-EBA9-42D3-9F23-5A470E14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0960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68" name="patch-score0-1">
            <a:extLst xmlns:a="http://schemas.openxmlformats.org/drawingml/2006/main">
              <a:ext uri="{FF2B5EF4-FFF2-40B4-BE49-F238E27FC236}">
                <a16:creationId xmlns:a16="http://schemas.microsoft.com/office/drawing/2014/main" id="{192A0018-0135-4D5F-89B2-A912163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0960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69" name="patch-score0-2">
            <a:extLst xmlns:a="http://schemas.openxmlformats.org/drawingml/2006/main">
              <a:ext uri="{FF2B5EF4-FFF2-40B4-BE49-F238E27FC236}">
                <a16:creationId xmlns:a16="http://schemas.microsoft.com/office/drawing/2014/main" id="{96A6041C-15FE-41F4-A8AF-C06F8813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0960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0" name="patch-score0-3">
            <a:extLst xmlns:a="http://schemas.openxmlformats.org/drawingml/2006/main">
              <a:ext uri="{FF2B5EF4-FFF2-40B4-BE49-F238E27FC236}">
                <a16:creationId xmlns:a16="http://schemas.microsoft.com/office/drawing/2014/main" id="{76EF06A5-403A-4359-A784-F4F52353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960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1" name="patch-score0-4">
            <a:extLst xmlns:a="http://schemas.openxmlformats.org/drawingml/2006/main">
              <a:ext uri="{FF2B5EF4-FFF2-40B4-BE49-F238E27FC236}">
                <a16:creationId xmlns:a16="http://schemas.microsoft.com/office/drawing/2014/main" id="{4E424B65-D694-4B55-A352-EF2CBD9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0960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2" name="patch-score1-0">
            <a:extLst xmlns:a="http://schemas.openxmlformats.org/drawingml/2006/main">
              <a:ext uri="{FF2B5EF4-FFF2-40B4-BE49-F238E27FC236}">
                <a16:creationId xmlns:a16="http://schemas.microsoft.com/office/drawing/2014/main" id="{20E32BC8-B505-4BF2-B9D3-3F8A5F91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334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3" name="patch-score1-1">
            <a:extLst xmlns:a="http://schemas.openxmlformats.org/drawingml/2006/main">
              <a:ext uri="{FF2B5EF4-FFF2-40B4-BE49-F238E27FC236}">
                <a16:creationId xmlns:a16="http://schemas.microsoft.com/office/drawing/2014/main" id="{FEEB14BC-3F64-43AF-9EE5-4A5402D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334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4" name="patch-score1-2">
            <a:extLst xmlns:a="http://schemas.openxmlformats.org/drawingml/2006/main">
              <a:ext uri="{FF2B5EF4-FFF2-40B4-BE49-F238E27FC236}">
                <a16:creationId xmlns:a16="http://schemas.microsoft.com/office/drawing/2014/main" id="{871C926A-6CD3-404E-8F9E-3F3E67B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334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56C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5" name="patch-score1-3">
            <a:extLst xmlns:a="http://schemas.openxmlformats.org/drawingml/2006/main">
              <a:ext uri="{FF2B5EF4-FFF2-40B4-BE49-F238E27FC236}">
                <a16:creationId xmlns:a16="http://schemas.microsoft.com/office/drawing/2014/main" id="{924D31F3-A8E7-4954-B36F-CA3B6DB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34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6" name="patch-score1-4">
            <a:extLst xmlns:a="http://schemas.openxmlformats.org/drawingml/2006/main">
              <a:ext uri="{FF2B5EF4-FFF2-40B4-BE49-F238E27FC236}">
                <a16:creationId xmlns:a16="http://schemas.microsoft.com/office/drawing/2014/main" id="{9C42B232-C541-4FED-BA67-60724AAE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334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7" name="patch-score2-0">
            <a:extLst xmlns:a="http://schemas.openxmlformats.org/drawingml/2006/main">
              <a:ext uri="{FF2B5EF4-FFF2-40B4-BE49-F238E27FC236}">
                <a16:creationId xmlns:a16="http://schemas.microsoft.com/office/drawing/2014/main" id="{99181B7C-6634-4CA5-B888-A497AB91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5722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8" name="patch-score2-1">
            <a:extLst xmlns:a="http://schemas.openxmlformats.org/drawingml/2006/main">
              <a:ext uri="{FF2B5EF4-FFF2-40B4-BE49-F238E27FC236}">
                <a16:creationId xmlns:a16="http://schemas.microsoft.com/office/drawing/2014/main" id="{25813E4F-899E-49D4-AAFA-70AB7FE9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722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79" name="patch-score2-2">
            <a:extLst xmlns:a="http://schemas.openxmlformats.org/drawingml/2006/main">
              <a:ext uri="{FF2B5EF4-FFF2-40B4-BE49-F238E27FC236}">
                <a16:creationId xmlns:a16="http://schemas.microsoft.com/office/drawing/2014/main" id="{F47525D4-8871-4199-B2F8-56C4962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5722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0" name="patch-score2-3">
            <a:extLst xmlns:a="http://schemas.openxmlformats.org/drawingml/2006/main">
              <a:ext uri="{FF2B5EF4-FFF2-40B4-BE49-F238E27FC236}">
                <a16:creationId xmlns:a16="http://schemas.microsoft.com/office/drawing/2014/main" id="{12D4492D-ABB3-4C83-9741-636B89E6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5722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1" name="patch-score2-4">
            <a:extLst xmlns:a="http://schemas.openxmlformats.org/drawingml/2006/main">
              <a:ext uri="{FF2B5EF4-FFF2-40B4-BE49-F238E27FC236}">
                <a16:creationId xmlns:a16="http://schemas.microsoft.com/office/drawing/2014/main" id="{2A951EF3-1583-42CE-892C-0BC7BBE9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5722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2" name="patch-score3-0">
            <a:extLst xmlns:a="http://schemas.openxmlformats.org/drawingml/2006/main">
              <a:ext uri="{FF2B5EF4-FFF2-40B4-BE49-F238E27FC236}">
                <a16:creationId xmlns:a16="http://schemas.microsoft.com/office/drawing/2014/main" id="{0E218435-A68F-4F85-BF5C-C2A6D4D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810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3" name="patch-score3-1">
            <a:extLst xmlns:a="http://schemas.openxmlformats.org/drawingml/2006/main">
              <a:ext uri="{FF2B5EF4-FFF2-40B4-BE49-F238E27FC236}">
                <a16:creationId xmlns:a16="http://schemas.microsoft.com/office/drawing/2014/main" id="{FD520792-6D66-451C-BCB7-B564C18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810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4" name="patch-score3-2">
            <a:extLst xmlns:a="http://schemas.openxmlformats.org/drawingml/2006/main">
              <a:ext uri="{FF2B5EF4-FFF2-40B4-BE49-F238E27FC236}">
                <a16:creationId xmlns:a16="http://schemas.microsoft.com/office/drawing/2014/main" id="{8BCD99AC-4ED4-4F5C-A530-33CFB7E9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6810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5" name="patch-score3-3">
            <a:extLst xmlns:a="http://schemas.openxmlformats.org/drawingml/2006/main">
              <a:ext uri="{FF2B5EF4-FFF2-40B4-BE49-F238E27FC236}">
                <a16:creationId xmlns:a16="http://schemas.microsoft.com/office/drawing/2014/main" id="{AAC40695-7550-453E-8470-5B8C777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810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6" name="patch-score3-4">
            <a:extLst xmlns:a="http://schemas.openxmlformats.org/drawingml/2006/main">
              <a:ext uri="{FF2B5EF4-FFF2-40B4-BE49-F238E27FC236}">
                <a16:creationId xmlns:a16="http://schemas.microsoft.com/office/drawing/2014/main" id="{46D7CDA7-6B98-49CA-8F5F-4BEF1B63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810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7620">
            <a:solidFill>
              <a:srgbClr val="54856C"/>
            </a:solidFill>
          </a:ln>
        </p:spPr>
      </p:sp>
      <p:sp>
        <p:nvSpPr>
          <p:cNvPr id="187" name="node127">
            <a:extLst xmlns:a="http://schemas.openxmlformats.org/drawingml/2006/main">
              <a:ext uri="{FF2B5EF4-FFF2-40B4-BE49-F238E27FC236}">
                <a16:creationId xmlns:a16="http://schemas.microsoft.com/office/drawing/2014/main" id="{8BB0AE87-639A-450E-8430-DDE1DB25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6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8" name="node128">
            <a:extLst xmlns:a="http://schemas.openxmlformats.org/drawingml/2006/main">
              <a:ext uri="{FF2B5EF4-FFF2-40B4-BE49-F238E27FC236}">
                <a16:creationId xmlns:a16="http://schemas.microsoft.com/office/drawing/2014/main" id="{9B6F59AE-6674-47C0-AA48-12D9E3A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973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3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6344603" y="6562726"/>
            <a:ext cx="6743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0" name="score-grid-symbol">
            <a:extLst xmlns:a="http://schemas.openxmlformats.org/drawingml/2006/main">
              <a:ext uri="{FF2B5EF4-FFF2-40B4-BE49-F238E27FC236}">
                <a16:creationId xmlns:a16="http://schemas.microsoft.com/office/drawing/2014/main" id="{08F1FC59-91C4-44E3-B3B4-A6B8E25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124700"/>
            <a:ext cx="981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1" i="1"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191" name="score-label">
            <a:extLst xmlns:a="http://schemas.openxmlformats.org/drawingml/2006/main">
              <a:ext uri="{FF2B5EF4-FFF2-40B4-BE49-F238E27FC236}">
                <a16:creationId xmlns:a16="http://schemas.microsoft.com/office/drawing/2014/main" id="{D2B169DE-5BD8-4417-8FFE-0ED6677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54380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 scores</a:t>
            </a:r>
          </a:p>
        </p:txBody>
      </p:sp>
      <p:sp>
        <p:nvSpPr>
          <p:cNvPr id="192" name="post">
            <a:extLst xmlns:a="http://schemas.openxmlformats.org/drawingml/2006/main">
              <a:ext uri="{FF2B5EF4-FFF2-40B4-BE49-F238E27FC236}">
                <a16:creationId xmlns:a16="http://schemas.microsoft.com/office/drawing/2014/main" id="{18AD3903-7002-4D38-94CF-C89BD692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95975"/>
            <a:ext cx="251460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sp>
        <p:nvSpPr>
          <p:cNvPr id="193" name="node129">
            <a:extLst xmlns:a="http://schemas.openxmlformats.org/drawingml/2006/main">
              <a:ext uri="{FF2B5EF4-FFF2-40B4-BE49-F238E27FC236}">
                <a16:creationId xmlns:a16="http://schemas.microsoft.com/office/drawing/2014/main" id="{CFB8C542-F8DF-46B7-9389-CAFFDE98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5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130">
            <a:extLst xmlns:a="http://schemas.openxmlformats.org/drawingml/2006/main">
              <a:ext uri="{FF2B5EF4-FFF2-40B4-BE49-F238E27FC236}">
                <a16:creationId xmlns:a16="http://schemas.microsoft.com/office/drawing/2014/main" id="{3017E92E-7337-4B3E-B9D0-FDFC67A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99" name=""/>
          <p:cNvCxnSpPr>
            <a:stCxn xmlns:a="http://schemas.openxmlformats.org/drawingml/2006/main" id="193" idx="3"/>
            <a:endCxn xmlns:a="http://schemas.openxmlformats.org/drawingml/2006/main" id="194" idx="1"/>
          </p:cNvCxnSpPr>
          <p:nvPr/>
        </p:nvCxnSpPr>
        <p:spPr>
          <a:xfrm xmlns:a="http://schemas.openxmlformats.org/drawingml/2006/main">
            <a:off x="8211503" y="6562726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pic>
        <p:nvPicPr>
          <p:cNvPr id="400" name="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451b941dd4754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2439650" y="57245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197" name="node131">
            <a:extLst xmlns:a="http://schemas.openxmlformats.org/drawingml/2006/main">
              <a:ext uri="{FF2B5EF4-FFF2-40B4-BE49-F238E27FC236}">
                <a16:creationId xmlns:a16="http://schemas.microsoft.com/office/drawing/2014/main" id="{F9234AE4-4563-4276-B83C-1BA47902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99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8" name="node132">
            <a:extLst xmlns:a="http://schemas.openxmlformats.org/drawingml/2006/main">
              <a:ext uri="{FF2B5EF4-FFF2-40B4-BE49-F238E27FC236}">
                <a16:creationId xmlns:a16="http://schemas.microsoft.com/office/drawing/2014/main" id="{C0FC031C-B61A-4A9A-8AA0-65A1C62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698" y="656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03" name=""/>
          <p:cNvCxnSpPr>
            <a:stCxn xmlns:a="http://schemas.openxmlformats.org/drawingml/2006/main" id="197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>
            <a:off x="11411903" y="6562726"/>
            <a:ext cx="10267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00" name="map">
            <a:extLst xmlns:a="http://schemas.openxmlformats.org/drawingml/2006/main">
              <a:ext uri="{FF2B5EF4-FFF2-40B4-BE49-F238E27FC236}">
                <a16:creationId xmlns:a16="http://schemas.microsoft.com/office/drawing/2014/main" id="{ECA59B47-E2FE-46C6-81B6-46D20A78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734300"/>
            <a:ext cx="1895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325" b="1" i="1">
                <a:latin typeface="Cambria"/>
                <a:ea typeface="Cambria"/>
                <a:cs typeface="Cambria"/>
              </a:rPr>
              <a:t>S</a:t>
            </a:r>
            <a:r>
              <a:rPr sz="1674" i="0" baseline="-25000">
                <a:latin typeface="Cambria"/>
                <a:ea typeface="Cambria"/>
                <a:cs typeface="Cambria"/>
              </a:rPr>
              <a:t>448</a:t>
            </a:r>
            <a:r>
              <a:rPr sz="2325">
                <a:latin typeface="Cambria"/>
                <a:ea typeface="Cambria"/>
                <a:cs typeface="Cambria"/>
              </a:rPr>
              <a:t>(</a:t>
            </a:r>
            <a:r>
              <a:rPr sz="2325" b="1" i="1">
                <a:latin typeface="Cambria"/>
                <a:ea typeface="Cambria"/>
                <a:cs typeface="Cambria"/>
              </a:rPr>
              <a:t>x</a:t>
            </a:r>
            <a:r>
              <a:rPr sz="2325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201" name="map-caption">
            <a:extLst xmlns:a="http://schemas.openxmlformats.org/drawingml/2006/main">
              <a:ext uri="{FF2B5EF4-FFF2-40B4-BE49-F238E27FC236}">
                <a16:creationId xmlns:a16="http://schemas.microsoft.com/office/drawing/2014/main" id="{367294C5-B46B-49D5-8235-E5CFA38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134350"/>
            <a:ext cx="2562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Anomaly map</a:t>
            </a:r>
          </a:p>
        </p:txBody>
      </p:sp>
      <p:sp>
        <p:nvSpPr>
          <p:cNvPr id="202" name="footrule">
            <a:extLst xmlns:a="http://schemas.openxmlformats.org/drawingml/2006/main">
              <a:ext uri="{FF2B5EF4-FFF2-40B4-BE49-F238E27FC236}">
                <a16:creationId xmlns:a16="http://schemas.microsoft.com/office/drawing/2014/main" id="{7DFF6AD3-7E71-4747-93A5-864F250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9630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203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B77FFEFA-EF61-490A-B91C-02C6097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62975"/>
            <a:ext cx="8429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a</a:t>
            </a:r>
            <a:r>
              <a:rPr sz="1620" i="1" baseline="-25000">
                <a:latin typeface="Cambria"/>
                <a:ea typeface="Cambria"/>
                <a:cs typeface="Cambria"/>
              </a:rPr>
              <a:t>p</a:t>
            </a:r>
            <a:r>
              <a:rPr sz="2250">
                <a:latin typeface="Cambria"/>
                <a:ea typeface="Cambria"/>
                <a:cs typeface="Cambria"/>
              </a:rPr>
              <a:t> = ½ min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0" baseline="-25000">
                <a:latin typeface="Cambria"/>
                <a:ea typeface="Cambria"/>
                <a:cs typeface="Cambria"/>
              </a:rPr>
              <a:t>m ∈ </a:t>
            </a:r>
            <a:r>
              <a:rPr sz="1620" i="1" baseline="-25000" b="1">
                <a:latin typeface="Cambria"/>
                <a:ea typeface="Cambria"/>
                <a:cs typeface="Cambria"/>
              </a:rPr>
              <a:t>M</a:t>
            </a:r>
            <a:r>
              <a:rPr sz="1200" i="0" baseline="-43000">
                <a:latin typeface="Cambria"/>
                <a:ea typeface="Cambria"/>
                <a:cs typeface="Cambria"/>
              </a:rPr>
              <a:t>c</a:t>
            </a:r>
            <a:r>
              <a:rPr sz="2250">
                <a:latin typeface="Cambria"/>
                <a:ea typeface="Cambria"/>
                <a:cs typeface="Cambria"/>
              </a:rPr>
              <a:t> ‖</a:t>
            </a: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A,p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− </a:t>
            </a: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2250">
                <a:latin typeface="Cambria"/>
                <a:ea typeface="Cambria"/>
                <a:cs typeface="Cambria"/>
              </a:rPr>
              <a:t>‖₂²</a:t>
            </a:r>
          </a:p>
        </p:txBody>
      </p:sp>
      <p:sp>
        <p:nvSpPr>
          <p:cNvPr id="204" name="pool">
            <a:extLst xmlns:a="http://schemas.openxmlformats.org/drawingml/2006/main">
              <a:ext uri="{FF2B5EF4-FFF2-40B4-BE49-F238E27FC236}">
                <a16:creationId xmlns:a16="http://schemas.microsoft.com/office/drawing/2014/main" id="{3ED85338-D9C7-4B2D-A918-A3CFAB94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8562975"/>
            <a:ext cx="6048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img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= max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1" baseline="-25000">
                <a:latin typeface="Cambria"/>
                <a:ea typeface="Cambria"/>
                <a:cs typeface="Cambria"/>
              </a:rPr>
              <a:t>u</a:t>
            </a:r>
            <a:r>
              <a:rPr sz="2250">
                <a:latin typeface="Cambria"/>
                <a:ea typeface="Cambria"/>
                <a:cs typeface="Cambria"/>
              </a:rPr>
              <a:t> </a:t>
            </a:r>
            <a:r>
              <a:rPr sz="2250" b="1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448,u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8976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title">
            <a:extLst xmlns:a="http://schemas.openxmlformats.org/drawingml/2006/main">
              <a:ext uri="{FF2B5EF4-FFF2-40B4-BE49-F238E27FC236}">
                <a16:creationId xmlns:a16="http://schemas.microsoft.com/office/drawing/2014/main" id="{9F1E4809-5861-46E1-BF11-F809626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S1   Frozen dual-encoder visual representation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54A635-0B6D-4CC3-AB89-51420600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Independent image preprocessing produces two 768-dimensional patch representations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242A3B78-5CA4-47B6-9DCF-2F626A4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pic>
        <p:nvPicPr>
          <p:cNvPr id="148" name="input-que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6de24ede545bf"/>
          <a:stretch xmlns:a="http://schemas.openxmlformats.org/drawingml/2006/main"/>
        </p:blipFill>
        <p:spPr>
          <a:xfrm xmlns:a="http://schemas.openxmlformats.org/drawingml/2006/main">
            <a:off x="390525" y="3962400"/>
            <a:ext cx="1581150" cy="1581150"/>
          </a:xfrm>
          <a:prstGeom xmlns:a="http://schemas.openxmlformats.org/drawingml/2006/main" prst="rect">
            <a:avLst/>
          </a:prstGeom>
        </p:spPr>
      </p:pic>
      <p:sp>
        <p:nvSpPr>
          <p:cNvPr id="5" name="input-title">
            <a:extLst xmlns:a="http://schemas.openxmlformats.org/drawingml/2006/main">
              <a:ext uri="{FF2B5EF4-FFF2-40B4-BE49-F238E27FC236}">
                <a16:creationId xmlns:a16="http://schemas.microsoft.com/office/drawing/2014/main" id="{1D0FCF0A-6DDA-4B2C-B86B-AC6CE88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5310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Support or</a:t>
            </a:r>
          </a:p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query image</a:t>
            </a:r>
          </a:p>
        </p:txBody>
      </p:sp>
      <p:sp>
        <p:nvSpPr>
          <p:cNvPr id="6" name="node133">
            <a:extLst xmlns:a="http://schemas.openxmlformats.org/drawingml/2006/main">
              <a:ext uri="{FF2B5EF4-FFF2-40B4-BE49-F238E27FC236}">
                <a16:creationId xmlns:a16="http://schemas.microsoft.com/office/drawing/2014/main" id="{CC7D14AF-F357-4F13-9125-699D257E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23" y="475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" name="node134">
            <a:extLst xmlns:a="http://schemas.openxmlformats.org/drawingml/2006/main">
              <a:ext uri="{FF2B5EF4-FFF2-40B4-BE49-F238E27FC236}">
                <a16:creationId xmlns:a16="http://schemas.microsoft.com/office/drawing/2014/main" id="{4D2EB7EB-73D5-44F1-9B57-4B3D5E2E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475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5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72628" y="47529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9" name="node135">
            <a:extLst xmlns:a="http://schemas.openxmlformats.org/drawingml/2006/main">
              <a:ext uri="{FF2B5EF4-FFF2-40B4-BE49-F238E27FC236}">
                <a16:creationId xmlns:a16="http://schemas.microsoft.com/office/drawing/2014/main" id="{3018ABC6-9B95-4FFD-A747-2DD9FD8A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475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" name="node136">
            <a:extLst xmlns:a="http://schemas.openxmlformats.org/drawingml/2006/main">
              <a:ext uri="{FF2B5EF4-FFF2-40B4-BE49-F238E27FC236}">
                <a16:creationId xmlns:a16="http://schemas.microsoft.com/office/drawing/2014/main" id="{7DEC6EF6-D155-4789-81CD-92732CDC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55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333626" y="3001328"/>
            <a:ext cx="0" cy="17506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" name="node137">
            <a:extLst xmlns:a="http://schemas.openxmlformats.org/drawingml/2006/main">
              <a:ext uri="{FF2B5EF4-FFF2-40B4-BE49-F238E27FC236}">
                <a16:creationId xmlns:a16="http://schemas.microsoft.com/office/drawing/2014/main" id="{378D9C74-0ED8-4A68-8658-34569DF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" name="node138">
            <a:extLst xmlns:a="http://schemas.openxmlformats.org/drawingml/2006/main">
              <a:ext uri="{FF2B5EF4-FFF2-40B4-BE49-F238E27FC236}">
                <a16:creationId xmlns:a16="http://schemas.microsoft.com/office/drawing/2014/main" id="{C25F9DDA-DE87-4537-876C-2A8333A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9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5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34578" y="3000376"/>
            <a:ext cx="502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5" name="node139">
            <a:extLst xmlns:a="http://schemas.openxmlformats.org/drawingml/2006/main">
              <a:ext uri="{FF2B5EF4-FFF2-40B4-BE49-F238E27FC236}">
                <a16:creationId xmlns:a16="http://schemas.microsoft.com/office/drawing/2014/main" id="{CA67453C-0351-4765-9596-1D4459F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475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6" name="node140">
            <a:extLst xmlns:a="http://schemas.openxmlformats.org/drawingml/2006/main">
              <a:ext uri="{FF2B5EF4-FFF2-40B4-BE49-F238E27FC236}">
                <a16:creationId xmlns:a16="http://schemas.microsoft.com/office/drawing/2014/main" id="{88CAC8B3-A268-44F2-B59C-C54CEDF0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6637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1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333626" y="4753928"/>
            <a:ext cx="0" cy="18840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8" name="node141">
            <a:extLst xmlns:a="http://schemas.openxmlformats.org/drawingml/2006/main">
              <a:ext uri="{FF2B5EF4-FFF2-40B4-BE49-F238E27FC236}">
                <a16:creationId xmlns:a16="http://schemas.microsoft.com/office/drawing/2014/main" id="{84DAA33B-981E-43B7-B8EB-CDC80349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6637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" name="node142">
            <a:extLst xmlns:a="http://schemas.openxmlformats.org/drawingml/2006/main">
              <a:ext uri="{FF2B5EF4-FFF2-40B4-BE49-F238E27FC236}">
                <a16:creationId xmlns:a16="http://schemas.microsoft.com/office/drawing/2014/main" id="{A7E93513-5A88-4670-85AE-9ED70896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98" y="6637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34578" y="6638926"/>
            <a:ext cx="5029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1" name="dino-path">
            <a:extLst xmlns:a="http://schemas.openxmlformats.org/drawingml/2006/main">
              <a:ext uri="{FF2B5EF4-FFF2-40B4-BE49-F238E27FC236}">
                <a16:creationId xmlns:a16="http://schemas.microsoft.com/office/drawing/2014/main" id="{846E5B8C-310F-4B32-BDA1-71F2C4F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907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DINOv2 visual path</a:t>
            </a:r>
          </a:p>
        </p:txBody>
      </p:sp>
      <p:sp>
        <p:nvSpPr>
          <p:cNvPr id="22" name="dino-pre">
            <a:extLst xmlns:a="http://schemas.openxmlformats.org/drawingml/2006/main">
              <a:ext uri="{FF2B5EF4-FFF2-40B4-BE49-F238E27FC236}">
                <a16:creationId xmlns:a16="http://schemas.microsoft.com/office/drawing/2014/main" id="{CB203926-3AF4-4247-880C-7ABC023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86025"/>
            <a:ext cx="28098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Short side: 448</a:t>
            </a:r>
          </a:p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Patch-compatible crop</a:t>
            </a:r>
          </a:p>
        </p:txBody>
      </p:sp>
      <p:sp>
        <p:nvSpPr>
          <p:cNvPr id="23" name="dino-encoder">
            <a:extLst xmlns:a="http://schemas.openxmlformats.org/drawingml/2006/main">
              <a:ext uri="{FF2B5EF4-FFF2-40B4-BE49-F238E27FC236}">
                <a16:creationId xmlns:a16="http://schemas.microsoft.com/office/drawing/2014/main" id="{FE24E46A-BD3F-4908-9B74-0FB3991D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25622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  <a:p xmlns:a="http://schemas.openxmlformats.org/drawingml/2006/main">
            <a:pPr algn="ctr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ViT-B/14</a:t>
            </a:r>
          </a:p>
        </p:txBody>
      </p:sp>
      <p:sp>
        <p:nvSpPr>
          <p:cNvPr id="24" name="node143">
            <a:extLst xmlns:a="http://schemas.openxmlformats.org/drawingml/2006/main">
              <a:ext uri="{FF2B5EF4-FFF2-40B4-BE49-F238E27FC236}">
                <a16:creationId xmlns:a16="http://schemas.microsoft.com/office/drawing/2014/main" id="{39DE9635-9E1F-4C42-967E-38B62D7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3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" name="node144">
            <a:extLst xmlns:a="http://schemas.openxmlformats.org/drawingml/2006/main">
              <a:ext uri="{FF2B5EF4-FFF2-40B4-BE49-F238E27FC236}">
                <a16:creationId xmlns:a16="http://schemas.microsoft.com/office/drawing/2014/main" id="{AE950AFE-3743-432D-A690-A4BC42C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1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649278" y="3000376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7" name="dino-frozen">
            <a:extLst xmlns:a="http://schemas.openxmlformats.org/drawingml/2006/main">
              <a:ext uri="{FF2B5EF4-FFF2-40B4-BE49-F238E27FC236}">
                <a16:creationId xmlns:a16="http://schemas.microsoft.com/office/drawing/2014/main" id="{09BC76E1-97E7-4805-9FFC-B6A9B00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09975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Frozen parameters</a:t>
            </a:r>
          </a:p>
        </p:txBody>
      </p:sp>
      <p:sp>
        <p:nvSpPr>
          <p:cNvPr id="28" name="dino-token0">
            <a:extLst xmlns:a="http://schemas.openxmlformats.org/drawingml/2006/main">
              <a:ext uri="{FF2B5EF4-FFF2-40B4-BE49-F238E27FC236}">
                <a16:creationId xmlns:a16="http://schemas.microsoft.com/office/drawing/2014/main" id="{5A677363-FE0A-4E91-98A7-EA0E66E1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71775"/>
            <a:ext cx="42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9" name="dino-token1">
            <a:extLst xmlns:a="http://schemas.openxmlformats.org/drawingml/2006/main">
              <a:ext uri="{FF2B5EF4-FFF2-40B4-BE49-F238E27FC236}">
                <a16:creationId xmlns:a16="http://schemas.microsoft.com/office/drawing/2014/main" id="{44F8D82C-D0AD-4B6E-AB21-D3883AEA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2771775"/>
            <a:ext cx="42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30" name="dino-token2">
            <a:extLst xmlns:a="http://schemas.openxmlformats.org/drawingml/2006/main">
              <a:ext uri="{FF2B5EF4-FFF2-40B4-BE49-F238E27FC236}">
                <a16:creationId xmlns:a16="http://schemas.microsoft.com/office/drawing/2014/main" id="{9652A9AE-4357-4742-A142-5F5B740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965" y="2771775"/>
            <a:ext cx="42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31" name="dino-token3">
            <a:extLst xmlns:a="http://schemas.openxmlformats.org/drawingml/2006/main">
              <a:ext uri="{FF2B5EF4-FFF2-40B4-BE49-F238E27FC236}">
                <a16:creationId xmlns:a16="http://schemas.microsoft.com/office/drawing/2014/main" id="{40D3B877-3DDD-4FD8-964C-D7F064E8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685" y="2771775"/>
            <a:ext cx="42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32" name="dino-token4">
            <a:extLst xmlns:a="http://schemas.openxmlformats.org/drawingml/2006/main">
              <a:ext uri="{FF2B5EF4-FFF2-40B4-BE49-F238E27FC236}">
                <a16:creationId xmlns:a16="http://schemas.microsoft.com/office/drawing/2014/main" id="{210C9C98-38F4-4C00-B93D-EB6CE761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1405" y="2771775"/>
            <a:ext cx="4267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33" name="node145">
            <a:extLst xmlns:a="http://schemas.openxmlformats.org/drawingml/2006/main">
              <a:ext uri="{FF2B5EF4-FFF2-40B4-BE49-F238E27FC236}">
                <a16:creationId xmlns:a16="http://schemas.microsoft.com/office/drawing/2014/main" id="{7E388400-D0B7-4E0E-A482-1608AE4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9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34" name="node146">
            <a:extLst xmlns:a="http://schemas.openxmlformats.org/drawingml/2006/main">
              <a:ext uri="{FF2B5EF4-FFF2-40B4-BE49-F238E27FC236}">
                <a16:creationId xmlns:a16="http://schemas.microsoft.com/office/drawing/2014/main" id="{63312D22-84DE-4AD3-B96A-6B5FED9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35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7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897303" y="3000376"/>
            <a:ext cx="6362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36" name="dino-token-label">
            <a:extLst xmlns:a="http://schemas.openxmlformats.org/drawingml/2006/main">
              <a:ext uri="{FF2B5EF4-FFF2-40B4-BE49-F238E27FC236}">
                <a16:creationId xmlns:a16="http://schemas.microsoft.com/office/drawing/2014/main" id="{7029BB00-EB8A-48D8-8FE2-8E85DAF4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09950"/>
            <a:ext cx="2676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Local patch tokens</a:t>
            </a:r>
          </a:p>
        </p:txBody>
      </p:sp>
      <p:sp>
        <p:nvSpPr>
          <p:cNvPr id="37" name="dino-output0-0">
            <a:extLst xmlns:a="http://schemas.openxmlformats.org/drawingml/2006/main">
              <a:ext uri="{FF2B5EF4-FFF2-40B4-BE49-F238E27FC236}">
                <a16:creationId xmlns:a16="http://schemas.microsoft.com/office/drawing/2014/main" id="{4D57213A-34C7-45F0-ADB3-9B7157C9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dino-output0-1">
            <a:extLst xmlns:a="http://schemas.openxmlformats.org/drawingml/2006/main">
              <a:ext uri="{FF2B5EF4-FFF2-40B4-BE49-F238E27FC236}">
                <a16:creationId xmlns:a16="http://schemas.microsoft.com/office/drawing/2014/main" id="{93C02EB6-A2C3-493E-931E-AC0FDA02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dino-output0-2">
            <a:extLst xmlns:a="http://schemas.openxmlformats.org/drawingml/2006/main">
              <a:ext uri="{FF2B5EF4-FFF2-40B4-BE49-F238E27FC236}">
                <a16:creationId xmlns:a16="http://schemas.microsoft.com/office/drawing/2014/main" id="{EE71C823-F869-424D-A30F-D99433DA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dino-output0-3">
            <a:extLst xmlns:a="http://schemas.openxmlformats.org/drawingml/2006/main">
              <a:ext uri="{FF2B5EF4-FFF2-40B4-BE49-F238E27FC236}">
                <a16:creationId xmlns:a16="http://schemas.microsoft.com/office/drawing/2014/main" id="{A5CB643A-2E97-4452-9769-E153A34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dino-output0-4">
            <a:extLst xmlns:a="http://schemas.openxmlformats.org/drawingml/2006/main">
              <a:ext uri="{FF2B5EF4-FFF2-40B4-BE49-F238E27FC236}">
                <a16:creationId xmlns:a16="http://schemas.microsoft.com/office/drawing/2014/main" id="{93B730E0-4A63-43F0-AEC1-E08F4ABF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dino-output0-5">
            <a:extLst xmlns:a="http://schemas.openxmlformats.org/drawingml/2006/main">
              <a:ext uri="{FF2B5EF4-FFF2-40B4-BE49-F238E27FC236}">
                <a16:creationId xmlns:a16="http://schemas.microsoft.com/office/drawing/2014/main" id="{DB39ED78-0666-47C3-80F1-A4C018C7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4288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3" name="dino-output1-0">
            <a:extLst xmlns:a="http://schemas.openxmlformats.org/drawingml/2006/main">
              <a:ext uri="{FF2B5EF4-FFF2-40B4-BE49-F238E27FC236}">
                <a16:creationId xmlns:a16="http://schemas.microsoft.com/office/drawing/2014/main" id="{B7592825-D182-4099-AC44-20FA5A40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dino-output1-1">
            <a:extLst xmlns:a="http://schemas.openxmlformats.org/drawingml/2006/main">
              <a:ext uri="{FF2B5EF4-FFF2-40B4-BE49-F238E27FC236}">
                <a16:creationId xmlns:a16="http://schemas.microsoft.com/office/drawing/2014/main" id="{0BA32714-4BFF-4928-AF55-57DE9D7E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dino-output1-2">
            <a:extLst xmlns:a="http://schemas.openxmlformats.org/drawingml/2006/main">
              <a:ext uri="{FF2B5EF4-FFF2-40B4-BE49-F238E27FC236}">
                <a16:creationId xmlns:a16="http://schemas.microsoft.com/office/drawing/2014/main" id="{5E20232C-22EF-461F-AFC8-52A658BD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dino-output1-3">
            <a:extLst xmlns:a="http://schemas.openxmlformats.org/drawingml/2006/main">
              <a:ext uri="{FF2B5EF4-FFF2-40B4-BE49-F238E27FC236}">
                <a16:creationId xmlns:a16="http://schemas.microsoft.com/office/drawing/2014/main" id="{01F4C37A-DBE9-4594-909D-5C8DE355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dino-output1-4">
            <a:extLst xmlns:a="http://schemas.openxmlformats.org/drawingml/2006/main">
              <a:ext uri="{FF2B5EF4-FFF2-40B4-BE49-F238E27FC236}">
                <a16:creationId xmlns:a16="http://schemas.microsoft.com/office/drawing/2014/main" id="{2E857160-02CE-4F04-BA40-5D53F61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dino-output1-5">
            <a:extLst xmlns:a="http://schemas.openxmlformats.org/drawingml/2006/main">
              <a:ext uri="{FF2B5EF4-FFF2-40B4-BE49-F238E27FC236}">
                <a16:creationId xmlns:a16="http://schemas.microsoft.com/office/drawing/2014/main" id="{9C16305A-E846-4DA5-AE91-0693743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70510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9" name="dino-output2-0">
            <a:extLst xmlns:a="http://schemas.openxmlformats.org/drawingml/2006/main">
              <a:ext uri="{FF2B5EF4-FFF2-40B4-BE49-F238E27FC236}">
                <a16:creationId xmlns:a16="http://schemas.microsoft.com/office/drawing/2014/main" id="{5FC59211-540E-4C90-84A3-3F534AC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0" name="dino-output2-1">
            <a:extLst xmlns:a="http://schemas.openxmlformats.org/drawingml/2006/main">
              <a:ext uri="{FF2B5EF4-FFF2-40B4-BE49-F238E27FC236}">
                <a16:creationId xmlns:a16="http://schemas.microsoft.com/office/drawing/2014/main" id="{70DDCE04-FEF7-49D0-BA44-25F7271F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1" name="dino-output2-2">
            <a:extLst xmlns:a="http://schemas.openxmlformats.org/drawingml/2006/main">
              <a:ext uri="{FF2B5EF4-FFF2-40B4-BE49-F238E27FC236}">
                <a16:creationId xmlns:a16="http://schemas.microsoft.com/office/drawing/2014/main" id="{B2583944-84C5-4E04-8CBD-92266F48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2" name="dino-output2-3">
            <a:extLst xmlns:a="http://schemas.openxmlformats.org/drawingml/2006/main">
              <a:ext uri="{FF2B5EF4-FFF2-40B4-BE49-F238E27FC236}">
                <a16:creationId xmlns:a16="http://schemas.microsoft.com/office/drawing/2014/main" id="{B901273A-0958-4427-8912-2A987A84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3" name="dino-output2-4">
            <a:extLst xmlns:a="http://schemas.openxmlformats.org/drawingml/2006/main">
              <a:ext uri="{FF2B5EF4-FFF2-40B4-BE49-F238E27FC236}">
                <a16:creationId xmlns:a16="http://schemas.microsoft.com/office/drawing/2014/main" id="{09DC75DE-EEC6-4C56-AE26-E9D8A67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4" name="dino-output2-5">
            <a:extLst xmlns:a="http://schemas.openxmlformats.org/drawingml/2006/main">
              <a:ext uri="{FF2B5EF4-FFF2-40B4-BE49-F238E27FC236}">
                <a16:creationId xmlns:a16="http://schemas.microsoft.com/office/drawing/2014/main" id="{7667A713-FD2A-4E6A-93C3-39DD17C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981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dino-output3-0">
            <a:extLst xmlns:a="http://schemas.openxmlformats.org/drawingml/2006/main">
              <a:ext uri="{FF2B5EF4-FFF2-40B4-BE49-F238E27FC236}">
                <a16:creationId xmlns:a16="http://schemas.microsoft.com/office/drawing/2014/main" id="{F7C8706D-5A1D-41F7-A388-7F3DB887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dino-output3-1">
            <a:extLst xmlns:a="http://schemas.openxmlformats.org/drawingml/2006/main">
              <a:ext uri="{FF2B5EF4-FFF2-40B4-BE49-F238E27FC236}">
                <a16:creationId xmlns:a16="http://schemas.microsoft.com/office/drawing/2014/main" id="{6144CE69-1962-4A3C-8734-FE8250D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dino-output3-2">
            <a:extLst xmlns:a="http://schemas.openxmlformats.org/drawingml/2006/main">
              <a:ext uri="{FF2B5EF4-FFF2-40B4-BE49-F238E27FC236}">
                <a16:creationId xmlns:a16="http://schemas.microsoft.com/office/drawing/2014/main" id="{2878A435-640B-4852-B810-01FD5AA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dino-output3-3">
            <a:extLst xmlns:a="http://schemas.openxmlformats.org/drawingml/2006/main">
              <a:ext uri="{FF2B5EF4-FFF2-40B4-BE49-F238E27FC236}">
                <a16:creationId xmlns:a16="http://schemas.microsoft.com/office/drawing/2014/main" id="{FCCBC8EA-8B7C-4CDD-BEE8-DCE3F24C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9" name="dino-output3-4">
            <a:extLst xmlns:a="http://schemas.openxmlformats.org/drawingml/2006/main">
              <a:ext uri="{FF2B5EF4-FFF2-40B4-BE49-F238E27FC236}">
                <a16:creationId xmlns:a16="http://schemas.microsoft.com/office/drawing/2014/main" id="{F8EBA32B-4418-4DE7-9CE3-1D80F26C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0" name="dino-output3-5">
            <a:extLst xmlns:a="http://schemas.openxmlformats.org/drawingml/2006/main">
              <a:ext uri="{FF2B5EF4-FFF2-40B4-BE49-F238E27FC236}">
                <a16:creationId xmlns:a16="http://schemas.microsoft.com/office/drawing/2014/main" id="{E690B766-61F2-4842-9C3D-9503A7FB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3257550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1" name="node147">
            <a:extLst xmlns:a="http://schemas.openxmlformats.org/drawingml/2006/main">
              <a:ext uri="{FF2B5EF4-FFF2-40B4-BE49-F238E27FC236}">
                <a16:creationId xmlns:a16="http://schemas.microsoft.com/office/drawing/2014/main" id="{C9DE518D-8A73-4F90-A22E-E4BCA59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1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2" name="node148">
            <a:extLst xmlns:a="http://schemas.openxmlformats.org/drawingml/2006/main">
              <a:ext uri="{FF2B5EF4-FFF2-40B4-BE49-F238E27FC236}">
                <a16:creationId xmlns:a16="http://schemas.microsoft.com/office/drawing/2014/main" id="{E6A06E96-D836-424B-808F-E412E1C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22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0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1669078" y="3000376"/>
            <a:ext cx="15411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4" name="dino-tensor">
            <a:extLst xmlns:a="http://schemas.openxmlformats.org/drawingml/2006/main">
              <a:ext uri="{FF2B5EF4-FFF2-40B4-BE49-F238E27FC236}">
                <a16:creationId xmlns:a16="http://schemas.microsoft.com/office/drawing/2014/main" id="{73A7C513-62A2-4744-8A8C-6191A67E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38195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D</a:t>
            </a:r>
            <a:r>
              <a:rPr sz="2250">
                <a:latin typeface="Cambria"/>
                <a:ea typeface="Cambria"/>
                <a:cs typeface="Cambria"/>
              </a:rPr>
              <a:t>: </a:t>
            </a:r>
            <a:r>
              <a:rPr sz="2250" b="0" i="1">
                <a:latin typeface="Cambria"/>
                <a:ea typeface="Cambria"/>
                <a:cs typeface="Cambria"/>
              </a:rPr>
              <a:t>h</a:t>
            </a:r>
            <a:r>
              <a:rPr sz="1620" i="0" baseline="-25000">
                <a:latin typeface="Cambria"/>
                <a:ea typeface="Cambria"/>
                <a:cs typeface="Cambria"/>
              </a:rPr>
              <a:t>D</a:t>
            </a:r>
            <a:r>
              <a:rPr sz="2250">
                <a:latin typeface="Cambria"/>
                <a:ea typeface="Cambria"/>
                <a:cs typeface="Cambria"/>
              </a:rPr>
              <a:t> × </a:t>
            </a:r>
            <a:r>
              <a:rPr sz="2250" b="0" i="1">
                <a:latin typeface="Cambria"/>
                <a:ea typeface="Cambria"/>
                <a:cs typeface="Cambria"/>
              </a:rPr>
              <a:t>w</a:t>
            </a:r>
            <a:r>
              <a:rPr sz="1620" i="0" baseline="-25000">
                <a:latin typeface="Cambria"/>
                <a:ea typeface="Cambria"/>
                <a:cs typeface="Cambria"/>
              </a:rPr>
              <a:t>D</a:t>
            </a:r>
            <a:r>
              <a:rPr sz="2250">
                <a:latin typeface="Cambria"/>
                <a:ea typeface="Cambria"/>
                <a:cs typeface="Cambria"/>
              </a:rPr>
              <a:t> × 768</a:t>
            </a:r>
          </a:p>
        </p:txBody>
      </p:sp>
      <p:sp>
        <p:nvSpPr>
          <p:cNvPr id="65" name="dino-lattice">
            <a:extLst xmlns:a="http://schemas.openxmlformats.org/drawingml/2006/main">
              <a:ext uri="{FF2B5EF4-FFF2-40B4-BE49-F238E27FC236}">
                <a16:creationId xmlns:a16="http://schemas.microsoft.com/office/drawing/2014/main" id="{6E0255F6-0223-4502-9E6A-F464FC31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286250"/>
            <a:ext cx="4029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Shorter grid dimension: 32</a:t>
            </a:r>
          </a:p>
        </p:txBody>
      </p:sp>
      <p:sp>
        <p:nvSpPr>
          <p:cNvPr id="66" name="branch-rule">
            <a:extLst xmlns:a="http://schemas.openxmlformats.org/drawingml/2006/main">
              <a:ext uri="{FF2B5EF4-FFF2-40B4-BE49-F238E27FC236}">
                <a16:creationId xmlns:a16="http://schemas.microsoft.com/office/drawing/2014/main" id="{6CE3864A-CE52-4FFC-8387-E9124EC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10125"/>
            <a:ext cx="1281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67" name="clip-path">
            <a:extLst xmlns:a="http://schemas.openxmlformats.org/drawingml/2006/main">
              <a:ext uri="{FF2B5EF4-FFF2-40B4-BE49-F238E27FC236}">
                <a16:creationId xmlns:a16="http://schemas.microsoft.com/office/drawing/2014/main" id="{5BAB3D46-02E0-4BCB-92BE-B068173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196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CLIP visual path with DPAM</a:t>
            </a:r>
          </a:p>
        </p:txBody>
      </p:sp>
      <p:sp>
        <p:nvSpPr>
          <p:cNvPr id="68" name="clip-pre">
            <a:extLst xmlns:a="http://schemas.openxmlformats.org/drawingml/2006/main">
              <a:ext uri="{FF2B5EF4-FFF2-40B4-BE49-F238E27FC236}">
                <a16:creationId xmlns:a16="http://schemas.microsoft.com/office/drawing/2014/main" id="{FC2B4FF4-506B-46E8-A26E-87A0DFB4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96000"/>
            <a:ext cx="28098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Resize to</a:t>
            </a:r>
          </a:p>
          <a:p xmlns:a="http://schemas.openxmlformats.org/drawingml/2006/main">
            <a:pPr algn="ctr">
              <a:defRPr sz="23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518 × 518</a:t>
            </a:r>
          </a:p>
        </p:txBody>
      </p:sp>
      <p:sp>
        <p:nvSpPr>
          <p:cNvPr id="69" name="clip-encoder">
            <a:extLst xmlns:a="http://schemas.openxmlformats.org/drawingml/2006/main">
              <a:ext uri="{FF2B5EF4-FFF2-40B4-BE49-F238E27FC236}">
                <a16:creationId xmlns:a16="http://schemas.microsoft.com/office/drawing/2014/main" id="{8545D705-EB70-4C53-BF21-A8EB6B6F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96000"/>
            <a:ext cx="25622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ViT-L/14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Visual encoder + DPAM</a:t>
            </a:r>
          </a:p>
        </p:txBody>
      </p:sp>
      <p:sp>
        <p:nvSpPr>
          <p:cNvPr id="70" name="node149">
            <a:extLst xmlns:a="http://schemas.openxmlformats.org/drawingml/2006/main">
              <a:ext uri="{FF2B5EF4-FFF2-40B4-BE49-F238E27FC236}">
                <a16:creationId xmlns:a16="http://schemas.microsoft.com/office/drawing/2014/main" id="{AC0EEB44-BEE2-4D02-8CA8-9B83F657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373" y="6618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1" name="node150">
            <a:extLst xmlns:a="http://schemas.openxmlformats.org/drawingml/2006/main">
              <a:ext uri="{FF2B5EF4-FFF2-40B4-BE49-F238E27FC236}">
                <a16:creationId xmlns:a16="http://schemas.microsoft.com/office/drawing/2014/main" id="{1A70DE30-9911-43FF-82BF-52839FA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173" y="6618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6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649278" y="6619876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3" name="dpam-config">
            <a:extLst xmlns:a="http://schemas.openxmlformats.org/drawingml/2006/main">
              <a:ext uri="{FF2B5EF4-FFF2-40B4-BE49-F238E27FC236}">
                <a16:creationId xmlns:a16="http://schemas.microsoft.com/office/drawing/2014/main" id="{0FA5BDEA-1E32-4A33-9852-305247DF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2675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DPAM_layer = 20</a:t>
            </a:r>
          </a:p>
        </p:txBody>
      </p:sp>
      <p:sp>
        <p:nvSpPr>
          <p:cNvPr id="74" name="requested-label">
            <a:extLst xmlns:a="http://schemas.openxmlformats.org/drawingml/2006/main">
              <a:ext uri="{FF2B5EF4-FFF2-40B4-BE49-F238E27FC236}">
                <a16:creationId xmlns:a16="http://schemas.microsoft.com/office/drawing/2014/main" id="{EB0CE139-547D-40D1-B028-EA1BD210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619750"/>
            <a:ext cx="3076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Requested layer outputs</a:t>
            </a:r>
          </a:p>
        </p:txBody>
      </p:sp>
      <p:sp>
        <p:nvSpPr>
          <p:cNvPr id="75" name="layer0">
            <a:extLst xmlns:a="http://schemas.openxmlformats.org/drawingml/2006/main">
              <a:ext uri="{FF2B5EF4-FFF2-40B4-BE49-F238E27FC236}">
                <a16:creationId xmlns:a16="http://schemas.microsoft.com/office/drawing/2014/main" id="{8DB39A1C-08E6-4CA6-B1F5-E3E0CE4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0552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6" name="layer1">
            <a:extLst xmlns:a="http://schemas.openxmlformats.org/drawingml/2006/main">
              <a:ext uri="{FF2B5EF4-FFF2-40B4-BE49-F238E27FC236}">
                <a16:creationId xmlns:a16="http://schemas.microsoft.com/office/drawing/2014/main" id="{42D1D51E-9785-4438-B3DC-21100A28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10552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7" name="layer2">
            <a:extLst xmlns:a="http://schemas.openxmlformats.org/drawingml/2006/main">
              <a:ext uri="{FF2B5EF4-FFF2-40B4-BE49-F238E27FC236}">
                <a16:creationId xmlns:a16="http://schemas.microsoft.com/office/drawing/2014/main" id="{38BC04E1-F1BF-4EDD-BF8A-6AC18C4B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0552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8" name="layer3">
            <a:extLst xmlns:a="http://schemas.openxmlformats.org/drawingml/2006/main">
              <a:ext uri="{FF2B5EF4-FFF2-40B4-BE49-F238E27FC236}">
                <a16:creationId xmlns:a16="http://schemas.microsoft.com/office/drawing/2014/main" id="{0A306818-B77D-40A3-A2D6-B8DF31A4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05525"/>
            <a:ext cx="533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9" name="node151">
            <a:extLst xmlns:a="http://schemas.openxmlformats.org/drawingml/2006/main">
              <a:ext uri="{FF2B5EF4-FFF2-40B4-BE49-F238E27FC236}">
                <a16:creationId xmlns:a16="http://schemas.microsoft.com/office/drawing/2014/main" id="{DB3C7F30-D58D-4115-AED7-312BBFDC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98" y="6618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0" name="node152">
            <a:extLst xmlns:a="http://schemas.openxmlformats.org/drawingml/2006/main">
              <a:ext uri="{FF2B5EF4-FFF2-40B4-BE49-F238E27FC236}">
                <a16:creationId xmlns:a16="http://schemas.microsoft.com/office/drawing/2014/main" id="{83066406-53AB-47B7-BC50-70D3E00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198" y="6618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8897303" y="6619876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82" name="node153">
            <a:extLst xmlns:a="http://schemas.openxmlformats.org/drawingml/2006/main">
              <a:ext uri="{FF2B5EF4-FFF2-40B4-BE49-F238E27FC236}">
                <a16:creationId xmlns:a16="http://schemas.microsoft.com/office/drawing/2014/main" id="{A8D49385-95AC-432C-9817-48BC0F5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198" y="6618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3" name="node154">
            <a:extLst xmlns:a="http://schemas.openxmlformats.org/drawingml/2006/main">
              <a:ext uri="{FF2B5EF4-FFF2-40B4-BE49-F238E27FC236}">
                <a16:creationId xmlns:a16="http://schemas.microsoft.com/office/drawing/2014/main" id="{1BD72F4D-37FD-4F70-816D-D26A2E66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198" y="633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8" name=""/>
          <p:cNvCxnSpPr>
            <a:stCxn xmlns:a="http://schemas.openxmlformats.org/drawingml/2006/main" id="82" idx="0"/>
            <a:endCxn xmlns:a="http://schemas.openxmlformats.org/drawingml/2006/main" id="83" idx="2"/>
          </p:cNvCxnSpPr>
          <p:nvPr/>
        </p:nvCxnSpPr>
        <p:spPr>
          <a:xfrm xmlns:a="http://schemas.openxmlformats.org/drawingml/2006/main" flipV="1">
            <a:off x="9201151" y="633507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85" name="node155">
            <a:extLst xmlns:a="http://schemas.openxmlformats.org/drawingml/2006/main">
              <a:ext uri="{FF2B5EF4-FFF2-40B4-BE49-F238E27FC236}">
                <a16:creationId xmlns:a16="http://schemas.microsoft.com/office/drawing/2014/main" id="{EFC06A01-86D0-459F-AFF8-D348B1E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198" y="633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6" name="node156">
            <a:extLst xmlns:a="http://schemas.openxmlformats.org/drawingml/2006/main">
              <a:ext uri="{FF2B5EF4-FFF2-40B4-BE49-F238E27FC236}">
                <a16:creationId xmlns:a16="http://schemas.microsoft.com/office/drawing/2014/main" id="{D8E74A6B-C19C-47B1-BAB1-78AED18E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648" y="633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1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9202103" y="6334126"/>
            <a:ext cx="1695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8" name="layer-note">
            <a:extLst xmlns:a="http://schemas.openxmlformats.org/drawingml/2006/main">
              <a:ext uri="{FF2B5EF4-FFF2-40B4-BE49-F238E27FC236}">
                <a16:creationId xmlns:a16="http://schemas.microsoft.com/office/drawing/2014/main" id="{43C10035-9C40-4C3F-B529-40870A1B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6960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Retain layer 24 only</a:t>
            </a:r>
          </a:p>
        </p:txBody>
      </p:sp>
      <p:sp>
        <p:nvSpPr>
          <p:cNvPr id="89" name="token-note">
            <a:extLst xmlns:a="http://schemas.openxmlformats.org/drawingml/2006/main">
              <a:ext uri="{FF2B5EF4-FFF2-40B4-BE49-F238E27FC236}">
                <a16:creationId xmlns:a16="http://schemas.microsoft.com/office/drawing/2014/main" id="{752A258B-5745-4A7F-99EE-FDFED4B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91375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Project to 768-D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Exclude CLS token</a:t>
            </a:r>
          </a:p>
        </p:txBody>
      </p:sp>
      <p:sp>
        <p:nvSpPr>
          <p:cNvPr id="90" name="clip-output0-0">
            <a:extLst xmlns:a="http://schemas.openxmlformats.org/drawingml/2006/main">
              <a:ext uri="{FF2B5EF4-FFF2-40B4-BE49-F238E27FC236}">
                <a16:creationId xmlns:a16="http://schemas.microsoft.com/office/drawing/2014/main" id="{EF1B3A7C-694E-4691-B825-63D33018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1" name="clip-output0-1">
            <a:extLst xmlns:a="http://schemas.openxmlformats.org/drawingml/2006/main">
              <a:ext uri="{FF2B5EF4-FFF2-40B4-BE49-F238E27FC236}">
                <a16:creationId xmlns:a16="http://schemas.microsoft.com/office/drawing/2014/main" id="{E21E2B5C-A0F7-470C-8DAD-EB1CFC6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2" name="clip-output0-2">
            <a:extLst xmlns:a="http://schemas.openxmlformats.org/drawingml/2006/main">
              <a:ext uri="{FF2B5EF4-FFF2-40B4-BE49-F238E27FC236}">
                <a16:creationId xmlns:a16="http://schemas.microsoft.com/office/drawing/2014/main" id="{6359C0A2-D9E6-4EA5-86B2-60A28EDC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3" name="clip-output0-3">
            <a:extLst xmlns:a="http://schemas.openxmlformats.org/drawingml/2006/main">
              <a:ext uri="{FF2B5EF4-FFF2-40B4-BE49-F238E27FC236}">
                <a16:creationId xmlns:a16="http://schemas.microsoft.com/office/drawing/2014/main" id="{C7D37C3E-C6D8-4DDC-95E0-DEE146DB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4" name="clip-output0-4">
            <a:extLst xmlns:a="http://schemas.openxmlformats.org/drawingml/2006/main">
              <a:ext uri="{FF2B5EF4-FFF2-40B4-BE49-F238E27FC236}">
                <a16:creationId xmlns:a16="http://schemas.microsoft.com/office/drawing/2014/main" id="{1E45A518-655F-4180-B191-CA427618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5" name="clip-output0-5">
            <a:extLst xmlns:a="http://schemas.openxmlformats.org/drawingml/2006/main">
              <a:ext uri="{FF2B5EF4-FFF2-40B4-BE49-F238E27FC236}">
                <a16:creationId xmlns:a16="http://schemas.microsoft.com/office/drawing/2014/main" id="{5716EA47-FC83-4B83-884A-F330872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6" name="clip-output0-6">
            <a:extLst xmlns:a="http://schemas.openxmlformats.org/drawingml/2006/main">
              <a:ext uri="{FF2B5EF4-FFF2-40B4-BE49-F238E27FC236}">
                <a16:creationId xmlns:a16="http://schemas.microsoft.com/office/drawing/2014/main" id="{CC67360B-B1ED-4E14-BC8D-289FA826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59817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7" name="clip-output1-0">
            <a:extLst xmlns:a="http://schemas.openxmlformats.org/drawingml/2006/main">
              <a:ext uri="{FF2B5EF4-FFF2-40B4-BE49-F238E27FC236}">
                <a16:creationId xmlns:a16="http://schemas.microsoft.com/office/drawing/2014/main" id="{E2B9AD92-8F5D-457B-B99D-EB78E09F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8" name="clip-output1-1">
            <a:extLst xmlns:a="http://schemas.openxmlformats.org/drawingml/2006/main">
              <a:ext uri="{FF2B5EF4-FFF2-40B4-BE49-F238E27FC236}">
                <a16:creationId xmlns:a16="http://schemas.microsoft.com/office/drawing/2014/main" id="{5B42ED19-2680-4E2B-ACAD-E27FFF4C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99" name="clip-output1-2">
            <a:extLst xmlns:a="http://schemas.openxmlformats.org/drawingml/2006/main">
              <a:ext uri="{FF2B5EF4-FFF2-40B4-BE49-F238E27FC236}">
                <a16:creationId xmlns:a16="http://schemas.microsoft.com/office/drawing/2014/main" id="{3F0D59F2-D384-4578-901C-608F897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0" name="clip-output1-3">
            <a:extLst xmlns:a="http://schemas.openxmlformats.org/drawingml/2006/main">
              <a:ext uri="{FF2B5EF4-FFF2-40B4-BE49-F238E27FC236}">
                <a16:creationId xmlns:a16="http://schemas.microsoft.com/office/drawing/2014/main" id="{813099AC-9875-4BAD-A92E-B5B51457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1" name="clip-output1-4">
            <a:extLst xmlns:a="http://schemas.openxmlformats.org/drawingml/2006/main">
              <a:ext uri="{FF2B5EF4-FFF2-40B4-BE49-F238E27FC236}">
                <a16:creationId xmlns:a16="http://schemas.microsoft.com/office/drawing/2014/main" id="{F4224CD8-2F3A-4F43-BA04-B6ACEBA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2" name="clip-output1-5">
            <a:extLst xmlns:a="http://schemas.openxmlformats.org/drawingml/2006/main">
              <a:ext uri="{FF2B5EF4-FFF2-40B4-BE49-F238E27FC236}">
                <a16:creationId xmlns:a16="http://schemas.microsoft.com/office/drawing/2014/main" id="{4A5988FA-D6D9-403E-9DF0-0867B320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3" name="clip-output1-6">
            <a:extLst xmlns:a="http://schemas.openxmlformats.org/drawingml/2006/main">
              <a:ext uri="{FF2B5EF4-FFF2-40B4-BE49-F238E27FC236}">
                <a16:creationId xmlns:a16="http://schemas.microsoft.com/office/drawing/2014/main" id="{3DDA9EFA-FA5D-4DE9-89EF-2DBB95D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1912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4" name="clip-output2-0">
            <a:extLst xmlns:a="http://schemas.openxmlformats.org/drawingml/2006/main">
              <a:ext uri="{FF2B5EF4-FFF2-40B4-BE49-F238E27FC236}">
                <a16:creationId xmlns:a16="http://schemas.microsoft.com/office/drawing/2014/main" id="{356F9360-A043-482B-93E3-F5A5D385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5" name="clip-output2-1">
            <a:extLst xmlns:a="http://schemas.openxmlformats.org/drawingml/2006/main">
              <a:ext uri="{FF2B5EF4-FFF2-40B4-BE49-F238E27FC236}">
                <a16:creationId xmlns:a16="http://schemas.microsoft.com/office/drawing/2014/main" id="{33EE7F2C-EF27-4C7A-86C9-D2A0E8C5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6" name="clip-output2-2">
            <a:extLst xmlns:a="http://schemas.openxmlformats.org/drawingml/2006/main">
              <a:ext uri="{FF2B5EF4-FFF2-40B4-BE49-F238E27FC236}">
                <a16:creationId xmlns:a16="http://schemas.microsoft.com/office/drawing/2014/main" id="{5CD37B7F-064A-4947-B3F0-DB7E52F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7" name="clip-output2-3">
            <a:extLst xmlns:a="http://schemas.openxmlformats.org/drawingml/2006/main">
              <a:ext uri="{FF2B5EF4-FFF2-40B4-BE49-F238E27FC236}">
                <a16:creationId xmlns:a16="http://schemas.microsoft.com/office/drawing/2014/main" id="{F198F30F-7717-4943-8383-0258E17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8" name="clip-output2-4">
            <a:extLst xmlns:a="http://schemas.openxmlformats.org/drawingml/2006/main">
              <a:ext uri="{FF2B5EF4-FFF2-40B4-BE49-F238E27FC236}">
                <a16:creationId xmlns:a16="http://schemas.microsoft.com/office/drawing/2014/main" id="{478C59B4-C4B9-44AF-815A-01E599BD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09" name="clip-output2-5">
            <a:extLst xmlns:a="http://schemas.openxmlformats.org/drawingml/2006/main">
              <a:ext uri="{FF2B5EF4-FFF2-40B4-BE49-F238E27FC236}">
                <a16:creationId xmlns:a16="http://schemas.microsoft.com/office/drawing/2014/main" id="{BC3715C8-E11D-4B7D-96A7-FD0E5BE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0" name="clip-output2-6">
            <a:extLst xmlns:a="http://schemas.openxmlformats.org/drawingml/2006/main">
              <a:ext uri="{FF2B5EF4-FFF2-40B4-BE49-F238E27FC236}">
                <a16:creationId xmlns:a16="http://schemas.microsoft.com/office/drawing/2014/main" id="{A8200354-3081-4272-8452-DF1E764B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400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1" name="clip-output3-0">
            <a:extLst xmlns:a="http://schemas.openxmlformats.org/drawingml/2006/main">
              <a:ext uri="{FF2B5EF4-FFF2-40B4-BE49-F238E27FC236}">
                <a16:creationId xmlns:a16="http://schemas.microsoft.com/office/drawing/2014/main" id="{E10F795B-4B0A-46B4-BC96-A7268E3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2" name="clip-output3-1">
            <a:extLst xmlns:a="http://schemas.openxmlformats.org/drawingml/2006/main">
              <a:ext uri="{FF2B5EF4-FFF2-40B4-BE49-F238E27FC236}">
                <a16:creationId xmlns:a16="http://schemas.microsoft.com/office/drawing/2014/main" id="{D0A191C5-D052-48B0-B2B6-8EC07B65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3" name="clip-output3-2">
            <a:extLst xmlns:a="http://schemas.openxmlformats.org/drawingml/2006/main">
              <a:ext uri="{FF2B5EF4-FFF2-40B4-BE49-F238E27FC236}">
                <a16:creationId xmlns:a16="http://schemas.microsoft.com/office/drawing/2014/main" id="{A7289C35-DFDF-47E8-8469-C3769DB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4" name="clip-output3-3">
            <a:extLst xmlns:a="http://schemas.openxmlformats.org/drawingml/2006/main">
              <a:ext uri="{FF2B5EF4-FFF2-40B4-BE49-F238E27FC236}">
                <a16:creationId xmlns:a16="http://schemas.microsoft.com/office/drawing/2014/main" id="{CA9A660E-EC69-4D75-87AA-0A936ED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5" name="clip-output3-4">
            <a:extLst xmlns:a="http://schemas.openxmlformats.org/drawingml/2006/main">
              <a:ext uri="{FF2B5EF4-FFF2-40B4-BE49-F238E27FC236}">
                <a16:creationId xmlns:a16="http://schemas.microsoft.com/office/drawing/2014/main" id="{1587DEEC-71DE-414E-A7B5-DE69701E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6" name="clip-output3-5">
            <a:extLst xmlns:a="http://schemas.openxmlformats.org/drawingml/2006/main">
              <a:ext uri="{FF2B5EF4-FFF2-40B4-BE49-F238E27FC236}">
                <a16:creationId xmlns:a16="http://schemas.microsoft.com/office/drawing/2014/main" id="{4343BE22-453D-4B4E-B4FE-083CED9D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7" name="clip-output3-6">
            <a:extLst xmlns:a="http://schemas.openxmlformats.org/drawingml/2006/main">
              <a:ext uri="{FF2B5EF4-FFF2-40B4-BE49-F238E27FC236}">
                <a16:creationId xmlns:a16="http://schemas.microsoft.com/office/drawing/2014/main" id="{08D3B5CC-EE6B-4008-88C8-AFB9F58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610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8" name="clip-output4-0">
            <a:extLst xmlns:a="http://schemas.openxmlformats.org/drawingml/2006/main">
              <a:ext uri="{FF2B5EF4-FFF2-40B4-BE49-F238E27FC236}">
                <a16:creationId xmlns:a16="http://schemas.microsoft.com/office/drawing/2014/main" id="{A1C0B786-FE4E-4EC0-97BA-A1E17C1A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19" name="clip-output4-1">
            <a:extLst xmlns:a="http://schemas.openxmlformats.org/drawingml/2006/main">
              <a:ext uri="{FF2B5EF4-FFF2-40B4-BE49-F238E27FC236}">
                <a16:creationId xmlns:a16="http://schemas.microsoft.com/office/drawing/2014/main" id="{6953F315-855F-4F53-8DD1-E5451F49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0" name="clip-output4-2">
            <a:extLst xmlns:a="http://schemas.openxmlformats.org/drawingml/2006/main">
              <a:ext uri="{FF2B5EF4-FFF2-40B4-BE49-F238E27FC236}">
                <a16:creationId xmlns:a16="http://schemas.microsoft.com/office/drawing/2014/main" id="{2D0441B8-0ED4-422E-8DD3-54A70E90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1" name="clip-output4-3">
            <a:extLst xmlns:a="http://schemas.openxmlformats.org/drawingml/2006/main">
              <a:ext uri="{FF2B5EF4-FFF2-40B4-BE49-F238E27FC236}">
                <a16:creationId xmlns:a16="http://schemas.microsoft.com/office/drawing/2014/main" id="{72CFF66A-4A57-48B7-83E8-FF54EA22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2" name="clip-output4-4">
            <a:extLst xmlns:a="http://schemas.openxmlformats.org/drawingml/2006/main">
              <a:ext uri="{FF2B5EF4-FFF2-40B4-BE49-F238E27FC236}">
                <a16:creationId xmlns:a16="http://schemas.microsoft.com/office/drawing/2014/main" id="{34F60BF3-9139-4C2C-ABC6-2905940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3" name="clip-output4-5">
            <a:extLst xmlns:a="http://schemas.openxmlformats.org/drawingml/2006/main">
              <a:ext uri="{FF2B5EF4-FFF2-40B4-BE49-F238E27FC236}">
                <a16:creationId xmlns:a16="http://schemas.microsoft.com/office/drawing/2014/main" id="{6CBCA564-BD5A-4E52-B11B-1CFA26F3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4" name="clip-output4-6">
            <a:extLst xmlns:a="http://schemas.openxmlformats.org/drawingml/2006/main">
              <a:ext uri="{FF2B5EF4-FFF2-40B4-BE49-F238E27FC236}">
                <a16:creationId xmlns:a16="http://schemas.microsoft.com/office/drawing/2014/main" id="{DE79AF6F-7FCC-4F22-959C-0593AC4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819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5" name="clip-output5-0">
            <a:extLst xmlns:a="http://schemas.openxmlformats.org/drawingml/2006/main">
              <a:ext uri="{FF2B5EF4-FFF2-40B4-BE49-F238E27FC236}">
                <a16:creationId xmlns:a16="http://schemas.microsoft.com/office/drawing/2014/main" id="{0EFBBB92-B2D5-4985-987D-E9144F4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6" name="clip-output5-1">
            <a:extLst xmlns:a="http://schemas.openxmlformats.org/drawingml/2006/main">
              <a:ext uri="{FF2B5EF4-FFF2-40B4-BE49-F238E27FC236}">
                <a16:creationId xmlns:a16="http://schemas.microsoft.com/office/drawing/2014/main" id="{6433DE4E-8ED2-41FC-9263-BB0561BA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7" name="clip-output5-2">
            <a:extLst xmlns:a="http://schemas.openxmlformats.org/drawingml/2006/main">
              <a:ext uri="{FF2B5EF4-FFF2-40B4-BE49-F238E27FC236}">
                <a16:creationId xmlns:a16="http://schemas.microsoft.com/office/drawing/2014/main" id="{DDC81094-80F8-4BAC-A48D-4472144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8" name="clip-output5-3">
            <a:extLst xmlns:a="http://schemas.openxmlformats.org/drawingml/2006/main">
              <a:ext uri="{FF2B5EF4-FFF2-40B4-BE49-F238E27FC236}">
                <a16:creationId xmlns:a16="http://schemas.microsoft.com/office/drawing/2014/main" id="{2AF60AEA-8491-4713-A332-6599ECC3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29" name="clip-output5-4">
            <a:extLst xmlns:a="http://schemas.openxmlformats.org/drawingml/2006/main">
              <a:ext uri="{FF2B5EF4-FFF2-40B4-BE49-F238E27FC236}">
                <a16:creationId xmlns:a16="http://schemas.microsoft.com/office/drawing/2014/main" id="{FE446577-AC37-4E4E-826C-2897A81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0" name="clip-output5-5">
            <a:extLst xmlns:a="http://schemas.openxmlformats.org/drawingml/2006/main">
              <a:ext uri="{FF2B5EF4-FFF2-40B4-BE49-F238E27FC236}">
                <a16:creationId xmlns:a16="http://schemas.microsoft.com/office/drawing/2014/main" id="{B55FCADA-B917-42EC-8C8D-6DED162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1" name="clip-output5-6">
            <a:extLst xmlns:a="http://schemas.openxmlformats.org/drawingml/2006/main">
              <a:ext uri="{FF2B5EF4-FFF2-40B4-BE49-F238E27FC236}">
                <a16:creationId xmlns:a16="http://schemas.microsoft.com/office/drawing/2014/main" id="{A9FF8118-EF64-4A6E-963F-42F9C369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02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2" name="clip-output6-0">
            <a:extLst xmlns:a="http://schemas.openxmlformats.org/drawingml/2006/main">
              <a:ext uri="{FF2B5EF4-FFF2-40B4-BE49-F238E27FC236}">
                <a16:creationId xmlns:a16="http://schemas.microsoft.com/office/drawing/2014/main" id="{CEB7B83B-5343-4407-BBB4-07D6199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3" name="clip-output6-1">
            <a:extLst xmlns:a="http://schemas.openxmlformats.org/drawingml/2006/main">
              <a:ext uri="{FF2B5EF4-FFF2-40B4-BE49-F238E27FC236}">
                <a16:creationId xmlns:a16="http://schemas.microsoft.com/office/drawing/2014/main" id="{FCD3CC1A-FABC-490C-855E-D256D5E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4" name="clip-output6-2">
            <a:extLst xmlns:a="http://schemas.openxmlformats.org/drawingml/2006/main">
              <a:ext uri="{FF2B5EF4-FFF2-40B4-BE49-F238E27FC236}">
                <a16:creationId xmlns:a16="http://schemas.microsoft.com/office/drawing/2014/main" id="{F94C0575-8B7E-44B9-B311-9BB5A53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5" name="clip-output6-3">
            <a:extLst xmlns:a="http://schemas.openxmlformats.org/drawingml/2006/main">
              <a:ext uri="{FF2B5EF4-FFF2-40B4-BE49-F238E27FC236}">
                <a16:creationId xmlns:a16="http://schemas.microsoft.com/office/drawing/2014/main" id="{AD2701B7-4771-4348-A871-43FBEA3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6" name="clip-output6-4">
            <a:extLst xmlns:a="http://schemas.openxmlformats.org/drawingml/2006/main">
              <a:ext uri="{FF2B5EF4-FFF2-40B4-BE49-F238E27FC236}">
                <a16:creationId xmlns:a16="http://schemas.microsoft.com/office/drawing/2014/main" id="{4B31C7F0-C25B-494F-9968-5BA7906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607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7" name="clip-output6-5">
            <a:extLst xmlns:a="http://schemas.openxmlformats.org/drawingml/2006/main">
              <a:ext uri="{FF2B5EF4-FFF2-40B4-BE49-F238E27FC236}">
                <a16:creationId xmlns:a16="http://schemas.microsoft.com/office/drawing/2014/main" id="{BECBCEDF-295C-482B-9C33-760F9C68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lip-output6-6">
            <a:extLst xmlns:a="http://schemas.openxmlformats.org/drawingml/2006/main">
              <a:ext uri="{FF2B5EF4-FFF2-40B4-BE49-F238E27FC236}">
                <a16:creationId xmlns:a16="http://schemas.microsoft.com/office/drawing/2014/main" id="{FED5E05F-2000-4821-839C-29AE118A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239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node157">
            <a:extLst xmlns:a="http://schemas.openxmlformats.org/drawingml/2006/main">
              <a:ext uri="{FF2B5EF4-FFF2-40B4-BE49-F238E27FC236}">
                <a16:creationId xmlns:a16="http://schemas.microsoft.com/office/drawing/2014/main" id="{7E7598E0-54A3-49C7-A717-879B81A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148" y="633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40" name="node158">
            <a:extLst xmlns:a="http://schemas.openxmlformats.org/drawingml/2006/main">
              <a:ext uri="{FF2B5EF4-FFF2-40B4-BE49-F238E27FC236}">
                <a16:creationId xmlns:a16="http://schemas.microsoft.com/office/drawing/2014/main" id="{21DF909E-7B70-4AD3-9E6A-10124EA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923" y="633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5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1850053" y="6334126"/>
            <a:ext cx="16268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42" name="clip-tensor">
            <a:extLst xmlns:a="http://schemas.openxmlformats.org/drawingml/2006/main">
              <a:ext uri="{FF2B5EF4-FFF2-40B4-BE49-F238E27FC236}">
                <a16:creationId xmlns:a16="http://schemas.microsoft.com/office/drawing/2014/main" id="{BF979759-DF2E-4152-A99E-A523250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7620000"/>
            <a:ext cx="3314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C</a:t>
            </a:r>
            <a:r>
              <a:rPr sz="2250">
                <a:latin typeface="Cambria"/>
                <a:ea typeface="Cambria"/>
                <a:cs typeface="Cambria"/>
              </a:rPr>
              <a:t>: 37 × 37 × 768</a:t>
            </a:r>
          </a:p>
        </p:txBody>
      </p:sp>
      <p:sp>
        <p:nvSpPr>
          <p:cNvPr id="143" name="footrule">
            <a:extLst xmlns:a="http://schemas.openxmlformats.org/drawingml/2006/main">
              <a:ext uri="{FF2B5EF4-FFF2-40B4-BE49-F238E27FC236}">
                <a16:creationId xmlns:a16="http://schemas.microsoft.com/office/drawing/2014/main" id="{5DAF1915-C55D-481C-818D-5EE43EA2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724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44" name="frozen-footer">
            <a:extLst xmlns:a="http://schemas.openxmlformats.org/drawingml/2006/main">
              <a:ext uri="{FF2B5EF4-FFF2-40B4-BE49-F238E27FC236}">
                <a16:creationId xmlns:a16="http://schemas.microsoft.com/office/drawing/2014/main" id="{ECBE963D-CE1F-4AF6-BF8D-CAC5D168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515350"/>
            <a:ext cx="1531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visual features for both paths. No text prompts or text encoder at inference.</a:t>
            </a:r>
          </a:p>
        </p:txBody>
      </p:sp>
    </p:spTree>
    <p:extLst>
      <p:ext uri="{BB962C8B-B14F-4D97-AF65-F5344CB8AC3E}">
        <p14:creationId xmlns:p14="http://schemas.microsoft.com/office/powerpoint/2010/main" val="115617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title">
            <a:extLst xmlns:a="http://schemas.openxmlformats.org/drawingml/2006/main">
              <a:ext uri="{FF2B5EF4-FFF2-40B4-BE49-F238E27FC236}">
                <a16:creationId xmlns:a16="http://schemas.microsoft.com/office/drawing/2014/main" id="{35CCB0A2-379C-4AFB-8FF3-1F25AA7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15316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Fig. S2   Matched DINO-only control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5AF879-F948-43BF-93F2-2AD8266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7725"/>
            <a:ext cx="1531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Identical support identities, query images and downstream scoring protocol</a:t>
            </a:r>
          </a:p>
        </p:txBody>
      </p:sp>
      <p:sp>
        <p:nvSpPr>
          <p:cNvPr id="3" name="headrule">
            <a:extLst xmlns:a="http://schemas.openxmlformats.org/drawingml/2006/main">
              <a:ext uri="{FF2B5EF4-FFF2-40B4-BE49-F238E27FC236}">
                <a16:creationId xmlns:a16="http://schemas.microsoft.com/office/drawing/2014/main" id="{4A4006DA-9971-4FE3-AE98-0923EB3C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192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4" name="row-title169">
            <a:extLst xmlns:a="http://schemas.openxmlformats.org/drawingml/2006/main">
              <a:ext uri="{FF2B5EF4-FFF2-40B4-BE49-F238E27FC236}">
                <a16:creationId xmlns:a16="http://schemas.microsoft.com/office/drawing/2014/main" id="{678BB8DA-2E2A-4179-9C23-FF41343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097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DCFnet</a:t>
            </a:r>
          </a:p>
        </p:txBody>
      </p:sp>
      <p:sp>
        <p:nvSpPr>
          <p:cNvPr id="5" name="encoder169">
            <a:extLst xmlns:a="http://schemas.openxmlformats.org/drawingml/2006/main">
              <a:ext uri="{FF2B5EF4-FFF2-40B4-BE49-F238E27FC236}">
                <a16:creationId xmlns:a16="http://schemas.microsoft.com/office/drawing/2014/main" id="{80DF551C-E0F2-4519-A923-856B1F36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8600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ino169">
            <a:extLst xmlns:a="http://schemas.openxmlformats.org/drawingml/2006/main">
              <a:ext uri="{FF2B5EF4-FFF2-40B4-BE49-F238E27FC236}">
                <a16:creationId xmlns:a16="http://schemas.microsoft.com/office/drawing/2014/main" id="{B6A2BECF-03C6-40A3-8C60-D55A8CF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90775"/>
            <a:ext cx="2752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7" name="clip169">
            <a:extLst xmlns:a="http://schemas.openxmlformats.org/drawingml/2006/main">
              <a:ext uri="{FF2B5EF4-FFF2-40B4-BE49-F238E27FC236}">
                <a16:creationId xmlns:a16="http://schemas.microsoft.com/office/drawing/2014/main" id="{AB983E3B-7581-499F-8E99-DA8CB3C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38475"/>
            <a:ext cx="2752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 + DPAM</a:t>
            </a:r>
          </a:p>
        </p:txBody>
      </p:sp>
      <p:sp>
        <p:nvSpPr>
          <p:cNvPr id="8" name="norm169">
            <a:extLst xmlns:a="http://schemas.openxmlformats.org/drawingml/2006/main">
              <a:ext uri="{FF2B5EF4-FFF2-40B4-BE49-F238E27FC236}">
                <a16:creationId xmlns:a16="http://schemas.microsoft.com/office/drawing/2014/main" id="{3A262F0A-E801-4D4E-BA27-B6E5ED54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76525"/>
            <a:ext cx="2390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Calibrated</a:t>
            </a:r>
          </a:p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fixed fusion</a:t>
            </a:r>
          </a:p>
        </p:txBody>
      </p:sp>
      <p:sp>
        <p:nvSpPr>
          <p:cNvPr id="9" name="node159">
            <a:extLst xmlns:a="http://schemas.openxmlformats.org/drawingml/2006/main">
              <a:ext uri="{FF2B5EF4-FFF2-40B4-BE49-F238E27FC236}">
                <a16:creationId xmlns:a16="http://schemas.microsoft.com/office/drawing/2014/main" id="{48F38C90-DBAD-466A-BCCC-74A90CC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73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" name="node160">
            <a:extLst xmlns:a="http://schemas.openxmlformats.org/drawingml/2006/main">
              <a:ext uri="{FF2B5EF4-FFF2-40B4-BE49-F238E27FC236}">
                <a16:creationId xmlns:a16="http://schemas.microsoft.com/office/drawing/2014/main" id="{ECDA1B45-44D4-4F0A-9C59-86D14C74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948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5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7578" y="3124201"/>
            <a:ext cx="6743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" name="desc1690">
            <a:extLst xmlns:a="http://schemas.openxmlformats.org/drawingml/2006/main">
              <a:ext uri="{FF2B5EF4-FFF2-40B4-BE49-F238E27FC236}">
                <a16:creationId xmlns:a16="http://schemas.microsoft.com/office/drawing/2014/main" id="{025B7CEC-62EA-47C1-9C81-A82E8D44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desc1691">
            <a:extLst xmlns:a="http://schemas.openxmlformats.org/drawingml/2006/main">
              <a:ext uri="{FF2B5EF4-FFF2-40B4-BE49-F238E27FC236}">
                <a16:creationId xmlns:a16="http://schemas.microsoft.com/office/drawing/2014/main" id="{CA2CE69B-87B4-440E-B66B-0B565BB3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desc1692">
            <a:extLst xmlns:a="http://schemas.openxmlformats.org/drawingml/2006/main">
              <a:ext uri="{FF2B5EF4-FFF2-40B4-BE49-F238E27FC236}">
                <a16:creationId xmlns:a16="http://schemas.microsoft.com/office/drawing/2014/main" id="{2549668D-5AFB-44B6-87BE-BC9F6E6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desc1693">
            <a:extLst xmlns:a="http://schemas.openxmlformats.org/drawingml/2006/main">
              <a:ext uri="{FF2B5EF4-FFF2-40B4-BE49-F238E27FC236}">
                <a16:creationId xmlns:a16="http://schemas.microsoft.com/office/drawing/2014/main" id="{87181108-E51B-4220-B966-7F8C746F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47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desc1694">
            <a:extLst xmlns:a="http://schemas.openxmlformats.org/drawingml/2006/main">
              <a:ext uri="{FF2B5EF4-FFF2-40B4-BE49-F238E27FC236}">
                <a16:creationId xmlns:a16="http://schemas.microsoft.com/office/drawing/2014/main" id="{93D6D358-099B-478F-AE3B-D00A3B3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desc1695">
            <a:extLst xmlns:a="http://schemas.openxmlformats.org/drawingml/2006/main">
              <a:ext uri="{FF2B5EF4-FFF2-40B4-BE49-F238E27FC236}">
                <a16:creationId xmlns:a16="http://schemas.microsoft.com/office/drawing/2014/main" id="{AE78CB14-5D58-4687-AC8D-41DA5443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8" name="desc1696">
            <a:extLst xmlns:a="http://schemas.openxmlformats.org/drawingml/2006/main">
              <a:ext uri="{FF2B5EF4-FFF2-40B4-BE49-F238E27FC236}">
                <a16:creationId xmlns:a16="http://schemas.microsoft.com/office/drawing/2014/main" id="{B1119E0F-AC9E-4A5A-9373-5BF8ED3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9" name="desc1697">
            <a:extLst xmlns:a="http://schemas.openxmlformats.org/drawingml/2006/main">
              <a:ext uri="{FF2B5EF4-FFF2-40B4-BE49-F238E27FC236}">
                <a16:creationId xmlns:a16="http://schemas.microsoft.com/office/drawing/2014/main" id="{F70CE911-DA6B-451A-8547-BA410AC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0" name="desc1698">
            <a:extLst xmlns:a="http://schemas.openxmlformats.org/drawingml/2006/main">
              <a:ext uri="{FF2B5EF4-FFF2-40B4-BE49-F238E27FC236}">
                <a16:creationId xmlns:a16="http://schemas.microsoft.com/office/drawing/2014/main" id="{B807CED4-700B-429E-9838-6535687B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1" name="desc1699">
            <a:extLst xmlns:a="http://schemas.openxmlformats.org/drawingml/2006/main">
              <a:ext uri="{FF2B5EF4-FFF2-40B4-BE49-F238E27FC236}">
                <a16:creationId xmlns:a16="http://schemas.microsoft.com/office/drawing/2014/main" id="{8955FA13-0B56-4AA3-87FC-7C4A45E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6310" y="2943225"/>
            <a:ext cx="16764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2" name="node161">
            <a:extLst xmlns:a="http://schemas.openxmlformats.org/drawingml/2006/main">
              <a:ext uri="{FF2B5EF4-FFF2-40B4-BE49-F238E27FC236}">
                <a16:creationId xmlns:a16="http://schemas.microsoft.com/office/drawing/2014/main" id="{5EA5244C-4E62-478E-B06D-D2D213FB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723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" name="node162">
            <a:extLst xmlns:a="http://schemas.openxmlformats.org/drawingml/2006/main">
              <a:ext uri="{FF2B5EF4-FFF2-40B4-BE49-F238E27FC236}">
                <a16:creationId xmlns:a16="http://schemas.microsoft.com/office/drawing/2014/main" id="{DB1B99BB-43CA-4BBC-88F8-3526F782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598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6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544628" y="3124201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5" name="dim169">
            <a:extLst xmlns:a="http://schemas.openxmlformats.org/drawingml/2006/main">
              <a:ext uri="{FF2B5EF4-FFF2-40B4-BE49-F238E27FC236}">
                <a16:creationId xmlns:a16="http://schemas.microsoft.com/office/drawing/2014/main" id="{7160E216-08EB-4EBB-B2C6-79195CEB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38525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26" name="bank169">
            <a:extLst xmlns:a="http://schemas.openxmlformats.org/drawingml/2006/main">
              <a:ext uri="{FF2B5EF4-FFF2-40B4-BE49-F238E27FC236}">
                <a16:creationId xmlns:a16="http://schemas.microsoft.com/office/drawing/2014/main" id="{C0E1C22E-2F66-4AB1-9EAB-51A0D7A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19325"/>
            <a:ext cx="24669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bankrow16900">
            <a:extLst xmlns:a="http://schemas.openxmlformats.org/drawingml/2006/main">
              <a:ext uri="{FF2B5EF4-FFF2-40B4-BE49-F238E27FC236}">
                <a16:creationId xmlns:a16="http://schemas.microsoft.com/office/drawing/2014/main" id="{56A1C9EF-F672-4CCA-A84E-9CA3F31D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8" name="bankrow16901">
            <a:extLst xmlns:a="http://schemas.openxmlformats.org/drawingml/2006/main">
              <a:ext uri="{FF2B5EF4-FFF2-40B4-BE49-F238E27FC236}">
                <a16:creationId xmlns:a16="http://schemas.microsoft.com/office/drawing/2014/main" id="{A4447FCF-627C-433D-BE42-71308304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9" name="bankrow16902">
            <a:extLst xmlns:a="http://schemas.openxmlformats.org/drawingml/2006/main">
              <a:ext uri="{FF2B5EF4-FFF2-40B4-BE49-F238E27FC236}">
                <a16:creationId xmlns:a16="http://schemas.microsoft.com/office/drawing/2014/main" id="{7644804D-010D-42D1-8F00-B7A948BE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0" name="bankrow16903">
            <a:extLst xmlns:a="http://schemas.openxmlformats.org/drawingml/2006/main">
              <a:ext uri="{FF2B5EF4-FFF2-40B4-BE49-F238E27FC236}">
                <a16:creationId xmlns:a16="http://schemas.microsoft.com/office/drawing/2014/main" id="{F9EF23DB-D309-4D42-976B-EF4E958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255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bankrow16904">
            <a:extLst xmlns:a="http://schemas.openxmlformats.org/drawingml/2006/main">
              <a:ext uri="{FF2B5EF4-FFF2-40B4-BE49-F238E27FC236}">
                <a16:creationId xmlns:a16="http://schemas.microsoft.com/office/drawing/2014/main" id="{256251EA-B435-4525-8A3A-851E4CC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bankrow16905">
            <a:extLst xmlns:a="http://schemas.openxmlformats.org/drawingml/2006/main">
              <a:ext uri="{FF2B5EF4-FFF2-40B4-BE49-F238E27FC236}">
                <a16:creationId xmlns:a16="http://schemas.microsoft.com/office/drawing/2014/main" id="{632388EA-1793-406C-8E16-59EB168A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3" name="bankrow16906">
            <a:extLst xmlns:a="http://schemas.openxmlformats.org/drawingml/2006/main">
              <a:ext uri="{FF2B5EF4-FFF2-40B4-BE49-F238E27FC236}">
                <a16:creationId xmlns:a16="http://schemas.microsoft.com/office/drawing/2014/main" id="{A32C46EF-6FD9-421A-95C3-F560A352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4" name="bankrow16907">
            <a:extLst xmlns:a="http://schemas.openxmlformats.org/drawingml/2006/main">
              <a:ext uri="{FF2B5EF4-FFF2-40B4-BE49-F238E27FC236}">
                <a16:creationId xmlns:a16="http://schemas.microsoft.com/office/drawing/2014/main" id="{144CBA5A-9301-4CB7-939C-C8C3FA63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595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5" name="bankrow16908">
            <a:extLst xmlns:a="http://schemas.openxmlformats.org/drawingml/2006/main">
              <a:ext uri="{FF2B5EF4-FFF2-40B4-BE49-F238E27FC236}">
                <a16:creationId xmlns:a16="http://schemas.microsoft.com/office/drawing/2014/main" id="{AC6E4832-D13B-4D04-9296-F3BF4C5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bankrow16909">
            <a:extLst xmlns:a="http://schemas.openxmlformats.org/drawingml/2006/main">
              <a:ext uri="{FF2B5EF4-FFF2-40B4-BE49-F238E27FC236}">
                <a16:creationId xmlns:a16="http://schemas.microsoft.com/office/drawing/2014/main" id="{AF387DEC-37B8-47AE-8170-C9FEA2E2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5265" y="234315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bankrow16910">
            <a:extLst xmlns:a="http://schemas.openxmlformats.org/drawingml/2006/main">
              <a:ext uri="{FF2B5EF4-FFF2-40B4-BE49-F238E27FC236}">
                <a16:creationId xmlns:a16="http://schemas.microsoft.com/office/drawing/2014/main" id="{876C9506-69F1-4685-9D11-ED9ABE4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8" name="bankrow16911">
            <a:extLst xmlns:a="http://schemas.openxmlformats.org/drawingml/2006/main">
              <a:ext uri="{FF2B5EF4-FFF2-40B4-BE49-F238E27FC236}">
                <a16:creationId xmlns:a16="http://schemas.microsoft.com/office/drawing/2014/main" id="{FEAC666C-8AFB-44FC-BDB7-FAB93176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9" name="bankrow16912">
            <a:extLst xmlns:a="http://schemas.openxmlformats.org/drawingml/2006/main">
              <a:ext uri="{FF2B5EF4-FFF2-40B4-BE49-F238E27FC236}">
                <a16:creationId xmlns:a16="http://schemas.microsoft.com/office/drawing/2014/main" id="{2ED89F5A-C150-4439-AE8A-FA68FAD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0" name="bankrow16913">
            <a:extLst xmlns:a="http://schemas.openxmlformats.org/drawingml/2006/main">
              <a:ext uri="{FF2B5EF4-FFF2-40B4-BE49-F238E27FC236}">
                <a16:creationId xmlns:a16="http://schemas.microsoft.com/office/drawing/2014/main" id="{6F2EA4F5-0FE0-47AB-832A-5A9D1E54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255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1" name="bankrow16914">
            <a:extLst xmlns:a="http://schemas.openxmlformats.org/drawingml/2006/main">
              <a:ext uri="{FF2B5EF4-FFF2-40B4-BE49-F238E27FC236}">
                <a16:creationId xmlns:a16="http://schemas.microsoft.com/office/drawing/2014/main" id="{203180CA-DC1C-4E97-A0AD-EAE4499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2" name="bankrow16915">
            <a:extLst xmlns:a="http://schemas.openxmlformats.org/drawingml/2006/main">
              <a:ext uri="{FF2B5EF4-FFF2-40B4-BE49-F238E27FC236}">
                <a16:creationId xmlns:a16="http://schemas.microsoft.com/office/drawing/2014/main" id="{CD1E3D89-AD5A-435D-890E-6AD9ED2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3" name="bankrow16916">
            <a:extLst xmlns:a="http://schemas.openxmlformats.org/drawingml/2006/main">
              <a:ext uri="{FF2B5EF4-FFF2-40B4-BE49-F238E27FC236}">
                <a16:creationId xmlns:a16="http://schemas.microsoft.com/office/drawing/2014/main" id="{A174809F-8897-4F2F-839D-0B4ACBC7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4" name="bankrow16917">
            <a:extLst xmlns:a="http://schemas.openxmlformats.org/drawingml/2006/main">
              <a:ext uri="{FF2B5EF4-FFF2-40B4-BE49-F238E27FC236}">
                <a16:creationId xmlns:a16="http://schemas.microsoft.com/office/drawing/2014/main" id="{0D1DD809-878E-447D-8408-6A5D7527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595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5" name="bankrow16918">
            <a:extLst xmlns:a="http://schemas.openxmlformats.org/drawingml/2006/main">
              <a:ext uri="{FF2B5EF4-FFF2-40B4-BE49-F238E27FC236}">
                <a16:creationId xmlns:a16="http://schemas.microsoft.com/office/drawing/2014/main" id="{6834082F-6F56-47EB-A241-143F26E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6" name="bankrow16919">
            <a:extLst xmlns:a="http://schemas.openxmlformats.org/drawingml/2006/main">
              <a:ext uri="{FF2B5EF4-FFF2-40B4-BE49-F238E27FC236}">
                <a16:creationId xmlns:a16="http://schemas.microsoft.com/office/drawing/2014/main" id="{B7C221B3-3040-41CE-837E-E8860205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5265" y="2667000"/>
            <a:ext cx="20383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7" name="banklabel169">
            <a:extLst xmlns:a="http://schemas.openxmlformats.org/drawingml/2006/main">
              <a:ext uri="{FF2B5EF4-FFF2-40B4-BE49-F238E27FC236}">
                <a16:creationId xmlns:a16="http://schemas.microsoft.com/office/drawing/2014/main" id="{23B0CD23-C206-40BB-B997-412ABC0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Separate normal memory</a:t>
            </a:r>
          </a:p>
        </p:txBody>
      </p:sp>
      <p:sp>
        <p:nvSpPr>
          <p:cNvPr id="48" name="node163">
            <a:extLst xmlns:a="http://schemas.openxmlformats.org/drawingml/2006/main">
              <a:ext uri="{FF2B5EF4-FFF2-40B4-BE49-F238E27FC236}">
                <a16:creationId xmlns:a16="http://schemas.microsoft.com/office/drawing/2014/main" id="{7AC9EB3E-7870-458C-8338-29F7791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9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49" name="node164">
            <a:extLst xmlns:a="http://schemas.openxmlformats.org/drawingml/2006/main">
              <a:ext uri="{FF2B5EF4-FFF2-40B4-BE49-F238E27FC236}">
                <a16:creationId xmlns:a16="http://schemas.microsoft.com/office/drawing/2014/main" id="{8D6FAAAA-9AD2-4138-B4D6-7120E94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9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744903" y="3133726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1" name="node165">
            <a:extLst xmlns:a="http://schemas.openxmlformats.org/drawingml/2006/main">
              <a:ext uri="{FF2B5EF4-FFF2-40B4-BE49-F238E27FC236}">
                <a16:creationId xmlns:a16="http://schemas.microsoft.com/office/drawing/2014/main" id="{43FCB648-BBEE-434E-A766-46CA227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2" name="node166">
            <a:extLst xmlns:a="http://schemas.openxmlformats.org/drawingml/2006/main">
              <a:ext uri="{FF2B5EF4-FFF2-40B4-BE49-F238E27FC236}">
                <a16:creationId xmlns:a16="http://schemas.microsoft.com/office/drawing/2014/main" id="{EEA2DE66-DE25-4F93-875D-5DEAA65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2646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197" name=""/>
          <p:cNvCxnSpPr>
            <a:stCxn xmlns:a="http://schemas.openxmlformats.org/drawingml/2006/main" id="51" idx="0"/>
            <a:endCxn xmlns:a="http://schemas.openxmlformats.org/drawingml/2006/main" id="52" idx="2"/>
          </p:cNvCxnSpPr>
          <p:nvPr/>
        </p:nvCxnSpPr>
        <p:spPr>
          <a:xfrm xmlns:a="http://schemas.openxmlformats.org/drawingml/2006/main" flipV="1">
            <a:off x="9115426" y="2648903"/>
            <a:ext cx="0" cy="4838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54" name="node167">
            <a:extLst xmlns:a="http://schemas.openxmlformats.org/drawingml/2006/main">
              <a:ext uri="{FF2B5EF4-FFF2-40B4-BE49-F238E27FC236}">
                <a16:creationId xmlns:a16="http://schemas.microsoft.com/office/drawing/2014/main" id="{8F2AD9E4-FFD4-4A3C-B410-72275389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2646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55" name="node168">
            <a:extLst xmlns:a="http://schemas.openxmlformats.org/drawingml/2006/main">
              <a:ext uri="{FF2B5EF4-FFF2-40B4-BE49-F238E27FC236}">
                <a16:creationId xmlns:a16="http://schemas.microsoft.com/office/drawing/2014/main" id="{AEAE81A2-A5F8-4DCB-AD77-096EFD4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2646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00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9116378" y="2647951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57" name="support-label169">
            <a:extLst xmlns:a="http://schemas.openxmlformats.org/drawingml/2006/main">
              <a:ext uri="{FF2B5EF4-FFF2-40B4-BE49-F238E27FC236}">
                <a16:creationId xmlns:a16="http://schemas.microsoft.com/office/drawing/2014/main" id="{489252F3-064E-48AE-B318-EF7CED8B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38375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58" name="score169">
            <a:extLst xmlns:a="http://schemas.openxmlformats.org/drawingml/2006/main">
              <a:ext uri="{FF2B5EF4-FFF2-40B4-BE49-F238E27FC236}">
                <a16:creationId xmlns:a16="http://schemas.microsoft.com/office/drawing/2014/main" id="{3ACDC0E4-47BE-4ED4-9280-9607B80D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781425"/>
            <a:ext cx="2466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59" name="node169">
            <a:extLst xmlns:a="http://schemas.openxmlformats.org/drawingml/2006/main">
              <a:ext uri="{FF2B5EF4-FFF2-40B4-BE49-F238E27FC236}">
                <a16:creationId xmlns:a16="http://schemas.microsoft.com/office/drawing/2014/main" id="{179E96CD-88C4-4719-9994-22E3A4A7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498" y="3094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0" name="node170">
            <a:extLst xmlns:a="http://schemas.openxmlformats.org/drawingml/2006/main">
              <a:ext uri="{FF2B5EF4-FFF2-40B4-BE49-F238E27FC236}">
                <a16:creationId xmlns:a16="http://schemas.microsoft.com/office/drawing/2014/main" id="{30B7580A-CCDB-4784-A352-EB58045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498" y="3780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05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839451" y="3096578"/>
            <a:ext cx="0" cy="683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62" name="node171">
            <a:extLst xmlns:a="http://schemas.openxmlformats.org/drawingml/2006/main">
              <a:ext uri="{FF2B5EF4-FFF2-40B4-BE49-F238E27FC236}">
                <a16:creationId xmlns:a16="http://schemas.microsoft.com/office/drawing/2014/main" id="{CEBCE475-A1C0-43C0-8616-5FAE225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3" name="node172">
            <a:extLst xmlns:a="http://schemas.openxmlformats.org/drawingml/2006/main">
              <a:ext uri="{FF2B5EF4-FFF2-40B4-BE49-F238E27FC236}">
                <a16:creationId xmlns:a16="http://schemas.microsoft.com/office/drawing/2014/main" id="{1E0C507F-285C-4BF8-8963-D15EABB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08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9115426" y="3134678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65" name="node173">
            <a:extLst xmlns:a="http://schemas.openxmlformats.org/drawingml/2006/main">
              <a:ext uri="{FF2B5EF4-FFF2-40B4-BE49-F238E27FC236}">
                <a16:creationId xmlns:a16="http://schemas.microsoft.com/office/drawing/2014/main" id="{EF2E98BB-A346-416C-92C3-88786DE2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66" name="node174">
            <a:extLst xmlns:a="http://schemas.openxmlformats.org/drawingml/2006/main">
              <a:ext uri="{FF2B5EF4-FFF2-40B4-BE49-F238E27FC236}">
                <a16:creationId xmlns:a16="http://schemas.microsoft.com/office/drawing/2014/main" id="{16EE0518-2292-4479-89E9-EAFA506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1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9116378" y="4095751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68" name="query-label169">
            <a:extLst xmlns:a="http://schemas.openxmlformats.org/drawingml/2006/main">
              <a:ext uri="{FF2B5EF4-FFF2-40B4-BE49-F238E27FC236}">
                <a16:creationId xmlns:a16="http://schemas.microsoft.com/office/drawing/2014/main" id="{3B89E133-A719-4FCC-B699-6F4CF8BB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814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9" name="node175">
            <a:extLst xmlns:a="http://schemas.openxmlformats.org/drawingml/2006/main">
              <a:ext uri="{FF2B5EF4-FFF2-40B4-BE49-F238E27FC236}">
                <a16:creationId xmlns:a16="http://schemas.microsoft.com/office/drawing/2014/main" id="{41E0DE3E-615C-42A5-8885-1DC92AD7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748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0" name="node176">
            <a:extLst xmlns:a="http://schemas.openxmlformats.org/drawingml/2006/main">
              <a:ext uri="{FF2B5EF4-FFF2-40B4-BE49-F238E27FC236}">
                <a16:creationId xmlns:a16="http://schemas.microsoft.com/office/drawing/2014/main" id="{2BF79708-EB8E-4932-8BC7-8B9FF620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5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2078653" y="4095751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2" name="node177">
            <a:extLst xmlns:a="http://schemas.openxmlformats.org/drawingml/2006/main">
              <a:ext uri="{FF2B5EF4-FFF2-40B4-BE49-F238E27FC236}">
                <a16:creationId xmlns:a16="http://schemas.microsoft.com/office/drawing/2014/main" id="{32BF4AAD-8155-498C-AF5D-CAE8951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3" name="node178">
            <a:extLst xmlns:a="http://schemas.openxmlformats.org/drawingml/2006/main">
              <a:ext uri="{FF2B5EF4-FFF2-40B4-BE49-F238E27FC236}">
                <a16:creationId xmlns:a16="http://schemas.microsoft.com/office/drawing/2014/main" id="{6FD4F412-58BB-42C8-98A1-800CA9C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18" name=""/>
          <p:cNvCxnSpPr>
            <a:stCxn xmlns:a="http://schemas.openxmlformats.org/drawingml/2006/main" id="72" idx="0"/>
            <a:endCxn xmlns:a="http://schemas.openxmlformats.org/drawingml/2006/main" id="73" idx="2"/>
          </p:cNvCxnSpPr>
          <p:nvPr/>
        </p:nvCxnSpPr>
        <p:spPr>
          <a:xfrm xmlns:a="http://schemas.openxmlformats.org/drawingml/2006/main" flipV="1">
            <a:off x="12763501" y="3115628"/>
            <a:ext cx="0" cy="9791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75" name="node179">
            <a:extLst xmlns:a="http://schemas.openxmlformats.org/drawingml/2006/main">
              <a:ext uri="{FF2B5EF4-FFF2-40B4-BE49-F238E27FC236}">
                <a16:creationId xmlns:a16="http://schemas.microsoft.com/office/drawing/2014/main" id="{1B7D96ED-BDF3-4C2F-893B-89318FE4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6" name="node180">
            <a:extLst xmlns:a="http://schemas.openxmlformats.org/drawingml/2006/main">
              <a:ext uri="{FF2B5EF4-FFF2-40B4-BE49-F238E27FC236}">
                <a16:creationId xmlns:a16="http://schemas.microsoft.com/office/drawing/2014/main" id="{5620E7AE-7CFC-4D81-9BB3-E89B704C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973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1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2764453" y="3114676"/>
            <a:ext cx="731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8" name="row-title521">
            <a:extLst xmlns:a="http://schemas.openxmlformats.org/drawingml/2006/main">
              <a:ext uri="{FF2B5EF4-FFF2-40B4-BE49-F238E27FC236}">
                <a16:creationId xmlns:a16="http://schemas.microsoft.com/office/drawing/2014/main" id="{D05D6F0C-A608-4BEF-9C3A-0E474BD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625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DINO-only control</a:t>
            </a:r>
          </a:p>
        </p:txBody>
      </p:sp>
      <p:sp>
        <p:nvSpPr>
          <p:cNvPr id="79" name="encoder521">
            <a:extLst xmlns:a="http://schemas.openxmlformats.org/drawingml/2006/main">
              <a:ext uri="{FF2B5EF4-FFF2-40B4-BE49-F238E27FC236}">
                <a16:creationId xmlns:a16="http://schemas.microsoft.com/office/drawing/2014/main" id="{46941B6D-7EA0-4654-ACED-840604F9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63880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dino521">
            <a:extLst xmlns:a="http://schemas.openxmlformats.org/drawingml/2006/main">
              <a:ext uri="{FF2B5EF4-FFF2-40B4-BE49-F238E27FC236}">
                <a16:creationId xmlns:a16="http://schemas.microsoft.com/office/drawing/2014/main" id="{ABD2B42F-0A86-4DC9-90A7-1DD96211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43575"/>
            <a:ext cx="2752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DINOv2</a:t>
            </a:r>
          </a:p>
        </p:txBody>
      </p:sp>
      <p:sp>
        <p:nvSpPr>
          <p:cNvPr id="81" name="single-branch">
            <a:extLst xmlns:a="http://schemas.openxmlformats.org/drawingml/2006/main">
              <a:ext uri="{FF2B5EF4-FFF2-40B4-BE49-F238E27FC236}">
                <a16:creationId xmlns:a16="http://schemas.microsoft.com/office/drawing/2014/main" id="{13D31071-97CB-443F-8577-183BE9CF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2771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Single visual branch</a:t>
            </a:r>
          </a:p>
        </p:txBody>
      </p:sp>
      <p:sp>
        <p:nvSpPr>
          <p:cNvPr id="82" name="norm521">
            <a:extLst xmlns:a="http://schemas.openxmlformats.org/drawingml/2006/main">
              <a:ext uri="{FF2B5EF4-FFF2-40B4-BE49-F238E27FC236}">
                <a16:creationId xmlns:a16="http://schemas.microsoft.com/office/drawing/2014/main" id="{89FE6F05-48C1-4E8B-90AC-A14404E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029325"/>
            <a:ext cx="2390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normalization</a:t>
            </a:r>
          </a:p>
        </p:txBody>
      </p:sp>
      <p:sp>
        <p:nvSpPr>
          <p:cNvPr id="83" name="node181">
            <a:extLst xmlns:a="http://schemas.openxmlformats.org/drawingml/2006/main">
              <a:ext uri="{FF2B5EF4-FFF2-40B4-BE49-F238E27FC236}">
                <a16:creationId xmlns:a16="http://schemas.microsoft.com/office/drawing/2014/main" id="{968D06BC-23EF-4152-8A04-B3B39FF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673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4" name="node182">
            <a:extLst xmlns:a="http://schemas.openxmlformats.org/drawingml/2006/main">
              <a:ext uri="{FF2B5EF4-FFF2-40B4-BE49-F238E27FC236}">
                <a16:creationId xmlns:a16="http://schemas.microsoft.com/office/drawing/2014/main" id="{D7F34AAE-0127-4CBD-8B12-3D8B3216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94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29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3477578" y="6477001"/>
            <a:ext cx="6743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6" name="desc5210">
            <a:extLst xmlns:a="http://schemas.openxmlformats.org/drawingml/2006/main">
              <a:ext uri="{FF2B5EF4-FFF2-40B4-BE49-F238E27FC236}">
                <a16:creationId xmlns:a16="http://schemas.microsoft.com/office/drawing/2014/main" id="{1CB3FA0A-32ED-4615-BE96-9FA6E380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96025"/>
            <a:ext cx="3352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87" name="desc5211">
            <a:extLst xmlns:a="http://schemas.openxmlformats.org/drawingml/2006/main">
              <a:ext uri="{FF2B5EF4-FFF2-40B4-BE49-F238E27FC236}">
                <a16:creationId xmlns:a16="http://schemas.microsoft.com/office/drawing/2014/main" id="{F150214F-4012-4001-84E3-958136BC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6296025"/>
            <a:ext cx="3352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88" name="desc5212">
            <a:extLst xmlns:a="http://schemas.openxmlformats.org/drawingml/2006/main">
              <a:ext uri="{FF2B5EF4-FFF2-40B4-BE49-F238E27FC236}">
                <a16:creationId xmlns:a16="http://schemas.microsoft.com/office/drawing/2014/main" id="{5578EE09-1EB5-40CF-961B-9758FF0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110" y="6296025"/>
            <a:ext cx="3352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89" name="desc5213">
            <a:extLst xmlns:a="http://schemas.openxmlformats.org/drawingml/2006/main">
              <a:ext uri="{FF2B5EF4-FFF2-40B4-BE49-F238E27FC236}">
                <a16:creationId xmlns:a16="http://schemas.microsoft.com/office/drawing/2014/main" id="{D5E40523-5CB3-4C38-B3E5-93FEF056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3390" y="6296025"/>
            <a:ext cx="3352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0" name="desc5214">
            <a:extLst xmlns:a="http://schemas.openxmlformats.org/drawingml/2006/main">
              <a:ext uri="{FF2B5EF4-FFF2-40B4-BE49-F238E27FC236}">
                <a16:creationId xmlns:a16="http://schemas.microsoft.com/office/drawing/2014/main" id="{5174557E-4866-4DEC-9C8C-0E5E710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670" y="6296025"/>
            <a:ext cx="3352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1" name="node183">
            <a:extLst xmlns:a="http://schemas.openxmlformats.org/drawingml/2006/main">
              <a:ext uri="{FF2B5EF4-FFF2-40B4-BE49-F238E27FC236}">
                <a16:creationId xmlns:a16="http://schemas.microsoft.com/office/drawing/2014/main" id="{7EB6FDDF-0A7E-44D0-8D29-B8BB612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723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2" name="node184">
            <a:extLst xmlns:a="http://schemas.openxmlformats.org/drawingml/2006/main">
              <a:ext uri="{FF2B5EF4-FFF2-40B4-BE49-F238E27FC236}">
                <a16:creationId xmlns:a16="http://schemas.microsoft.com/office/drawing/2014/main" id="{87F9F455-2240-491C-A92A-04E3FCA1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59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37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544628" y="6477001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94" name="dim521">
            <a:extLst xmlns:a="http://schemas.openxmlformats.org/drawingml/2006/main">
              <a:ext uri="{FF2B5EF4-FFF2-40B4-BE49-F238E27FC236}">
                <a16:creationId xmlns:a16="http://schemas.microsoft.com/office/drawing/2014/main" id="{61D88461-9026-42D5-BE8F-C7827F2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791325"/>
            <a:ext cx="1847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95" name="bank521">
            <a:extLst xmlns:a="http://schemas.openxmlformats.org/drawingml/2006/main">
              <a:ext uri="{FF2B5EF4-FFF2-40B4-BE49-F238E27FC236}">
                <a16:creationId xmlns:a16="http://schemas.microsoft.com/office/drawing/2014/main" id="{E758C87C-2C5A-402F-8D71-2A653C55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4669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bankrow52100">
            <a:extLst xmlns:a="http://schemas.openxmlformats.org/drawingml/2006/main">
              <a:ext uri="{FF2B5EF4-FFF2-40B4-BE49-F238E27FC236}">
                <a16:creationId xmlns:a16="http://schemas.microsoft.com/office/drawing/2014/main" id="{5506FB3C-798B-413C-B3BA-1ACC0D5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9595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7" name="bankrow52101">
            <a:extLst xmlns:a="http://schemas.openxmlformats.org/drawingml/2006/main">
              <a:ext uri="{FF2B5EF4-FFF2-40B4-BE49-F238E27FC236}">
                <a16:creationId xmlns:a16="http://schemas.microsoft.com/office/drawing/2014/main" id="{C3A5B901-FAAF-4CB4-885D-1A10AFB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569595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8" name="bankrow52102">
            <a:extLst xmlns:a="http://schemas.openxmlformats.org/drawingml/2006/main">
              <a:ext uri="{FF2B5EF4-FFF2-40B4-BE49-F238E27FC236}">
                <a16:creationId xmlns:a16="http://schemas.microsoft.com/office/drawing/2014/main" id="{EE92C2A9-3CF8-45FE-AE13-50CBD4C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569595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99" name="bankrow52103">
            <a:extLst xmlns:a="http://schemas.openxmlformats.org/drawingml/2006/main">
              <a:ext uri="{FF2B5EF4-FFF2-40B4-BE49-F238E27FC236}">
                <a16:creationId xmlns:a16="http://schemas.microsoft.com/office/drawing/2014/main" id="{A163C1D9-11CB-4041-B321-5FA03B54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569595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0" name="bankrow52104">
            <a:extLst xmlns:a="http://schemas.openxmlformats.org/drawingml/2006/main">
              <a:ext uri="{FF2B5EF4-FFF2-40B4-BE49-F238E27FC236}">
                <a16:creationId xmlns:a16="http://schemas.microsoft.com/office/drawing/2014/main" id="{484A92BD-C1B5-481C-BF7B-D7761E4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569595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1" name="bankrow52110">
            <a:extLst xmlns:a="http://schemas.openxmlformats.org/drawingml/2006/main">
              <a:ext uri="{FF2B5EF4-FFF2-40B4-BE49-F238E27FC236}">
                <a16:creationId xmlns:a16="http://schemas.microsoft.com/office/drawing/2014/main" id="{91A3185C-23D1-4755-90AC-585BE4E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2" name="bankrow52111">
            <a:extLst xmlns:a="http://schemas.openxmlformats.org/drawingml/2006/main">
              <a:ext uri="{FF2B5EF4-FFF2-40B4-BE49-F238E27FC236}">
                <a16:creationId xmlns:a16="http://schemas.microsoft.com/office/drawing/2014/main" id="{292CAF35-2495-45C9-ABBB-B58DE50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601980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3" name="bankrow52112">
            <a:extLst xmlns:a="http://schemas.openxmlformats.org/drawingml/2006/main">
              <a:ext uri="{FF2B5EF4-FFF2-40B4-BE49-F238E27FC236}">
                <a16:creationId xmlns:a16="http://schemas.microsoft.com/office/drawing/2014/main" id="{A94661DD-9FD5-4A6F-838D-4472CBB0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601980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4" name="bankrow52113">
            <a:extLst xmlns:a="http://schemas.openxmlformats.org/drawingml/2006/main">
              <a:ext uri="{FF2B5EF4-FFF2-40B4-BE49-F238E27FC236}">
                <a16:creationId xmlns:a16="http://schemas.microsoft.com/office/drawing/2014/main" id="{F23B86C3-D3CB-4C87-B6B1-1CD3764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760" y="601980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5" name="bankrow52114">
            <a:extLst xmlns:a="http://schemas.openxmlformats.org/drawingml/2006/main">
              <a:ext uri="{FF2B5EF4-FFF2-40B4-BE49-F238E27FC236}">
                <a16:creationId xmlns:a16="http://schemas.microsoft.com/office/drawing/2014/main" id="{25D39457-0438-4566-BE78-CFCB398C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430" y="6019800"/>
            <a:ext cx="40767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106" name="banklabel521">
            <a:extLst xmlns:a="http://schemas.openxmlformats.org/drawingml/2006/main">
              <a:ext uri="{FF2B5EF4-FFF2-40B4-BE49-F238E27FC236}">
                <a16:creationId xmlns:a16="http://schemas.microsoft.com/office/drawing/2014/main" id="{F9EE6F01-0EE1-4F41-BA52-73DA6F0B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33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Separate normal memory</a:t>
            </a:r>
          </a:p>
        </p:txBody>
      </p:sp>
      <p:sp>
        <p:nvSpPr>
          <p:cNvPr id="107" name="node185">
            <a:extLst xmlns:a="http://schemas.openxmlformats.org/drawingml/2006/main">
              <a:ext uri="{FF2B5EF4-FFF2-40B4-BE49-F238E27FC236}">
                <a16:creationId xmlns:a16="http://schemas.microsoft.com/office/drawing/2014/main" id="{E25CA107-D475-424E-9BBB-E5D45C4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998" y="648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8" name="node186">
            <a:extLst xmlns:a="http://schemas.openxmlformats.org/drawingml/2006/main">
              <a:ext uri="{FF2B5EF4-FFF2-40B4-BE49-F238E27FC236}">
                <a16:creationId xmlns:a16="http://schemas.microsoft.com/office/drawing/2014/main" id="{6408BC5E-8485-4667-8CF2-026EC1E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648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3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744903" y="6486526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0" name="node187">
            <a:extLst xmlns:a="http://schemas.openxmlformats.org/drawingml/2006/main">
              <a:ext uri="{FF2B5EF4-FFF2-40B4-BE49-F238E27FC236}">
                <a16:creationId xmlns:a16="http://schemas.microsoft.com/office/drawing/2014/main" id="{E6041F05-EC94-4ACE-9E66-7296E53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648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1" name="node188">
            <a:extLst xmlns:a="http://schemas.openxmlformats.org/drawingml/2006/main">
              <a:ext uri="{FF2B5EF4-FFF2-40B4-BE49-F238E27FC236}">
                <a16:creationId xmlns:a16="http://schemas.microsoft.com/office/drawing/2014/main" id="{A9867762-BC91-441E-BC59-1CFECD5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5999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6" name=""/>
          <p:cNvCxnSpPr>
            <a:stCxn xmlns:a="http://schemas.openxmlformats.org/drawingml/2006/main" id="110" idx="0"/>
            <a:endCxn xmlns:a="http://schemas.openxmlformats.org/drawingml/2006/main" id="111" idx="2"/>
          </p:cNvCxnSpPr>
          <p:nvPr/>
        </p:nvCxnSpPr>
        <p:spPr>
          <a:xfrm xmlns:a="http://schemas.openxmlformats.org/drawingml/2006/main" flipV="1">
            <a:off x="9115426" y="6001703"/>
            <a:ext cx="0" cy="4838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13" name="node189">
            <a:extLst xmlns:a="http://schemas.openxmlformats.org/drawingml/2006/main">
              <a:ext uri="{FF2B5EF4-FFF2-40B4-BE49-F238E27FC236}">
                <a16:creationId xmlns:a16="http://schemas.microsoft.com/office/drawing/2014/main" id="{912DB68A-B190-422E-B3F0-9AB584AE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5999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4" name="node190">
            <a:extLst xmlns:a="http://schemas.openxmlformats.org/drawingml/2006/main">
              <a:ext uri="{FF2B5EF4-FFF2-40B4-BE49-F238E27FC236}">
                <a16:creationId xmlns:a16="http://schemas.microsoft.com/office/drawing/2014/main" id="{D1548E3A-1D6B-4652-8FE7-3371A2DD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5999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59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9116378" y="6000751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6" name="support-label521">
            <a:extLst xmlns:a="http://schemas.openxmlformats.org/drawingml/2006/main">
              <a:ext uri="{FF2B5EF4-FFF2-40B4-BE49-F238E27FC236}">
                <a16:creationId xmlns:a16="http://schemas.microsoft.com/office/drawing/2014/main" id="{55E6DE65-077B-4998-817A-043CB09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91175"/>
            <a:ext cx="1114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17" name="score521">
            <a:extLst xmlns:a="http://schemas.openxmlformats.org/drawingml/2006/main">
              <a:ext uri="{FF2B5EF4-FFF2-40B4-BE49-F238E27FC236}">
                <a16:creationId xmlns:a16="http://schemas.microsoft.com/office/drawing/2014/main" id="{4832BC98-FACA-4339-8FCA-9E17954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7134225"/>
            <a:ext cx="2466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</p:txBody>
      </p:sp>
      <p:sp>
        <p:nvSpPr>
          <p:cNvPr id="118" name="node191">
            <a:extLst xmlns:a="http://schemas.openxmlformats.org/drawingml/2006/main">
              <a:ext uri="{FF2B5EF4-FFF2-40B4-BE49-F238E27FC236}">
                <a16:creationId xmlns:a16="http://schemas.microsoft.com/office/drawing/2014/main" id="{E2EB7749-11A1-49A4-B535-DCAAF2F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498" y="6447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19" name="node192">
            <a:extLst xmlns:a="http://schemas.openxmlformats.org/drawingml/2006/main">
              <a:ext uri="{FF2B5EF4-FFF2-40B4-BE49-F238E27FC236}">
                <a16:creationId xmlns:a16="http://schemas.microsoft.com/office/drawing/2014/main" id="{713C4EB3-3A5C-4958-B780-B5FBE759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498" y="713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64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839451" y="6449378"/>
            <a:ext cx="0" cy="683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121" name="node193">
            <a:extLst xmlns:a="http://schemas.openxmlformats.org/drawingml/2006/main">
              <a:ext uri="{FF2B5EF4-FFF2-40B4-BE49-F238E27FC236}">
                <a16:creationId xmlns:a16="http://schemas.microsoft.com/office/drawing/2014/main" id="{98E75B71-793A-485A-966A-B68BD93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648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2" name="node194">
            <a:extLst xmlns:a="http://schemas.openxmlformats.org/drawingml/2006/main">
              <a:ext uri="{FF2B5EF4-FFF2-40B4-BE49-F238E27FC236}">
                <a16:creationId xmlns:a16="http://schemas.microsoft.com/office/drawing/2014/main" id="{7C8AF4CA-1395-41CF-B08C-5ECDF77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67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9115426" y="6487478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24" name="node195">
            <a:extLst xmlns:a="http://schemas.openxmlformats.org/drawingml/2006/main">
              <a:ext uri="{FF2B5EF4-FFF2-40B4-BE49-F238E27FC236}">
                <a16:creationId xmlns:a16="http://schemas.microsoft.com/office/drawing/2014/main" id="{7732F6CA-FB42-4299-B542-D09E267C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473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5" name="node196">
            <a:extLst xmlns:a="http://schemas.openxmlformats.org/drawingml/2006/main">
              <a:ext uri="{FF2B5EF4-FFF2-40B4-BE49-F238E27FC236}">
                <a16:creationId xmlns:a16="http://schemas.microsoft.com/office/drawing/2014/main" id="{0CB09988-A828-4801-9EC6-E488145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0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9116378" y="7448551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27" name="query-label521">
            <a:extLst xmlns:a="http://schemas.openxmlformats.org/drawingml/2006/main">
              <a:ext uri="{FF2B5EF4-FFF2-40B4-BE49-F238E27FC236}">
                <a16:creationId xmlns:a16="http://schemas.microsoft.com/office/drawing/2014/main" id="{13A5E64B-82FB-4FBB-8697-1633B79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3342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28" name="node197">
            <a:extLst xmlns:a="http://schemas.openxmlformats.org/drawingml/2006/main">
              <a:ext uri="{FF2B5EF4-FFF2-40B4-BE49-F238E27FC236}">
                <a16:creationId xmlns:a16="http://schemas.microsoft.com/office/drawing/2014/main" id="{0359E02E-1B72-4C02-B34C-7E0774FD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748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29" name="node198">
            <a:extLst xmlns:a="http://schemas.openxmlformats.org/drawingml/2006/main">
              <a:ext uri="{FF2B5EF4-FFF2-40B4-BE49-F238E27FC236}">
                <a16:creationId xmlns:a16="http://schemas.microsoft.com/office/drawing/2014/main" id="{CF436D4B-C7FB-45CE-84A5-A0EA28C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4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12078653" y="7448551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1" name="node199">
            <a:extLst xmlns:a="http://schemas.openxmlformats.org/drawingml/2006/main">
              <a:ext uri="{FF2B5EF4-FFF2-40B4-BE49-F238E27FC236}">
                <a16:creationId xmlns:a16="http://schemas.microsoft.com/office/drawing/2014/main" id="{73728830-FA96-470F-BDB4-773D2DE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7447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2" name="node200">
            <a:extLst xmlns:a="http://schemas.openxmlformats.org/drawingml/2006/main">
              <a:ext uri="{FF2B5EF4-FFF2-40B4-BE49-F238E27FC236}">
                <a16:creationId xmlns:a16="http://schemas.microsoft.com/office/drawing/2014/main" id="{D495B7A4-B6D9-488B-AB27-DBC247C0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646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77" name=""/>
          <p:cNvCxnSpPr>
            <a:stCxn xmlns:a="http://schemas.openxmlformats.org/drawingml/2006/main" id="131" idx="0"/>
            <a:endCxn xmlns:a="http://schemas.openxmlformats.org/drawingml/2006/main" id="132" idx="2"/>
          </p:cNvCxnSpPr>
          <p:nvPr/>
        </p:nvCxnSpPr>
        <p:spPr>
          <a:xfrm xmlns:a="http://schemas.openxmlformats.org/drawingml/2006/main" flipV="1">
            <a:off x="12763501" y="6468428"/>
            <a:ext cx="0" cy="9791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34" name="node201">
            <a:extLst xmlns:a="http://schemas.openxmlformats.org/drawingml/2006/main">
              <a:ext uri="{FF2B5EF4-FFF2-40B4-BE49-F238E27FC236}">
                <a16:creationId xmlns:a16="http://schemas.microsoft.com/office/drawing/2014/main" id="{2ACB68D2-D9C6-481E-A7CB-BE951C0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646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35" name="node202">
            <a:extLst xmlns:a="http://schemas.openxmlformats.org/drawingml/2006/main">
              <a:ext uri="{FF2B5EF4-FFF2-40B4-BE49-F238E27FC236}">
                <a16:creationId xmlns:a16="http://schemas.microsoft.com/office/drawing/2014/main" id="{2D1329B1-E416-4290-A82A-07DD232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973" y="646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280" name=""/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12764453" y="6467476"/>
            <a:ext cx="731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pic>
        <p:nvPicPr>
          <p:cNvPr id="281" name="DCFnet example 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25898fc0d4c28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506450" y="2143125"/>
            <a:ext cx="1781175" cy="1781175"/>
          </a:xfrm>
          <a:prstGeom xmlns:a="http://schemas.openxmlformats.org/drawingml/2006/main" prst="rect">
            <a:avLst/>
          </a:prstGeom>
        </p:spPr>
      </p:pic>
      <p:pic>
        <p:nvPicPr>
          <p:cNvPr id="282" name="DINO-only example 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e8aaa9ae743f1"/>
          <ns0:srcRect xmlns:ns0="http://schemas.openxmlformats.org/drawingml/2006/main" l="53165" t="22084" r="26827" b="2022"/>
          <a:stretch xmlns:a="http://schemas.openxmlformats.org/drawingml/2006/main"/>
        </p:blipFill>
        <p:spPr>
          <a:xfrm xmlns:a="http://schemas.openxmlformats.org/drawingml/2006/main">
            <a:off x="13506450" y="5495925"/>
            <a:ext cx="1781175" cy="1781175"/>
          </a:xfrm>
          <a:prstGeom xmlns:a="http://schemas.openxmlformats.org/drawingml/2006/main" prst="rect">
            <a:avLst/>
          </a:prstGeom>
        </p:spPr>
      </p:pic>
      <p:sp>
        <p:nvSpPr>
          <p:cNvPr id="139" name="mapa">
            <a:extLst xmlns:a="http://schemas.openxmlformats.org/drawingml/2006/main">
              <a:ext uri="{FF2B5EF4-FFF2-40B4-BE49-F238E27FC236}">
                <a16:creationId xmlns:a16="http://schemas.microsoft.com/office/drawing/2014/main" id="{A5426FA6-9475-4C4A-BC31-41E01A9E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990975"/>
            <a:ext cx="2352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 map</a:t>
            </a:r>
          </a:p>
        </p:txBody>
      </p:sp>
      <p:sp>
        <p:nvSpPr>
          <p:cNvPr id="140" name="mapb">
            <a:extLst xmlns:a="http://schemas.openxmlformats.org/drawingml/2006/main">
              <a:ext uri="{FF2B5EF4-FFF2-40B4-BE49-F238E27FC236}">
                <a16:creationId xmlns:a16="http://schemas.microsoft.com/office/drawing/2014/main" id="{E7581E9D-526A-486D-9A48-B94F9146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343775"/>
            <a:ext cx="2581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DINO-only map</a:t>
            </a:r>
          </a:p>
        </p:txBody>
      </p:sp>
      <p:sp>
        <p:nvSpPr>
          <p:cNvPr id="141" name="divider">
            <a:extLst xmlns:a="http://schemas.openxmlformats.org/drawingml/2006/main">
              <a:ext uri="{FF2B5EF4-FFF2-40B4-BE49-F238E27FC236}">
                <a16:creationId xmlns:a16="http://schemas.microsoft.com/office/drawing/2014/main" id="{956EF225-0FF3-46A5-81D4-DFF7F64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9107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42" name="footrule">
            <a:extLst xmlns:a="http://schemas.openxmlformats.org/drawingml/2006/main">
              <a:ext uri="{FF2B5EF4-FFF2-40B4-BE49-F238E27FC236}">
                <a16:creationId xmlns:a16="http://schemas.microsoft.com/office/drawing/2014/main" id="{51D902E5-509B-4543-82AF-12B4B970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2391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AD4DA"/>
            </a:solidFill>
          </a:ln>
        </p:spPr>
      </p:sp>
      <p:sp>
        <p:nvSpPr>
          <p:cNvPr id="143" name="same-post">
            <a:extLst xmlns:a="http://schemas.openxmlformats.org/drawingml/2006/main">
              <a:ext uri="{FF2B5EF4-FFF2-40B4-BE49-F238E27FC236}">
                <a16:creationId xmlns:a16="http://schemas.microsoft.com/office/drawing/2014/main" id="{68277030-34AF-4BF7-8E9F-ACE0E107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401050"/>
            <a:ext cx="1531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Same scoring and post-processing: squared ℓ₂ / 2, resize, Gaussian σ = 4, spatial maximum</a:t>
            </a:r>
          </a:p>
        </p:txBody>
      </p:sp>
      <p:sp>
        <p:nvSpPr>
          <p:cNvPr id="144" name="example-disclosure">
            <a:extLst xmlns:a="http://schemas.openxmlformats.org/drawingml/2006/main">
              <a:ext uri="{FF2B5EF4-FFF2-40B4-BE49-F238E27FC236}">
                <a16:creationId xmlns:a16="http://schemas.microsoft.com/office/drawing/2014/main" id="{8B43FEA7-259D-43C2-A7D4-61F9EB9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820150"/>
            <a:ext cx="15316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Paired maps: one existing MPDD example, seed 0, K = 1</a:t>
            </a:r>
          </a:p>
        </p:txBody>
      </p:sp>
    </p:spTree>
    <p:extLst>
      <p:ext uri="{BB962C8B-B14F-4D97-AF65-F5344CB8AC3E}">
        <p14:creationId xmlns:p14="http://schemas.microsoft.com/office/powerpoint/2010/main" val="2034082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2026-09-10T04:49:32.9060000Z</dcterms:created>
  <dcterms:modified xsi:type="dcterms:W3CDTF">2026-09-10T04:49:32.9060000Z</dcterms:modified>
</coreProperties>
</file>