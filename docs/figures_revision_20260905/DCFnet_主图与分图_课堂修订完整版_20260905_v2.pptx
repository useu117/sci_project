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9d7c38c67a47e4" /><Relationship Type="http://schemas.openxmlformats.org/officeDocument/2006/relationships/extended-properties" Target="/docProps/app.xml" Id="R26d99f1d781e420c" /><Relationship Type="http://schemas.openxmlformats.org/officeDocument/2006/relationships/officeDocument" Target="/ppt/presentation.xml" Id="R46926aeba4db4456" /></Relationships>
</file>

<file path=ppt/presentation.xml><?xml version="1.0" encoding="utf-8"?>
<p:presentation xmlns:p="http://schemas.openxmlformats.org/presentationml/2006/main">
  <p:sldMasterIdLst>
    <p:sldMasterId xmlns:r="http://schemas.openxmlformats.org/officeDocument/2006/relationships" id="2147483648" r:id="R01ff85dd406a4641"/>
  </p:sldMasterIdLst>
  <p:notesMasterIdLst>
    <p:notesMasterId xmlns:r="http://schemas.openxmlformats.org/officeDocument/2006/relationships" r:id="R24e6fa928c8a429e"/>
  </p:notesMasterIdLst>
  <p:sldIdLst>
    <p:sldId xmlns:r="http://schemas.openxmlformats.org/officeDocument/2006/relationships" id="256" r:id="Rcec23c8003e340d5"/>
    <p:sldId xmlns:r="http://schemas.openxmlformats.org/officeDocument/2006/relationships" id="257" r:id="Rc604d7b835c94d52"/>
    <p:sldId xmlns:r="http://schemas.openxmlformats.org/officeDocument/2006/relationships" id="258" r:id="R62a1d51c29cb45c2"/>
    <p:sldId xmlns:r="http://schemas.openxmlformats.org/officeDocument/2006/relationships" id="259" r:id="Raf1d9289f8894c5e"/>
    <p:sldId xmlns:r="http://schemas.openxmlformats.org/officeDocument/2006/relationships" id="260" r:id="R39c90c5a793041c6"/>
    <p:sldId xmlns:r="http://schemas.openxmlformats.org/officeDocument/2006/relationships" id="261" r:id="R7fda6bc5a01a4e7c"/>
  </p:sldIdLst>
  <p:sldSz cx="13335000" cy="7810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000d30b541428d" /><Relationship Type="http://schemas.openxmlformats.org/officeDocument/2006/relationships/slideMaster" Target="/ppt/slideMasters/slideMaster1.xml" Id="R01ff85dd406a4641" /><Relationship Type="http://schemas.openxmlformats.org/officeDocument/2006/relationships/notesMaster" Target="/ppt/notesMasters/notesMaster1.xml" Id="R24e6fa928c8a429e" /><Relationship Type="http://schemas.openxmlformats.org/officeDocument/2006/relationships/presProps" Target="/ppt/presProps.xml" Id="R1edaf669ba1b4467" /><Relationship Type="http://schemas.openxmlformats.org/officeDocument/2006/relationships/tableStyles" Target="/ppt/tableStyles.xml" Id="Re57b897ff3bc48df" /><Relationship Type="http://schemas.openxmlformats.org/officeDocument/2006/relationships/slide" Target="/ppt/slides/slide1.xml" Id="Rcec23c8003e340d5" /><Relationship Type="http://schemas.openxmlformats.org/officeDocument/2006/relationships/slide" Target="/ppt/slides/slide2.xml" Id="Rc604d7b835c94d52" /><Relationship Type="http://schemas.openxmlformats.org/officeDocument/2006/relationships/slide" Target="/ppt/slides/slide3.xml" Id="R62a1d51c29cb45c2" /><Relationship Type="http://schemas.openxmlformats.org/officeDocument/2006/relationships/slide" Target="/ppt/slides/slide4.xml" Id="Raf1d9289f8894c5e" /><Relationship Type="http://schemas.openxmlformats.org/officeDocument/2006/relationships/slide" Target="/ppt/slides/slide5.xml" Id="R39c90c5a793041c6" /><Relationship Type="http://schemas.openxmlformats.org/officeDocument/2006/relationships/slide" Target="/ppt/slides/slide6.xml" Id="R7fda6bc5a01a4e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09a77840b046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4c616eb70f40b5" /><Relationship Type="http://schemas.openxmlformats.org/officeDocument/2006/relationships/notesMaster" Target="/ppt/notesMasters/notesMaster1.xml" Id="R10f748abb63847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6f04e9b8e844a6" /><Relationship Type="http://schemas.openxmlformats.org/officeDocument/2006/relationships/notesMaster" Target="/ppt/notesMasters/notesMaster1.xml" Id="R83eb0fc8ecba42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567bd1b0c3442d" /><Relationship Type="http://schemas.openxmlformats.org/officeDocument/2006/relationships/notesMaster" Target="/ppt/notesMasters/notesMaster1.xml" Id="R7338379f411e46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dfdaa9da2c4b9a" /><Relationship Type="http://schemas.openxmlformats.org/officeDocument/2006/relationships/notesMaster" Target="/ppt/notesMasters/notesMaster1.xml" Id="R1cd31e913fd843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033c4380fb4946" /><Relationship Type="http://schemas.openxmlformats.org/officeDocument/2006/relationships/notesMaster" Target="/ppt/notesMasters/notesMaster1.xml" Id="R986ff11715694e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9c9af69ab741d9" /><Relationship Type="http://schemas.openxmlformats.org/officeDocument/2006/relationships/notesMaster" Target="/ppt/notesMasters/notesMaster1.xml" Id="R3ed2bce208fa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1，放在 3.2 Overview Structure 首次引用后，双栏通栏。主图保留正常支持集建库与查询评分的完整路径，详细算子见后续分图。</a:t>
            </a:r>
          </a:p>
          <a:p xmlns:a="http://schemas.openxmlformats.org/drawingml/2006/main">
            <a:r>
              <a:t>Caption: Overall workflow of DCFnet. Normal support images construct a category-specific memory. Query images use the same frozen visual encoders and calibrated fusion operator, and their descriptors are compared with the fixed memory. Exact nearest-neighbor distances are upsampled and Gaussian-smoothed to obtain the anomaly map. The image score is the spatial maximum of this map.</a:t>
            </a:r>
          </a:p>
          <a:p xmlns:a="http://schemas.openxmlformats.org/drawingml/2006/main">
            <a:r>
              <a:t>Illustrative image pair and output: MPDD, metal_plate, seed 0, K=1. Support: train/good/029.png. Query: test/scratches/026.png. Output cropped from existing mpdd_s0_k1_metal_plate_success.png (A1 concat panel), with display scaling inherited from that figure. This single example is a workflow illustration, not an aggregate performance claim.</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2，置于 3.3 Frozen Dual-Encoder Visual Representation 两个编码器说明后。若篇幅有限，可放补充材料，而保留 Fig. 3 的融合细节。</a:t>
            </a:r>
          </a:p>
          <a:p xmlns:a="http://schemas.openxmlformats.org/drawingml/2006/main">
            <a:r>
              <a:t>Caption: Frozen visual feature extraction. DINOv2 produces 768-dimensional patch descriptors on its native grid after aspect-ratio-preserving resizing and patch-compatible cropping. The CLIP visual encoder uses the fixed DPAM configuration and retains layer-24 patch descriptors on a 37 × 37 grid. Both branches process each support or query image independently. Only visual patch descriptors enter fusion.</a:t>
            </a:r>
          </a:p>
          <a:p xmlns:a="http://schemas.openxmlformats.org/drawingml/2006/main">
            <a:r>
              <a:t>CLIP implementation requests layers 6,12,18,24 and retains the last returned tensor (layer 24), discarding CLS. It is not four-layer concatenation. DPAM_layer=20. The general DINO grid is h_D × w_D, with shorter dimension 32 for short side 448 and patch size 14.</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3，置于 3.4 Spatial Calibration and Fixed Feature Fusion 首次介绍对齐和归一化后，靠近对应公式。该图优先保留在正文。</a:t>
            </a:r>
          </a:p>
          <a:p xmlns:a="http://schemas.openxmlformats.org/drawingml/2006/main">
            <a:r>
              <a:t>Caption: Spatial and magnitude calibration before fixed feature concatenation. The CLIP grid is bilinearly resized to the DINO grid. At each aligned location, the two 768-dimensional branch descriptors are independently normalized, scaled equally, concatenated along the channel dimension, and normalized again to obtain a 1536-dimensional descriptor. The coefficients are fixed at 0.5.</a:t>
            </a:r>
          </a:p>
          <a:p xmlns:a="http://schemas.openxmlformats.org/drawingml/2006/main">
            <a:r>
              <a:t>All colored grids and vector bars are schematic editable objects, not measured activation maps. Native grid dimensions are written explicitly; the number of drawn cells is illustrative. norm(v)=v/max(||v||₂,ε). align_corners=False. The diagram shows feature concatenation, not averaging two separately searched anomaly maps.</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4，置于 3.5 Normal Reference Memory and Anomaly Scoring，紧邻记忆库与评分公式。优先保留正文。</a:t>
            </a:r>
          </a:p>
          <a:p xmlns:a="http://schemas.openxmlformats.org/drawingml/2006/main">
            <a:r>
              <a:t>Caption: Construction and use of the normal reference memory. All fused patch descriptors from the K normal support images populate a fixed category-specific FAISS IndexFlatL2 memory. Each query descriptor retrieves its nearest support descriptor in feature space across all stored locations. Half of the squared Euclidean distance produces the patch score. The patch-score grid is resized to 448 × 448 and smoothed with σ=4. The final map supplies both pixel-level scores and the spatial maximum for image-level scoring.</a:t>
            </a:r>
          </a:p>
          <a:p xmlns:a="http://schemas.openxmlformats.org/drawingml/2006/main">
            <a:r>
              <a:t>P=h_D w_D assumes a common retained grid. The memory has KP rows for K support images with P retained patches each. Query descriptors are never inserted into the normal memory. Schematic vectors are not actual activations. Example map source and display scaling are the same as Fig. 1.</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S1，放在 3.6 Matched Control 或实验消融小节。若正文空间足够，可改为正文图；编号应随最终全文排序。</a:t>
            </a:r>
          </a:p>
          <a:p xmlns:a="http://schemas.openxmlformats.org/drawingml/2006/main">
            <a:r>
              <a:t>Caption: Matched comparison isolating the calibrated second representation. DCFnet and the DINO-only control use the same support-image identities, query images, DINO features, exact nearest-neighbor search, distance convention, post-processing, and evaluation resolution. They maintain separate memories. The DCFnet descriptor has 1536 channels, while the control descriptor has 768 channels.</a:t>
            </a:r>
          </a:p>
          <a:p xmlns:a="http://schemas.openxmlformats.org/drawingml/2006/main">
            <a:r>
              <a:t>This is an experimental control diagram, not a third branch of DCFnet. No performance improvement is claimed by the diagram. The DCFnet setting has no PCA, whitening, learned gate, or target-domain optimization.</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本页为图件使用规划，不作为论文插图。暂定图号需要随最终正文顺序统一调整。正文图与实验结果图应避免编号冲突。所有图均围绕课堂稿的固定融合版本，不将后续研究候选架构写入已完成的方法。</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c8f1e4da8942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5724a26bf54a07" /><Relationship Type="http://schemas.openxmlformats.org/officeDocument/2006/relationships/slideLayout" Target="/ppt/slideLayouts/slideLayout1.xml" Id="R97b066d2d0d34e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b066d2d0d34e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ba03cb323a477f" /><Relationship Type="http://schemas.openxmlformats.org/officeDocument/2006/relationships/image" Target="/ppt/media/image.png" Id="R6fdfbb6ad8454c56" /><Relationship Type="http://schemas.openxmlformats.org/officeDocument/2006/relationships/image" Target="/ppt/media/image2.png" Id="Re690fff4d4f04f21" /><Relationship Type="http://schemas.openxmlformats.org/officeDocument/2006/relationships/image" Target="/ppt/media/image3.png" Id="Rcea9f07e66024e9c" /><Relationship Type="http://schemas.openxmlformats.org/officeDocument/2006/relationships/notesSlide" Target="/ppt/notesSlides/notesSlide1.xml" Id="R95d79548f18d40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eb73df5cb244b5" /><Relationship Type="http://schemas.openxmlformats.org/officeDocument/2006/relationships/notesSlide" Target="/ppt/notesSlides/notesSlide2.xml" Id="R339f275e80f544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b9444f13a54123" /><Relationship Type="http://schemas.openxmlformats.org/officeDocument/2006/relationships/notesSlide" Target="/ppt/notesSlides/notesSlide3.xml" Id="Rb4f8dacd2b2940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5f68c52d3f482a" /><Relationship Type="http://schemas.openxmlformats.org/officeDocument/2006/relationships/image" Target="/ppt/media/image4.png" Id="R773f58d51083408a" /><Relationship Type="http://schemas.openxmlformats.org/officeDocument/2006/relationships/notesSlide" Target="/ppt/notesSlides/notesSlide4.xml" Id="Rcd205144c5364f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a770ae443c4e45" /><Relationship Type="http://schemas.openxmlformats.org/officeDocument/2006/relationships/notesSlide" Target="/ppt/notesSlides/notesSlide5.xml" Id="R0a84eb11fd3548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79a494b06b480e" /><Relationship Type="http://schemas.openxmlformats.org/officeDocument/2006/relationships/notesSlide" Target="/ppt/notesSlides/notesSlide6.xml" Id="R4da4406ef4194b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itle">
            <a:extLst xmlns:a="http://schemas.openxmlformats.org/drawingml/2006/main">
              <a:ext uri="{FF2B5EF4-FFF2-40B4-BE49-F238E27FC236}">
                <a16:creationId xmlns:a16="http://schemas.microsoft.com/office/drawing/2014/main" id="{05D274E6-D9B3-4006-98BA-E90A725E2CF5}"/>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DCFnet overview</a:t>
            </a:r>
          </a:p>
        </p:txBody>
      </p:sp>
      <p:sp>
        <p:nvSpPr>
          <p:cNvPr id="2" name="support-heading">
            <a:extLst xmlns:a="http://schemas.openxmlformats.org/drawingml/2006/main">
              <a:ext uri="{FF2B5EF4-FFF2-40B4-BE49-F238E27FC236}">
                <a16:creationId xmlns:a16="http://schemas.microsoft.com/office/drawing/2014/main" id="{D7ED48CA-3C02-453F-B1DD-6545F2EA3527}"/>
              </a:ext>
            </a:extLst>
          </p:cNvPr>
          <p:cNvSpPr>
            <a:spLocks xmlns:a="http://schemas.openxmlformats.org/drawingml/2006/main" noGrp="1"/>
          </p:cNvSpPr>
          <p:nvPr/>
        </p:nvSpPr>
        <p:spPr>
          <a:xfrm xmlns:a="http://schemas.openxmlformats.org/drawingml/2006/main">
            <a:off x="342900" y="857250"/>
            <a:ext cx="97155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Normal support memory construction</a:t>
            </a:r>
          </a:p>
        </p:txBody>
      </p:sp>
      <p:pic>
        <p:nvPicPr>
          <p:cNvPr id="54" name="Verified normal support image"/>
          <p:cNvPicPr>
            <a:picLocks xmlns:a="http://schemas.openxmlformats.org/drawingml/2006/main" noChangeAspect="1"/>
          </p:cNvPicPr>
          <p:nvPr/>
        </p:nvPicPr>
        <p:blipFill>
          <a:blip xmlns:r="http://schemas.openxmlformats.org/officeDocument/2006/relationships" xmlns:a="http://schemas.openxmlformats.org/drawingml/2006/main" r:embed="R6fdfbb6ad8454c56"/>
          <a:stretch xmlns:a="http://schemas.openxmlformats.org/drawingml/2006/main"/>
        </p:blipFill>
        <p:spPr>
          <a:xfrm xmlns:a="http://schemas.openxmlformats.org/drawingml/2006/main">
            <a:off x="381000" y="1666875"/>
            <a:ext cx="1285875" cy="1285875"/>
          </a:xfrm>
          <a:prstGeom xmlns:a="http://schemas.openxmlformats.org/drawingml/2006/main" prst="rect">
            <a:avLst/>
          </a:prstGeom>
        </p:spPr>
      </p:pic>
      <p:sp>
        <p:nvSpPr>
          <p:cNvPr id="4" name="Verified normal support image-anchor">
            <a:extLst xmlns:a="http://schemas.openxmlformats.org/drawingml/2006/main">
              <a:ext uri="{FF2B5EF4-FFF2-40B4-BE49-F238E27FC236}">
                <a16:creationId xmlns:a16="http://schemas.microsoft.com/office/drawing/2014/main" id="{668CE1D9-CF37-44D2-BCE1-2FB16B675B55}"/>
              </a:ext>
            </a:extLst>
          </p:cNvPr>
          <p:cNvSpPr>
            <a:spLocks xmlns:a="http://schemas.openxmlformats.org/drawingml/2006/main" noGrp="1"/>
          </p:cNvSpPr>
          <p:nvPr/>
        </p:nvSpPr>
        <p:spPr>
          <a:xfrm xmlns:a="http://schemas.openxmlformats.org/drawingml/2006/main">
            <a:off x="381000" y="1666875"/>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5" name="support-set">
            <a:extLst xmlns:a="http://schemas.openxmlformats.org/drawingml/2006/main">
              <a:ext uri="{FF2B5EF4-FFF2-40B4-BE49-F238E27FC236}">
                <a16:creationId xmlns:a16="http://schemas.microsoft.com/office/drawing/2014/main" id="{616C7F24-B3C4-4ECF-BA70-4DC34D657C21}"/>
              </a:ext>
            </a:extLst>
          </p:cNvPr>
          <p:cNvSpPr>
            <a:spLocks xmlns:a="http://schemas.openxmlformats.org/drawingml/2006/main" noGrp="1"/>
          </p:cNvSpPr>
          <p:nvPr/>
        </p:nvSpPr>
        <p:spPr>
          <a:xfrm xmlns:a="http://schemas.openxmlformats.org/drawingml/2006/main">
            <a:off x="190500" y="3019425"/>
            <a:ext cx="16573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1">
                <a:latin typeface="Cambria"/>
                <a:ea typeface="Cambria"/>
                <a:cs typeface="Cambria"/>
              </a:rPr>
              <a:t>R</a:t>
            </a:r>
            <a:r>
              <a:rPr sz="1566" b="1" i="0" baseline="-25000">
                <a:latin typeface="Cambria"/>
                <a:ea typeface="Cambria"/>
                <a:cs typeface="Cambria"/>
              </a:rPr>
              <a:t>c</a:t>
            </a:r>
            <a:r>
              <a:rPr sz="2175">
                <a:latin typeface="Cambria"/>
                <a:ea typeface="Cambria"/>
                <a:cs typeface="Cambria"/>
              </a:rPr>
              <a:t> = {</a:t>
            </a:r>
            <a:r>
              <a:rPr sz="2175" b="0" i="1">
                <a:latin typeface="Cambria"/>
                <a:ea typeface="Cambria"/>
                <a:cs typeface="Cambria"/>
              </a:rPr>
              <a:t>x</a:t>
            </a:r>
            <a:r>
              <a:rPr sz="1566" b="0" i="0" baseline="-25000">
                <a:latin typeface="Cambria"/>
                <a:ea typeface="Cambria"/>
                <a:cs typeface="Cambria"/>
              </a:rPr>
              <a:t>i</a:t>
            </a:r>
            <a:r>
              <a:rPr sz="2175">
                <a:latin typeface="Cambria"/>
                <a:ea typeface="Cambria"/>
                <a:cs typeface="Cambria"/>
              </a:rPr>
              <a:t>}</a:t>
            </a:r>
          </a:p>
        </p:txBody>
      </p:sp>
      <p:sp>
        <p:nvSpPr>
          <p:cNvPr id="6" name="shot-count">
            <a:extLst xmlns:a="http://schemas.openxmlformats.org/drawingml/2006/main">
              <a:ext uri="{FF2B5EF4-FFF2-40B4-BE49-F238E27FC236}">
                <a16:creationId xmlns:a16="http://schemas.microsoft.com/office/drawing/2014/main" id="{75877A68-D2FA-4825-8FAC-A51E85AF6C0C}"/>
              </a:ext>
            </a:extLst>
          </p:cNvPr>
          <p:cNvSpPr>
            <a:spLocks xmlns:a="http://schemas.openxmlformats.org/drawingml/2006/main" noGrp="1"/>
          </p:cNvSpPr>
          <p:nvPr/>
        </p:nvSpPr>
        <p:spPr>
          <a:xfrm xmlns:a="http://schemas.openxmlformats.org/drawingml/2006/main">
            <a:off x="200025" y="3409950"/>
            <a:ext cx="16668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0" i="1">
                <a:latin typeface="Cambria"/>
                <a:ea typeface="Cambria"/>
                <a:cs typeface="Cambria"/>
              </a:rPr>
              <a:t>K</a:t>
            </a:r>
            <a:r>
              <a:rPr sz="2025">
                <a:latin typeface="Cambria"/>
                <a:ea typeface="Cambria"/>
                <a:cs typeface="Cambria"/>
              </a:rPr>
              <a:t> ∈ {1, 2, 4}</a:t>
            </a:r>
          </a:p>
        </p:txBody>
      </p:sp>
      <p:sp>
        <p:nvSpPr>
          <p:cNvPr id="7" name="support-encoder">
            <a:extLst xmlns:a="http://schemas.openxmlformats.org/drawingml/2006/main">
              <a:ext uri="{FF2B5EF4-FFF2-40B4-BE49-F238E27FC236}">
                <a16:creationId xmlns:a16="http://schemas.microsoft.com/office/drawing/2014/main" id="{E0863B60-8713-4BC0-ADA5-FE57D644F3BC}"/>
              </a:ext>
            </a:extLst>
          </p:cNvPr>
          <p:cNvSpPr>
            <a:spLocks xmlns:a="http://schemas.openxmlformats.org/drawingml/2006/main" noGrp="1"/>
          </p:cNvSpPr>
          <p:nvPr/>
        </p:nvSpPr>
        <p:spPr>
          <a:xfrm xmlns:a="http://schemas.openxmlformats.org/drawingml/2006/main">
            <a:off x="2286000" y="1657350"/>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8" name="support-encoder-dino">
            <a:extLst xmlns:a="http://schemas.openxmlformats.org/drawingml/2006/main">
              <a:ext uri="{FF2B5EF4-FFF2-40B4-BE49-F238E27FC236}">
                <a16:creationId xmlns:a16="http://schemas.microsoft.com/office/drawing/2014/main" id="{71A5A5A4-8458-4D08-B718-0F618CF47535}"/>
              </a:ext>
            </a:extLst>
          </p:cNvPr>
          <p:cNvSpPr>
            <a:spLocks xmlns:a="http://schemas.openxmlformats.org/drawingml/2006/main" noGrp="1"/>
          </p:cNvSpPr>
          <p:nvPr/>
        </p:nvSpPr>
        <p:spPr>
          <a:xfrm xmlns:a="http://schemas.openxmlformats.org/drawingml/2006/main">
            <a:off x="2381250" y="1752600"/>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9" name="support-encoder-clip">
            <a:extLst xmlns:a="http://schemas.openxmlformats.org/drawingml/2006/main">
              <a:ext uri="{FF2B5EF4-FFF2-40B4-BE49-F238E27FC236}">
                <a16:creationId xmlns:a16="http://schemas.microsoft.com/office/drawing/2014/main" id="{BB08EBF8-A0C8-4029-A4D4-E49B53E21490}"/>
              </a:ext>
            </a:extLst>
          </p:cNvPr>
          <p:cNvSpPr>
            <a:spLocks xmlns:a="http://schemas.openxmlformats.org/drawingml/2006/main" noGrp="1"/>
          </p:cNvSpPr>
          <p:nvPr/>
        </p:nvSpPr>
        <p:spPr>
          <a:xfrm xmlns:a="http://schemas.openxmlformats.org/drawingml/2006/main">
            <a:off x="2381250" y="2524125"/>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ViT-L/14@336</a:t>
            </a:r>
          </a:p>
        </p:txBody>
      </p:sp>
      <p:sp>
        <p:nvSpPr>
          <p:cNvPr id="10" name="support-encoder-dim">
            <a:extLst xmlns:a="http://schemas.openxmlformats.org/drawingml/2006/main">
              <a:ext uri="{FF2B5EF4-FFF2-40B4-BE49-F238E27FC236}">
                <a16:creationId xmlns:a16="http://schemas.microsoft.com/office/drawing/2014/main" id="{C6B1245F-0CD9-4F5B-BF70-83B1E610178A}"/>
              </a:ext>
            </a:extLst>
          </p:cNvPr>
          <p:cNvSpPr>
            <a:spLocks xmlns:a="http://schemas.openxmlformats.org/drawingml/2006/main" noGrp="1"/>
          </p:cNvSpPr>
          <p:nvPr/>
        </p:nvSpPr>
        <p:spPr>
          <a:xfrm xmlns:a="http://schemas.openxmlformats.org/drawingml/2006/main">
            <a:off x="2286000" y="3400425"/>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11" name="support-fusion">
            <a:extLst xmlns:a="http://schemas.openxmlformats.org/drawingml/2006/main">
              <a:ext uri="{FF2B5EF4-FFF2-40B4-BE49-F238E27FC236}">
                <a16:creationId xmlns:a16="http://schemas.microsoft.com/office/drawing/2014/main" id="{4732F815-FF9E-4B99-809D-AC3A8E9ABCC0}"/>
              </a:ext>
            </a:extLst>
          </p:cNvPr>
          <p:cNvSpPr>
            <a:spLocks xmlns:a="http://schemas.openxmlformats.org/drawingml/2006/main" noGrp="1"/>
          </p:cNvSpPr>
          <p:nvPr/>
        </p:nvSpPr>
        <p:spPr>
          <a:xfrm xmlns:a="http://schemas.openxmlformats.org/drawingml/2006/main">
            <a:off x="5715000" y="1657350"/>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12" name="support-fusion-heading">
            <a:extLst xmlns:a="http://schemas.openxmlformats.org/drawingml/2006/main">
              <a:ext uri="{FF2B5EF4-FFF2-40B4-BE49-F238E27FC236}">
                <a16:creationId xmlns:a16="http://schemas.microsoft.com/office/drawing/2014/main" id="{B11461FB-207E-49CF-9814-F8D0C63FEAFD}"/>
              </a:ext>
            </a:extLst>
          </p:cNvPr>
          <p:cNvSpPr>
            <a:spLocks xmlns:a="http://schemas.openxmlformats.org/drawingml/2006/main" noGrp="1"/>
          </p:cNvSpPr>
          <p:nvPr/>
        </p:nvSpPr>
        <p:spPr>
          <a:xfrm xmlns:a="http://schemas.openxmlformats.org/drawingml/2006/main">
            <a:off x="5800725" y="1724025"/>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13" name="support-fusion-detail">
            <a:extLst xmlns:a="http://schemas.openxmlformats.org/drawingml/2006/main">
              <a:ext uri="{FF2B5EF4-FFF2-40B4-BE49-F238E27FC236}">
                <a16:creationId xmlns:a16="http://schemas.microsoft.com/office/drawing/2014/main" id="{C458FB85-4806-4FF1-B374-A068AABCE321}"/>
              </a:ext>
            </a:extLst>
          </p:cNvPr>
          <p:cNvSpPr>
            <a:spLocks xmlns:a="http://schemas.openxmlformats.org/drawingml/2006/main" noGrp="1"/>
          </p:cNvSpPr>
          <p:nvPr/>
        </p:nvSpPr>
        <p:spPr>
          <a:xfrm xmlns:a="http://schemas.openxmlformats.org/drawingml/2006/main">
            <a:off x="5791200" y="2105025"/>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14" name="support-fusion-dim">
            <a:extLst xmlns:a="http://schemas.openxmlformats.org/drawingml/2006/main">
              <a:ext uri="{FF2B5EF4-FFF2-40B4-BE49-F238E27FC236}">
                <a16:creationId xmlns:a16="http://schemas.microsoft.com/office/drawing/2014/main" id="{17FCF77E-B223-4530-825B-6E48075BD068}"/>
              </a:ext>
            </a:extLst>
          </p:cNvPr>
          <p:cNvSpPr>
            <a:spLocks xmlns:a="http://schemas.openxmlformats.org/drawingml/2006/main" noGrp="1"/>
          </p:cNvSpPr>
          <p:nvPr/>
        </p:nvSpPr>
        <p:spPr>
          <a:xfrm xmlns:a="http://schemas.openxmlformats.org/drawingml/2006/main">
            <a:off x="5715000" y="3400425"/>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15" name="fixed-memory">
            <a:extLst xmlns:a="http://schemas.openxmlformats.org/drawingml/2006/main">
              <a:ext uri="{FF2B5EF4-FFF2-40B4-BE49-F238E27FC236}">
                <a16:creationId xmlns:a16="http://schemas.microsoft.com/office/drawing/2014/main" id="{0E7C983D-8573-46C1-BC67-DD2E4D5CD335}"/>
              </a:ext>
            </a:extLst>
          </p:cNvPr>
          <p:cNvSpPr>
            <a:spLocks xmlns:a="http://schemas.openxmlformats.org/drawingml/2006/main" noGrp="1"/>
          </p:cNvSpPr>
          <p:nvPr/>
        </p:nvSpPr>
        <p:spPr>
          <a:xfrm xmlns:a="http://schemas.openxmlformats.org/drawingml/2006/main">
            <a:off x="9010650" y="1657350"/>
            <a:ext cx="2305050" cy="1704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16" name="memory-title">
            <a:extLst xmlns:a="http://schemas.openxmlformats.org/drawingml/2006/main">
              <a:ext uri="{FF2B5EF4-FFF2-40B4-BE49-F238E27FC236}">
                <a16:creationId xmlns:a16="http://schemas.microsoft.com/office/drawing/2014/main" id="{A015B6FA-41E8-4B31-BBEA-1BE12AADB982}"/>
              </a:ext>
            </a:extLst>
          </p:cNvPr>
          <p:cNvSpPr>
            <a:spLocks xmlns:a="http://schemas.openxmlformats.org/drawingml/2006/main" noGrp="1"/>
          </p:cNvSpPr>
          <p:nvPr/>
        </p:nvSpPr>
        <p:spPr>
          <a:xfrm xmlns:a="http://schemas.openxmlformats.org/drawingml/2006/main">
            <a:off x="9077325" y="1809750"/>
            <a:ext cx="2171700" cy="9525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Normal memory</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1536-D</a:t>
            </a:r>
          </a:p>
        </p:txBody>
      </p:sp>
      <p:sp>
        <p:nvSpPr>
          <p:cNvPr id="17" name="memory-symbol">
            <a:extLst xmlns:a="http://schemas.openxmlformats.org/drawingml/2006/main">
              <a:ext uri="{FF2B5EF4-FFF2-40B4-BE49-F238E27FC236}">
                <a16:creationId xmlns:a16="http://schemas.microsoft.com/office/drawing/2014/main" id="{F893E393-7CD0-4A46-8ACC-92D91B78AF1E}"/>
              </a:ext>
            </a:extLst>
          </p:cNvPr>
          <p:cNvSpPr>
            <a:spLocks xmlns:a="http://schemas.openxmlformats.org/drawingml/2006/main" noGrp="1"/>
          </p:cNvSpPr>
          <p:nvPr/>
        </p:nvSpPr>
        <p:spPr>
          <a:xfrm xmlns:a="http://schemas.openxmlformats.org/drawingml/2006/main">
            <a:off x="9477375" y="2838450"/>
            <a:ext cx="1400175"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M</a:t>
            </a:r>
            <a:r>
              <a:rPr sz="1728" b="1" i="0" baseline="-25000">
                <a:latin typeface="Cambria"/>
                <a:ea typeface="Cambria"/>
                <a:cs typeface="Cambria"/>
              </a:rPr>
              <a:t>c</a:t>
            </a:r>
          </a:p>
        </p:txBody>
      </p:sp>
      <p:sp>
        <p:nvSpPr>
          <p:cNvPr id="18" name="junction-0">
            <a:extLst xmlns:a="http://schemas.openxmlformats.org/drawingml/2006/main">
              <a:ext uri="{FF2B5EF4-FFF2-40B4-BE49-F238E27FC236}">
                <a16:creationId xmlns:a16="http://schemas.microsoft.com/office/drawing/2014/main" id="{2A9B795E-7C55-4E35-B717-83B83C72A0BB}"/>
              </a:ext>
            </a:extLst>
          </p:cNvPr>
          <p:cNvSpPr>
            <a:spLocks xmlns:a="http://schemas.openxmlformats.org/drawingml/2006/main" noGrp="1"/>
          </p:cNvSpPr>
          <p:nvPr/>
        </p:nvSpPr>
        <p:spPr>
          <a:xfrm xmlns:a="http://schemas.openxmlformats.org/drawingml/2006/main">
            <a:off x="1676400" y="2295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18" idx="3"/>
            <a:endCxn xmlns:a="http://schemas.openxmlformats.org/drawingml/2006/main" id="7" idx="1"/>
          </p:cNvCxnSpPr>
          <p:nvPr/>
        </p:nvCxnSpPr>
        <p:spPr>
          <a:xfrm xmlns:a="http://schemas.openxmlformats.org/drawingml/2006/main">
            <a:off x="1695450" y="2305050"/>
            <a:ext cx="590550" cy="2047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7" idx="3"/>
            <a:endCxn xmlns:a="http://schemas.openxmlformats.org/drawingml/2006/main" id="11" idx="1"/>
          </p:cNvCxnSpPr>
          <p:nvPr/>
        </p:nvCxnSpPr>
        <p:spPr>
          <a:xfrm xmlns:a="http://schemas.openxmlformats.org/drawingml/2006/main">
            <a:off x="5143500" y="2509838"/>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11" idx="3"/>
            <a:endCxn xmlns:a="http://schemas.openxmlformats.org/drawingml/2006/main" id="15" idx="1"/>
          </p:cNvCxnSpPr>
          <p:nvPr/>
        </p:nvCxnSpPr>
        <p:spPr>
          <a:xfrm xmlns:a="http://schemas.openxmlformats.org/drawingml/2006/main">
            <a:off x="8362950" y="2509838"/>
            <a:ext cx="6477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2" name="frozen-note">
            <a:extLst xmlns:a="http://schemas.openxmlformats.org/drawingml/2006/main">
              <a:ext uri="{FF2B5EF4-FFF2-40B4-BE49-F238E27FC236}">
                <a16:creationId xmlns:a16="http://schemas.microsoft.com/office/drawing/2014/main" id="{FF8E7B37-8B78-4C0E-ACB3-5F37621776D1}"/>
              </a:ext>
            </a:extLst>
          </p:cNvPr>
          <p:cNvSpPr>
            <a:spLocks xmlns:a="http://schemas.openxmlformats.org/drawingml/2006/main" noGrp="1"/>
          </p:cNvSpPr>
          <p:nvPr/>
        </p:nvSpPr>
        <p:spPr>
          <a:xfrm xmlns:a="http://schemas.openxmlformats.org/drawingml/2006/main">
            <a:off x="2286000" y="3810000"/>
            <a:ext cx="6838950"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Shared frozen encoders and fusion</a:t>
            </a:r>
          </a:p>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0 target-domain trainable parameters</a:t>
            </a:r>
          </a:p>
        </p:txBody>
      </p:sp>
      <p:sp>
        <p:nvSpPr>
          <p:cNvPr id="23" name="rule-1">
            <a:extLst xmlns:a="http://schemas.openxmlformats.org/drawingml/2006/main">
              <a:ext uri="{FF2B5EF4-FFF2-40B4-BE49-F238E27FC236}">
                <a16:creationId xmlns:a16="http://schemas.microsoft.com/office/drawing/2014/main" id="{33A7F22B-00FA-4B49-9773-8F61F78CEDB2}"/>
              </a:ext>
            </a:extLst>
          </p:cNvPr>
          <p:cNvSpPr>
            <a:spLocks xmlns:a="http://schemas.openxmlformats.org/drawingml/2006/main" noGrp="1"/>
          </p:cNvSpPr>
          <p:nvPr/>
        </p:nvSpPr>
        <p:spPr>
          <a:xfrm xmlns:a="http://schemas.openxmlformats.org/drawingml/2006/main">
            <a:off x="342900" y="437197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4" name="query-heading">
            <a:extLst xmlns:a="http://schemas.openxmlformats.org/drawingml/2006/main">
              <a:ext uri="{FF2B5EF4-FFF2-40B4-BE49-F238E27FC236}">
                <a16:creationId xmlns:a16="http://schemas.microsoft.com/office/drawing/2014/main" id="{93F359CC-1B32-4C54-8A32-B22E7BDF7E8E}"/>
              </a:ext>
            </a:extLst>
          </p:cNvPr>
          <p:cNvSpPr>
            <a:spLocks xmlns:a="http://schemas.openxmlformats.org/drawingml/2006/main" noGrp="1"/>
          </p:cNvSpPr>
          <p:nvPr/>
        </p:nvSpPr>
        <p:spPr>
          <a:xfrm xmlns:a="http://schemas.openxmlformats.org/drawingml/2006/main">
            <a:off x="342900" y="4457700"/>
            <a:ext cx="657225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inference</a:t>
            </a:r>
          </a:p>
        </p:txBody>
      </p:sp>
      <p:pic>
        <p:nvPicPr>
          <p:cNvPr id="76" name="Query image"/>
          <p:cNvPicPr>
            <a:picLocks xmlns:a="http://schemas.openxmlformats.org/drawingml/2006/main" noChangeAspect="1"/>
          </p:cNvPicPr>
          <p:nvPr/>
        </p:nvPicPr>
        <p:blipFill>
          <a:blip xmlns:r="http://schemas.openxmlformats.org/officeDocument/2006/relationships" xmlns:a="http://schemas.openxmlformats.org/drawingml/2006/main" r:embed="Re690fff4d4f04f21"/>
          <a:stretch xmlns:a="http://schemas.openxmlformats.org/drawingml/2006/main"/>
        </p:blipFill>
        <p:spPr>
          <a:xfrm xmlns:a="http://schemas.openxmlformats.org/drawingml/2006/main">
            <a:off x="381000" y="5257800"/>
            <a:ext cx="1285875" cy="1285875"/>
          </a:xfrm>
          <a:prstGeom xmlns:a="http://schemas.openxmlformats.org/drawingml/2006/main" prst="rect">
            <a:avLst/>
          </a:prstGeom>
        </p:spPr>
      </p:pic>
      <p:sp>
        <p:nvSpPr>
          <p:cNvPr id="26" name="Query image-anchor">
            <a:extLst xmlns:a="http://schemas.openxmlformats.org/drawingml/2006/main">
              <a:ext uri="{FF2B5EF4-FFF2-40B4-BE49-F238E27FC236}">
                <a16:creationId xmlns:a16="http://schemas.microsoft.com/office/drawing/2014/main" id="{012A2C80-6367-4E77-B8B8-9FF3611B4E28}"/>
              </a:ext>
            </a:extLst>
          </p:cNvPr>
          <p:cNvSpPr>
            <a:spLocks xmlns:a="http://schemas.openxmlformats.org/drawingml/2006/main" noGrp="1"/>
          </p:cNvSpPr>
          <p:nvPr/>
        </p:nvSpPr>
        <p:spPr>
          <a:xfrm xmlns:a="http://schemas.openxmlformats.org/drawingml/2006/main">
            <a:off x="381000" y="5257800"/>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27" name="query-symbol">
            <a:extLst xmlns:a="http://schemas.openxmlformats.org/drawingml/2006/main">
              <a:ext uri="{FF2B5EF4-FFF2-40B4-BE49-F238E27FC236}">
                <a16:creationId xmlns:a16="http://schemas.microsoft.com/office/drawing/2014/main" id="{E2C1F417-C581-47D1-B103-BFE6BB9FB1BB}"/>
              </a:ext>
            </a:extLst>
          </p:cNvPr>
          <p:cNvSpPr>
            <a:spLocks xmlns:a="http://schemas.openxmlformats.org/drawingml/2006/main" noGrp="1"/>
          </p:cNvSpPr>
          <p:nvPr/>
        </p:nvSpPr>
        <p:spPr>
          <a:xfrm xmlns:a="http://schemas.openxmlformats.org/drawingml/2006/main">
            <a:off x="561975" y="6629400"/>
            <a:ext cx="952500" cy="3524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0" i="1">
                <a:latin typeface="Cambria"/>
                <a:ea typeface="Cambria"/>
                <a:cs typeface="Cambria"/>
              </a:rPr>
              <a:t>x</a:t>
            </a:r>
          </a:p>
        </p:txBody>
      </p:sp>
      <p:sp>
        <p:nvSpPr>
          <p:cNvPr id="28" name="query-encoder">
            <a:extLst xmlns:a="http://schemas.openxmlformats.org/drawingml/2006/main">
              <a:ext uri="{FF2B5EF4-FFF2-40B4-BE49-F238E27FC236}">
                <a16:creationId xmlns:a16="http://schemas.microsoft.com/office/drawing/2014/main" id="{EFC8E71B-E860-4A47-A15D-DD9D2827EE0E}"/>
              </a:ext>
            </a:extLst>
          </p:cNvPr>
          <p:cNvSpPr>
            <a:spLocks xmlns:a="http://schemas.openxmlformats.org/drawingml/2006/main" noGrp="1"/>
          </p:cNvSpPr>
          <p:nvPr/>
        </p:nvSpPr>
        <p:spPr>
          <a:xfrm xmlns:a="http://schemas.openxmlformats.org/drawingml/2006/main">
            <a:off x="2286000" y="5172075"/>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29" name="query-encoder-dino">
            <a:extLst xmlns:a="http://schemas.openxmlformats.org/drawingml/2006/main">
              <a:ext uri="{FF2B5EF4-FFF2-40B4-BE49-F238E27FC236}">
                <a16:creationId xmlns:a16="http://schemas.microsoft.com/office/drawing/2014/main" id="{190093F7-7FF4-4C21-A0E7-ECA5371FBB78}"/>
              </a:ext>
            </a:extLst>
          </p:cNvPr>
          <p:cNvSpPr>
            <a:spLocks xmlns:a="http://schemas.openxmlformats.org/drawingml/2006/main" noGrp="1"/>
          </p:cNvSpPr>
          <p:nvPr/>
        </p:nvSpPr>
        <p:spPr>
          <a:xfrm xmlns:a="http://schemas.openxmlformats.org/drawingml/2006/main">
            <a:off x="2381250" y="5267325"/>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30" name="query-encoder-clip">
            <a:extLst xmlns:a="http://schemas.openxmlformats.org/drawingml/2006/main">
              <a:ext uri="{FF2B5EF4-FFF2-40B4-BE49-F238E27FC236}">
                <a16:creationId xmlns:a16="http://schemas.microsoft.com/office/drawing/2014/main" id="{36020A7C-CAB6-485F-AE8C-C0F9DB4840D1}"/>
              </a:ext>
            </a:extLst>
          </p:cNvPr>
          <p:cNvSpPr>
            <a:spLocks xmlns:a="http://schemas.openxmlformats.org/drawingml/2006/main" noGrp="1"/>
          </p:cNvSpPr>
          <p:nvPr/>
        </p:nvSpPr>
        <p:spPr>
          <a:xfrm xmlns:a="http://schemas.openxmlformats.org/drawingml/2006/main">
            <a:off x="2381250" y="6038850"/>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ViT-L/14@336</a:t>
            </a:r>
          </a:p>
        </p:txBody>
      </p:sp>
      <p:sp>
        <p:nvSpPr>
          <p:cNvPr id="31" name="query-encoder-dim">
            <a:extLst xmlns:a="http://schemas.openxmlformats.org/drawingml/2006/main">
              <a:ext uri="{FF2B5EF4-FFF2-40B4-BE49-F238E27FC236}">
                <a16:creationId xmlns:a16="http://schemas.microsoft.com/office/drawing/2014/main" id="{6B69D587-B842-49BB-AB96-B7F48E0D7487}"/>
              </a:ext>
            </a:extLst>
          </p:cNvPr>
          <p:cNvSpPr>
            <a:spLocks xmlns:a="http://schemas.openxmlformats.org/drawingml/2006/main" noGrp="1"/>
          </p:cNvSpPr>
          <p:nvPr/>
        </p:nvSpPr>
        <p:spPr>
          <a:xfrm xmlns:a="http://schemas.openxmlformats.org/drawingml/2006/main">
            <a:off x="2286000" y="6915150"/>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32" name="query-fusion">
            <a:extLst xmlns:a="http://schemas.openxmlformats.org/drawingml/2006/main">
              <a:ext uri="{FF2B5EF4-FFF2-40B4-BE49-F238E27FC236}">
                <a16:creationId xmlns:a16="http://schemas.microsoft.com/office/drawing/2014/main" id="{6A33604F-8494-4923-94D1-24350A026EB1}"/>
              </a:ext>
            </a:extLst>
          </p:cNvPr>
          <p:cNvSpPr>
            <a:spLocks xmlns:a="http://schemas.openxmlformats.org/drawingml/2006/main" noGrp="1"/>
          </p:cNvSpPr>
          <p:nvPr/>
        </p:nvSpPr>
        <p:spPr>
          <a:xfrm xmlns:a="http://schemas.openxmlformats.org/drawingml/2006/main">
            <a:off x="5715000" y="5172075"/>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33" name="query-fusion-heading">
            <a:extLst xmlns:a="http://schemas.openxmlformats.org/drawingml/2006/main">
              <a:ext uri="{FF2B5EF4-FFF2-40B4-BE49-F238E27FC236}">
                <a16:creationId xmlns:a16="http://schemas.microsoft.com/office/drawing/2014/main" id="{4EE03501-BA85-49D3-BDB7-180126AA9823}"/>
              </a:ext>
            </a:extLst>
          </p:cNvPr>
          <p:cNvSpPr>
            <a:spLocks xmlns:a="http://schemas.openxmlformats.org/drawingml/2006/main" noGrp="1"/>
          </p:cNvSpPr>
          <p:nvPr/>
        </p:nvSpPr>
        <p:spPr>
          <a:xfrm xmlns:a="http://schemas.openxmlformats.org/drawingml/2006/main">
            <a:off x="5800725" y="5238750"/>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34" name="query-fusion-detail">
            <a:extLst xmlns:a="http://schemas.openxmlformats.org/drawingml/2006/main">
              <a:ext uri="{FF2B5EF4-FFF2-40B4-BE49-F238E27FC236}">
                <a16:creationId xmlns:a16="http://schemas.microsoft.com/office/drawing/2014/main" id="{2731EC7D-DFC5-4A8B-B1E0-E83613086D9A}"/>
              </a:ext>
            </a:extLst>
          </p:cNvPr>
          <p:cNvSpPr>
            <a:spLocks xmlns:a="http://schemas.openxmlformats.org/drawingml/2006/main" noGrp="1"/>
          </p:cNvSpPr>
          <p:nvPr/>
        </p:nvSpPr>
        <p:spPr>
          <a:xfrm xmlns:a="http://schemas.openxmlformats.org/drawingml/2006/main">
            <a:off x="5791200" y="5619750"/>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35" name="query-fusion-dim">
            <a:extLst xmlns:a="http://schemas.openxmlformats.org/drawingml/2006/main">
              <a:ext uri="{FF2B5EF4-FFF2-40B4-BE49-F238E27FC236}">
                <a16:creationId xmlns:a16="http://schemas.microsoft.com/office/drawing/2014/main" id="{37C9965A-5AB9-4F2E-A437-F9040B52242D}"/>
              </a:ext>
            </a:extLst>
          </p:cNvPr>
          <p:cNvSpPr>
            <a:spLocks xmlns:a="http://schemas.openxmlformats.org/drawingml/2006/main" noGrp="1"/>
          </p:cNvSpPr>
          <p:nvPr/>
        </p:nvSpPr>
        <p:spPr>
          <a:xfrm xmlns:a="http://schemas.openxmlformats.org/drawingml/2006/main">
            <a:off x="5715000" y="6915150"/>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36" name="exact-nn">
            <a:extLst xmlns:a="http://schemas.openxmlformats.org/drawingml/2006/main">
              <a:ext uri="{FF2B5EF4-FFF2-40B4-BE49-F238E27FC236}">
                <a16:creationId xmlns:a16="http://schemas.microsoft.com/office/drawing/2014/main" id="{693B8DBA-7F57-4A1E-86D9-57D323FDD8CE}"/>
              </a:ext>
            </a:extLst>
          </p:cNvPr>
          <p:cNvSpPr>
            <a:spLocks xmlns:a="http://schemas.openxmlformats.org/drawingml/2006/main" noGrp="1"/>
          </p:cNvSpPr>
          <p:nvPr/>
        </p:nvSpPr>
        <p:spPr>
          <a:xfrm xmlns:a="http://schemas.openxmlformats.org/drawingml/2006/main">
            <a:off x="9010650" y="4953000"/>
            <a:ext cx="2305050" cy="838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sp>
        <p:nvSpPr>
          <p:cNvPr id="37" name="postprocessing">
            <a:extLst xmlns:a="http://schemas.openxmlformats.org/drawingml/2006/main">
              <a:ext uri="{FF2B5EF4-FFF2-40B4-BE49-F238E27FC236}">
                <a16:creationId xmlns:a16="http://schemas.microsoft.com/office/drawing/2014/main" id="{17EC1AF3-15FC-4D0E-AAC9-DE52DD9D2DA4}"/>
              </a:ext>
            </a:extLst>
          </p:cNvPr>
          <p:cNvSpPr>
            <a:spLocks xmlns:a="http://schemas.openxmlformats.org/drawingml/2006/main" noGrp="1"/>
          </p:cNvSpPr>
          <p:nvPr/>
        </p:nvSpPr>
        <p:spPr>
          <a:xfrm xmlns:a="http://schemas.openxmlformats.org/drawingml/2006/main">
            <a:off x="9010650" y="6134100"/>
            <a:ext cx="2305050" cy="7620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Bilinear resize</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Gaussian σ = 4</a:t>
            </a:r>
          </a:p>
        </p:txBody>
      </p:sp>
      <p:sp>
        <p:nvSpPr>
          <p:cNvPr id="38" name="junction-2">
            <a:extLst xmlns:a="http://schemas.openxmlformats.org/drawingml/2006/main">
              <a:ext uri="{FF2B5EF4-FFF2-40B4-BE49-F238E27FC236}">
                <a16:creationId xmlns:a16="http://schemas.microsoft.com/office/drawing/2014/main" id="{C0326BFD-7614-4701-B576-C184B26456A8}"/>
              </a:ext>
            </a:extLst>
          </p:cNvPr>
          <p:cNvSpPr>
            <a:spLocks xmlns:a="http://schemas.openxmlformats.org/drawingml/2006/main" noGrp="1"/>
          </p:cNvSpPr>
          <p:nvPr/>
        </p:nvSpPr>
        <p:spPr>
          <a:xfrm xmlns:a="http://schemas.openxmlformats.org/drawingml/2006/main">
            <a:off x="1676400" y="58864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38" idx="3"/>
            <a:endCxn xmlns:a="http://schemas.openxmlformats.org/drawingml/2006/main" id="28" idx="1"/>
          </p:cNvCxnSpPr>
          <p:nvPr/>
        </p:nvCxnSpPr>
        <p:spPr>
          <a:xfrm xmlns:a="http://schemas.openxmlformats.org/drawingml/2006/main">
            <a:off x="1695450" y="5895975"/>
            <a:ext cx="590550" cy="1285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1" name=""/>
          <p:cNvCxnSpPr>
            <a:stCxn xmlns:a="http://schemas.openxmlformats.org/drawingml/2006/main" id="28" idx="3"/>
            <a:endCxn xmlns:a="http://schemas.openxmlformats.org/drawingml/2006/main" id="32" idx="1"/>
          </p:cNvCxnSpPr>
          <p:nvPr/>
        </p:nvCxnSpPr>
        <p:spPr>
          <a:xfrm xmlns:a="http://schemas.openxmlformats.org/drawingml/2006/main">
            <a:off x="5143500" y="6024563"/>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2" name=""/>
          <p:cNvCxnSpPr>
            <a:stCxn xmlns:a="http://schemas.openxmlformats.org/drawingml/2006/main" id="32" idx="3"/>
            <a:endCxn xmlns:a="http://schemas.openxmlformats.org/drawingml/2006/main" id="36" idx="1"/>
          </p:cNvCxnSpPr>
          <p:nvPr/>
        </p:nvCxnSpPr>
        <p:spPr>
          <a:xfrm xmlns:a="http://schemas.openxmlformats.org/drawingml/2006/main" flipV="1">
            <a:off x="8362950" y="5372100"/>
            <a:ext cx="647700" cy="6524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3" name=""/>
          <p:cNvCxnSpPr>
            <a:stCxn xmlns:a="http://schemas.openxmlformats.org/drawingml/2006/main" id="15" idx="2"/>
            <a:endCxn xmlns:a="http://schemas.openxmlformats.org/drawingml/2006/main" id="36" idx="0"/>
          </p:cNvCxnSpPr>
          <p:nvPr/>
        </p:nvCxnSpPr>
        <p:spPr>
          <a:xfrm xmlns:a="http://schemas.openxmlformats.org/drawingml/2006/main">
            <a:off x="10163175" y="3362325"/>
            <a:ext cx="0" cy="15906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4" name=""/>
          <p:cNvCxnSpPr>
            <a:stCxn xmlns:a="http://schemas.openxmlformats.org/drawingml/2006/main" id="36" idx="2"/>
            <a:endCxn xmlns:a="http://schemas.openxmlformats.org/drawingml/2006/main" id="37" idx="0"/>
          </p:cNvCxnSpPr>
          <p:nvPr/>
        </p:nvCxnSpPr>
        <p:spPr>
          <a:xfrm xmlns:a="http://schemas.openxmlformats.org/drawingml/2006/main">
            <a:off x="10163175" y="5791200"/>
            <a:ext cx="0" cy="3429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4" name="memory-use">
            <a:extLst xmlns:a="http://schemas.openxmlformats.org/drawingml/2006/main">
              <a:ext uri="{FF2B5EF4-FFF2-40B4-BE49-F238E27FC236}">
                <a16:creationId xmlns:a16="http://schemas.microsoft.com/office/drawing/2014/main" id="{28A4F4B1-6C00-4A0C-B03D-63F004E079F7}"/>
              </a:ext>
            </a:extLst>
          </p:cNvPr>
          <p:cNvSpPr>
            <a:spLocks xmlns:a="http://schemas.openxmlformats.org/drawingml/2006/main" noGrp="1"/>
          </p:cNvSpPr>
          <p:nvPr/>
        </p:nvSpPr>
        <p:spPr>
          <a:xfrm xmlns:a="http://schemas.openxmlformats.org/drawingml/2006/main">
            <a:off x="10287000" y="4267200"/>
            <a:ext cx="9429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fixed</a:t>
            </a:r>
          </a:p>
        </p:txBody>
      </p:sp>
      <p:pic>
        <p:nvPicPr>
          <p:cNvPr id="96" name="Existing A1 anomaly map"/>
          <p:cNvPicPr>
            <a:picLocks xmlns:a="http://schemas.openxmlformats.org/drawingml/2006/main" noChangeAspect="1"/>
          </p:cNvPicPr>
          <p:nvPr/>
        </p:nvPicPr>
        <p:blipFill>
          <a:blip xmlns:r="http://schemas.openxmlformats.org/officeDocument/2006/relationships" xmlns:a="http://schemas.openxmlformats.org/drawingml/2006/main" r:embed="Rcea9f07e66024e9c"/>
          <ns0:srcRect xmlns:ns0="http://schemas.openxmlformats.org/drawingml/2006/main" l="79543" t="22084" r="490" b="2022"/>
          <a:stretch xmlns:a="http://schemas.openxmlformats.org/drawingml/2006/main"/>
        </p:blipFill>
        <p:spPr>
          <a:xfrm xmlns:a="http://schemas.openxmlformats.org/drawingml/2006/main">
            <a:off x="11763375" y="5534025"/>
            <a:ext cx="1228725" cy="1228725"/>
          </a:xfrm>
          <a:prstGeom xmlns:a="http://schemas.openxmlformats.org/drawingml/2006/main" prst="rect">
            <a:avLst/>
          </a:prstGeom>
        </p:spPr>
      </p:pic>
      <p:sp>
        <p:nvSpPr>
          <p:cNvPr id="46" name="Existing A1 anomaly map-anchor">
            <a:extLst xmlns:a="http://schemas.openxmlformats.org/drawingml/2006/main">
              <a:ext uri="{FF2B5EF4-FFF2-40B4-BE49-F238E27FC236}">
                <a16:creationId xmlns:a16="http://schemas.microsoft.com/office/drawing/2014/main" id="{6531D3B5-8417-4AFC-B85A-DE183CEA7778}"/>
              </a:ext>
            </a:extLst>
          </p:cNvPr>
          <p:cNvSpPr>
            <a:spLocks xmlns:a="http://schemas.openxmlformats.org/drawingml/2006/main" noGrp="1"/>
          </p:cNvSpPr>
          <p:nvPr/>
        </p:nvSpPr>
        <p:spPr>
          <a:xfrm xmlns:a="http://schemas.openxmlformats.org/drawingml/2006/main">
            <a:off x="11763375" y="5534025"/>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47" name="junction-3">
            <a:extLst xmlns:a="http://schemas.openxmlformats.org/drawingml/2006/main">
              <a:ext uri="{FF2B5EF4-FFF2-40B4-BE49-F238E27FC236}">
                <a16:creationId xmlns:a16="http://schemas.microsoft.com/office/drawing/2014/main" id="{7E079D53-A8E2-4760-A2A2-809B3BBA53F3}"/>
              </a:ext>
            </a:extLst>
          </p:cNvPr>
          <p:cNvSpPr>
            <a:spLocks xmlns:a="http://schemas.openxmlformats.org/drawingml/2006/main" noGrp="1"/>
          </p:cNvSpPr>
          <p:nvPr/>
        </p:nvSpPr>
        <p:spPr>
          <a:xfrm xmlns:a="http://schemas.openxmlformats.org/drawingml/2006/main">
            <a:off x="11725275" y="6134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37" idx="3"/>
            <a:endCxn xmlns:a="http://schemas.openxmlformats.org/drawingml/2006/main" id="47" idx="1"/>
          </p:cNvCxnSpPr>
          <p:nvPr/>
        </p:nvCxnSpPr>
        <p:spPr>
          <a:xfrm xmlns:a="http://schemas.openxmlformats.org/drawingml/2006/main" flipV="1">
            <a:off x="11315700" y="6143625"/>
            <a:ext cx="409575" cy="3714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output-label">
            <a:extLst xmlns:a="http://schemas.openxmlformats.org/drawingml/2006/main">
              <a:ext uri="{FF2B5EF4-FFF2-40B4-BE49-F238E27FC236}">
                <a16:creationId xmlns:a16="http://schemas.microsoft.com/office/drawing/2014/main" id="{8238EDCD-257F-473E-8CF7-7BC6F2214BBB}"/>
              </a:ext>
            </a:extLst>
          </p:cNvPr>
          <p:cNvSpPr>
            <a:spLocks xmlns:a="http://schemas.openxmlformats.org/drawingml/2006/main" noGrp="1"/>
          </p:cNvSpPr>
          <p:nvPr/>
        </p:nvSpPr>
        <p:spPr>
          <a:xfrm xmlns:a="http://schemas.openxmlformats.org/drawingml/2006/main">
            <a:off x="11477625" y="5048250"/>
            <a:ext cx="16954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1">
                <a:solidFill>
                  <a:srgbClr val="202832"/>
                </a:solidFill>
                <a:latin typeface="Arial"/>
                <a:ea typeface="Arial"/>
                <a:cs typeface="Arial"/>
              </a:defRPr>
            </a:pPr>
            <a:r>
              <a:rPr sz="2025" b="1">
                <a:solidFill>
                  <a:srgbClr val="202832"/>
                </a:solidFill>
                <a:latin typeface="Arial"/>
                <a:ea typeface="Arial"/>
                <a:cs typeface="Arial"/>
              </a:rPr>
              <a:t>Anomaly map</a:t>
            </a:r>
          </a:p>
        </p:txBody>
      </p:sp>
      <p:sp>
        <p:nvSpPr>
          <p:cNvPr id="50" name="map-dim">
            <a:extLst xmlns:a="http://schemas.openxmlformats.org/drawingml/2006/main">
              <a:ext uri="{FF2B5EF4-FFF2-40B4-BE49-F238E27FC236}">
                <a16:creationId xmlns:a16="http://schemas.microsoft.com/office/drawing/2014/main" id="{D59B4ED9-A105-4E6E-9B0C-AA8CCC71E124}"/>
              </a:ext>
            </a:extLst>
          </p:cNvPr>
          <p:cNvSpPr>
            <a:spLocks xmlns:a="http://schemas.openxmlformats.org/drawingml/2006/main" noGrp="1"/>
          </p:cNvSpPr>
          <p:nvPr/>
        </p:nvSpPr>
        <p:spPr>
          <a:xfrm xmlns:a="http://schemas.openxmlformats.org/drawingml/2006/main">
            <a:off x="11582400" y="6800850"/>
            <a:ext cx="149542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448 × 448</a:t>
            </a:r>
          </a:p>
        </p:txBody>
      </p:sp>
      <p:sp>
        <p:nvSpPr>
          <p:cNvPr id="51" name="image-score">
            <a:extLst xmlns:a="http://schemas.openxmlformats.org/drawingml/2006/main">
              <a:ext uri="{FF2B5EF4-FFF2-40B4-BE49-F238E27FC236}">
                <a16:creationId xmlns:a16="http://schemas.microsoft.com/office/drawing/2014/main" id="{A38918CB-B02A-453A-A78C-194933E4C388}"/>
              </a:ext>
            </a:extLst>
          </p:cNvPr>
          <p:cNvSpPr>
            <a:spLocks xmlns:a="http://schemas.openxmlformats.org/drawingml/2006/main" noGrp="1"/>
          </p:cNvSpPr>
          <p:nvPr/>
        </p:nvSpPr>
        <p:spPr>
          <a:xfrm xmlns:a="http://schemas.openxmlformats.org/drawingml/2006/main">
            <a:off x="8848725" y="7181850"/>
            <a:ext cx="43053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Image score = max(map)</a:t>
            </a:r>
          </a:p>
        </p:txBody>
      </p:sp>
    </p:spTree>
    <p:extLst>
      <p:ext uri="{BB962C8B-B14F-4D97-AF65-F5344CB8AC3E}">
        <p14:creationId xmlns:p14="http://schemas.microsoft.com/office/powerpoint/2010/main" val="9135507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title">
            <a:extLst xmlns:a="http://schemas.openxmlformats.org/drawingml/2006/main">
              <a:ext uri="{FF2B5EF4-FFF2-40B4-BE49-F238E27FC236}">
                <a16:creationId xmlns:a16="http://schemas.microsoft.com/office/drawing/2014/main" id="{1EA57A29-1526-4061-BB1A-58F07233CF5E}"/>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Frozen dual-encoder visual representation</a:t>
            </a:r>
          </a:p>
        </p:txBody>
      </p:sp>
      <p:sp>
        <p:nvSpPr>
          <p:cNvPr id="2" name="visual-shared">
            <a:extLst xmlns:a="http://schemas.openxmlformats.org/drawingml/2006/main">
              <a:ext uri="{FF2B5EF4-FFF2-40B4-BE49-F238E27FC236}">
                <a16:creationId xmlns:a16="http://schemas.microsoft.com/office/drawing/2014/main" id="{39A3EB49-DC77-416B-962B-0E1D845202E9}"/>
              </a:ext>
            </a:extLst>
          </p:cNvPr>
          <p:cNvSpPr>
            <a:spLocks xmlns:a="http://schemas.openxmlformats.org/drawingml/2006/main" noGrp="1"/>
          </p:cNvSpPr>
          <p:nvPr/>
        </p:nvSpPr>
        <p:spPr>
          <a:xfrm xmlns:a="http://schemas.openxmlformats.org/drawingml/2006/main">
            <a:off x="342900" y="809625"/>
            <a:ext cx="1262062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52606B"/>
                </a:solidFill>
                <a:latin typeface="Arial"/>
                <a:ea typeface="Arial"/>
                <a:cs typeface="Arial"/>
              </a:defRPr>
            </a:pPr>
            <a:r>
              <a:rPr sz="2250" b="0">
                <a:solidFill>
                  <a:srgbClr val="52606B"/>
                </a:solidFill>
                <a:latin typeface="Arial"/>
                <a:ea typeface="Arial"/>
                <a:cs typeface="Arial"/>
              </a:rPr>
              <a:t>The same frozen extractor processes each support or query image</a:t>
            </a:r>
          </a:p>
        </p:txBody>
      </p:sp>
      <p:sp>
        <p:nvSpPr>
          <p:cNvPr id="3" name="input-image">
            <a:extLst xmlns:a="http://schemas.openxmlformats.org/drawingml/2006/main">
              <a:ext uri="{FF2B5EF4-FFF2-40B4-BE49-F238E27FC236}">
                <a16:creationId xmlns:a16="http://schemas.microsoft.com/office/drawing/2014/main" id="{789317CD-0D09-43D1-9D56-9D53DA6E8B15}"/>
              </a:ext>
            </a:extLst>
          </p:cNvPr>
          <p:cNvSpPr>
            <a:spLocks xmlns:a="http://schemas.openxmlformats.org/drawingml/2006/main" noGrp="1"/>
          </p:cNvSpPr>
          <p:nvPr/>
        </p:nvSpPr>
        <p:spPr>
          <a:xfrm xmlns:a="http://schemas.openxmlformats.org/drawingml/2006/main">
            <a:off x="342900" y="3095625"/>
            <a:ext cx="1790700" cy="1209675"/>
          </a:xfrm>
          <a:prstGeom xmlns:a="http://schemas.openxmlformats.org/drawingml/2006/main" prst="rect">
            <a:avLst/>
          </a:prstGeom>
          <a:solidFill xmlns:a="http://schemas.openxmlformats.org/drawingml/2006/main">
            <a:srgbClr val="FFFFFF"/>
          </a:solidFill>
          <a:ln xmlns:a="http://schemas.openxmlformats.org/drawingml/2006/main" w="14288">
            <a:solidFill>
              <a:srgbClr val="34404B"/>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Support or</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query image</a:t>
            </a:r>
          </a:p>
        </p:txBody>
      </p:sp>
      <p:sp>
        <p:nvSpPr>
          <p:cNvPr id="4" name="dino-preprocess">
            <a:extLst xmlns:a="http://schemas.openxmlformats.org/drawingml/2006/main">
              <a:ext uri="{FF2B5EF4-FFF2-40B4-BE49-F238E27FC236}">
                <a16:creationId xmlns:a16="http://schemas.microsoft.com/office/drawing/2014/main" id="{6EAAE0DF-C20A-4D76-8405-B6039E206838}"/>
              </a:ext>
            </a:extLst>
          </p:cNvPr>
          <p:cNvSpPr>
            <a:spLocks xmlns:a="http://schemas.openxmlformats.org/drawingml/2006/main" noGrp="1"/>
          </p:cNvSpPr>
          <p:nvPr/>
        </p:nvSpPr>
        <p:spPr>
          <a:xfrm xmlns:a="http://schemas.openxmlformats.org/drawingml/2006/main">
            <a:off x="2714625" y="1809750"/>
            <a:ext cx="2543175"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Short side: 448</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Patch-compatible</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crop</a:t>
            </a:r>
          </a:p>
        </p:txBody>
      </p:sp>
      <p:sp>
        <p:nvSpPr>
          <p:cNvPr id="5" name="dino-encoder">
            <a:extLst xmlns:a="http://schemas.openxmlformats.org/drawingml/2006/main">
              <a:ext uri="{FF2B5EF4-FFF2-40B4-BE49-F238E27FC236}">
                <a16:creationId xmlns:a16="http://schemas.microsoft.com/office/drawing/2014/main" id="{9A53E4F8-06A7-42A1-8703-6480CDD4ACA1}"/>
              </a:ext>
            </a:extLst>
          </p:cNvPr>
          <p:cNvSpPr>
            <a:spLocks xmlns:a="http://schemas.openxmlformats.org/drawingml/2006/main" noGrp="1"/>
          </p:cNvSpPr>
          <p:nvPr/>
        </p:nvSpPr>
        <p:spPr>
          <a:xfrm xmlns:a="http://schemas.openxmlformats.org/drawingml/2006/main">
            <a:off x="5953125" y="1809750"/>
            <a:ext cx="2762250"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DINOv2</a:t>
            </a:r>
          </a:p>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ViT-B/14</a:t>
            </a:r>
          </a:p>
        </p:txBody>
      </p:sp>
      <p:sp>
        <p:nvSpPr>
          <p:cNvPr id="6" name="clip-preprocess">
            <a:extLst xmlns:a="http://schemas.openxmlformats.org/drawingml/2006/main">
              <a:ext uri="{FF2B5EF4-FFF2-40B4-BE49-F238E27FC236}">
                <a16:creationId xmlns:a16="http://schemas.microsoft.com/office/drawing/2014/main" id="{65102BA7-E398-4214-9F70-4BA77E647B9C}"/>
              </a:ext>
            </a:extLst>
          </p:cNvPr>
          <p:cNvSpPr>
            <a:spLocks xmlns:a="http://schemas.openxmlformats.org/drawingml/2006/main" noGrp="1"/>
          </p:cNvSpPr>
          <p:nvPr/>
        </p:nvSpPr>
        <p:spPr>
          <a:xfrm xmlns:a="http://schemas.openxmlformats.org/drawingml/2006/main">
            <a:off x="2714625" y="4524375"/>
            <a:ext cx="2543175"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Resize to</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518 × 518</a:t>
            </a:r>
          </a:p>
        </p:txBody>
      </p:sp>
      <p:sp>
        <p:nvSpPr>
          <p:cNvPr id="7" name="clip-encoder">
            <a:extLst xmlns:a="http://schemas.openxmlformats.org/drawingml/2006/main">
              <a:ext uri="{FF2B5EF4-FFF2-40B4-BE49-F238E27FC236}">
                <a16:creationId xmlns:a16="http://schemas.microsoft.com/office/drawing/2014/main" id="{C1FDA81F-F285-4665-99F0-B9E683345F1F}"/>
              </a:ext>
            </a:extLst>
          </p:cNvPr>
          <p:cNvSpPr>
            <a:spLocks xmlns:a="http://schemas.openxmlformats.org/drawingml/2006/main" noGrp="1"/>
          </p:cNvSpPr>
          <p:nvPr/>
        </p:nvSpPr>
        <p:spPr>
          <a:xfrm xmlns:a="http://schemas.openxmlformats.org/drawingml/2006/main">
            <a:off x="5953125" y="4524375"/>
            <a:ext cx="2762250"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CLIP ViT-L/14@336</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Visual encoder + DPAM</a:t>
            </a:r>
          </a:p>
        </p:txBody>
      </p:sp>
      <p:cxnSp>
        <p:nvCxnSpPr>
          <p:cNvPr id="76" name=""/>
          <p:cNvCxnSpPr>
            <a:stCxn xmlns:a="http://schemas.openxmlformats.org/drawingml/2006/main" id="3" idx="3"/>
            <a:endCxn xmlns:a="http://schemas.openxmlformats.org/drawingml/2006/main" id="4" idx="1"/>
          </p:cNvCxnSpPr>
          <p:nvPr/>
        </p:nvCxnSpPr>
        <p:spPr>
          <a:xfrm xmlns:a="http://schemas.openxmlformats.org/drawingml/2006/main" flipV="1">
            <a:off x="2133600" y="2452688"/>
            <a:ext cx="581025" cy="12477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7" name=""/>
          <p:cNvCxnSpPr>
            <a:stCxn xmlns:a="http://schemas.openxmlformats.org/drawingml/2006/main" id="3" idx="3"/>
            <a:endCxn xmlns:a="http://schemas.openxmlformats.org/drawingml/2006/main" id="6" idx="1"/>
          </p:cNvCxnSpPr>
          <p:nvPr/>
        </p:nvCxnSpPr>
        <p:spPr>
          <a:xfrm xmlns:a="http://schemas.openxmlformats.org/drawingml/2006/main">
            <a:off x="2133600" y="3700463"/>
            <a:ext cx="581025" cy="1466850"/>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8" name=""/>
          <p:cNvCxnSpPr>
            <a:stCxn xmlns:a="http://schemas.openxmlformats.org/drawingml/2006/main" id="4" idx="3"/>
            <a:endCxn xmlns:a="http://schemas.openxmlformats.org/drawingml/2006/main" id="5" idx="1"/>
          </p:cNvCxnSpPr>
          <p:nvPr/>
        </p:nvCxnSpPr>
        <p:spPr>
          <a:xfrm xmlns:a="http://schemas.openxmlformats.org/drawingml/2006/main">
            <a:off x="5257800" y="2452688"/>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9" name=""/>
          <p:cNvCxnSpPr>
            <a:stCxn xmlns:a="http://schemas.openxmlformats.org/drawingml/2006/main" id="6" idx="3"/>
            <a:endCxn xmlns:a="http://schemas.openxmlformats.org/drawingml/2006/main" id="7" idx="1"/>
          </p:cNvCxnSpPr>
          <p:nvPr/>
        </p:nvCxnSpPr>
        <p:spPr>
          <a:xfrm xmlns:a="http://schemas.openxmlformats.org/drawingml/2006/main">
            <a:off x="5257800" y="5167313"/>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2" name="dino-grid-anchor">
            <a:extLst xmlns:a="http://schemas.openxmlformats.org/drawingml/2006/main">
              <a:ext uri="{FF2B5EF4-FFF2-40B4-BE49-F238E27FC236}">
                <a16:creationId xmlns:a16="http://schemas.microsoft.com/office/drawing/2014/main" id="{B13A854B-EED7-4EFF-9D51-81B07B6C0447}"/>
              </a:ext>
            </a:extLst>
          </p:cNvPr>
          <p:cNvSpPr>
            <a:spLocks xmlns:a="http://schemas.openxmlformats.org/drawingml/2006/main" noGrp="1"/>
          </p:cNvSpPr>
          <p:nvPr/>
        </p:nvSpPr>
        <p:spPr>
          <a:xfrm xmlns:a="http://schemas.openxmlformats.org/drawingml/2006/main">
            <a:off x="9696450" y="1809750"/>
            <a:ext cx="1476375" cy="1181100"/>
          </a:xfrm>
          <a:prstGeom xmlns:a="http://schemas.openxmlformats.org/drawingml/2006/main" prst="rect">
            <a:avLst/>
          </a:prstGeom>
          <a:noFill xmlns:a="http://schemas.openxmlformats.org/drawingml/2006/main"/>
          <a:ln xmlns:a="http://schemas.openxmlformats.org/drawingml/2006/main" w="0">
            <a:noFill/>
          </a:ln>
        </p:spPr>
      </p:sp>
      <p:sp>
        <p:nvSpPr>
          <p:cNvPr id="13" name="dino-grid-0-0">
            <a:extLst xmlns:a="http://schemas.openxmlformats.org/drawingml/2006/main">
              <a:ext uri="{FF2B5EF4-FFF2-40B4-BE49-F238E27FC236}">
                <a16:creationId xmlns:a16="http://schemas.microsoft.com/office/drawing/2014/main" id="{634238CC-C92F-4663-9FD4-9A6097B8C54A}"/>
              </a:ext>
            </a:extLst>
          </p:cNvPr>
          <p:cNvSpPr>
            <a:spLocks xmlns:a="http://schemas.openxmlformats.org/drawingml/2006/main" noGrp="1"/>
          </p:cNvSpPr>
          <p:nvPr/>
        </p:nvSpPr>
        <p:spPr>
          <a:xfrm xmlns:a="http://schemas.openxmlformats.org/drawingml/2006/main">
            <a:off x="96964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dino-grid-0-1">
            <a:extLst xmlns:a="http://schemas.openxmlformats.org/drawingml/2006/main">
              <a:ext uri="{FF2B5EF4-FFF2-40B4-BE49-F238E27FC236}">
                <a16:creationId xmlns:a16="http://schemas.microsoft.com/office/drawing/2014/main" id="{10DAD78D-65D3-43EF-BDE9-5ED1578643CE}"/>
              </a:ext>
            </a:extLst>
          </p:cNvPr>
          <p:cNvSpPr>
            <a:spLocks xmlns:a="http://schemas.openxmlformats.org/drawingml/2006/main" noGrp="1"/>
          </p:cNvSpPr>
          <p:nvPr/>
        </p:nvSpPr>
        <p:spPr>
          <a:xfrm xmlns:a="http://schemas.openxmlformats.org/drawingml/2006/main">
            <a:off x="999172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dino-grid-0-2">
            <a:extLst xmlns:a="http://schemas.openxmlformats.org/drawingml/2006/main">
              <a:ext uri="{FF2B5EF4-FFF2-40B4-BE49-F238E27FC236}">
                <a16:creationId xmlns:a16="http://schemas.microsoft.com/office/drawing/2014/main" id="{4C1331FB-5CA9-4858-8E4B-17097EF16A28}"/>
              </a:ext>
            </a:extLst>
          </p:cNvPr>
          <p:cNvSpPr>
            <a:spLocks xmlns:a="http://schemas.openxmlformats.org/drawingml/2006/main" noGrp="1"/>
          </p:cNvSpPr>
          <p:nvPr/>
        </p:nvSpPr>
        <p:spPr>
          <a:xfrm xmlns:a="http://schemas.openxmlformats.org/drawingml/2006/main">
            <a:off x="1028700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dino-grid-0-3">
            <a:extLst xmlns:a="http://schemas.openxmlformats.org/drawingml/2006/main">
              <a:ext uri="{FF2B5EF4-FFF2-40B4-BE49-F238E27FC236}">
                <a16:creationId xmlns:a16="http://schemas.microsoft.com/office/drawing/2014/main" id="{04E1CB45-0AAD-4CD5-AEC6-6689FBC747D7}"/>
              </a:ext>
            </a:extLst>
          </p:cNvPr>
          <p:cNvSpPr>
            <a:spLocks xmlns:a="http://schemas.openxmlformats.org/drawingml/2006/main" noGrp="1"/>
          </p:cNvSpPr>
          <p:nvPr/>
        </p:nvSpPr>
        <p:spPr>
          <a:xfrm xmlns:a="http://schemas.openxmlformats.org/drawingml/2006/main">
            <a:off x="1058227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dino-grid-0-4">
            <a:extLst xmlns:a="http://schemas.openxmlformats.org/drawingml/2006/main">
              <a:ext uri="{FF2B5EF4-FFF2-40B4-BE49-F238E27FC236}">
                <a16:creationId xmlns:a16="http://schemas.microsoft.com/office/drawing/2014/main" id="{D7203A7E-764C-4E2D-9933-277A87FFBDB3}"/>
              </a:ext>
            </a:extLst>
          </p:cNvPr>
          <p:cNvSpPr>
            <a:spLocks xmlns:a="http://schemas.openxmlformats.org/drawingml/2006/main" noGrp="1"/>
          </p:cNvSpPr>
          <p:nvPr/>
        </p:nvSpPr>
        <p:spPr>
          <a:xfrm xmlns:a="http://schemas.openxmlformats.org/drawingml/2006/main">
            <a:off x="108775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dino-grid-1-0">
            <a:extLst xmlns:a="http://schemas.openxmlformats.org/drawingml/2006/main">
              <a:ext uri="{FF2B5EF4-FFF2-40B4-BE49-F238E27FC236}">
                <a16:creationId xmlns:a16="http://schemas.microsoft.com/office/drawing/2014/main" id="{1DA8EBD4-7D09-4565-A5AE-9F475F854954}"/>
              </a:ext>
            </a:extLst>
          </p:cNvPr>
          <p:cNvSpPr>
            <a:spLocks xmlns:a="http://schemas.openxmlformats.org/drawingml/2006/main" noGrp="1"/>
          </p:cNvSpPr>
          <p:nvPr/>
        </p:nvSpPr>
        <p:spPr>
          <a:xfrm xmlns:a="http://schemas.openxmlformats.org/drawingml/2006/main">
            <a:off x="96964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dino-grid-1-1">
            <a:extLst xmlns:a="http://schemas.openxmlformats.org/drawingml/2006/main">
              <a:ext uri="{FF2B5EF4-FFF2-40B4-BE49-F238E27FC236}">
                <a16:creationId xmlns:a16="http://schemas.microsoft.com/office/drawing/2014/main" id="{E86BE1D7-53FE-419F-9882-7CE57F556ABE}"/>
              </a:ext>
            </a:extLst>
          </p:cNvPr>
          <p:cNvSpPr>
            <a:spLocks xmlns:a="http://schemas.openxmlformats.org/drawingml/2006/main" noGrp="1"/>
          </p:cNvSpPr>
          <p:nvPr/>
        </p:nvSpPr>
        <p:spPr>
          <a:xfrm xmlns:a="http://schemas.openxmlformats.org/drawingml/2006/main">
            <a:off x="999172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dino-grid-1-2">
            <a:extLst xmlns:a="http://schemas.openxmlformats.org/drawingml/2006/main">
              <a:ext uri="{FF2B5EF4-FFF2-40B4-BE49-F238E27FC236}">
                <a16:creationId xmlns:a16="http://schemas.microsoft.com/office/drawing/2014/main" id="{6863FCEC-5D0F-46EA-9210-6F861ADC5BDC}"/>
              </a:ext>
            </a:extLst>
          </p:cNvPr>
          <p:cNvSpPr>
            <a:spLocks xmlns:a="http://schemas.openxmlformats.org/drawingml/2006/main" noGrp="1"/>
          </p:cNvSpPr>
          <p:nvPr/>
        </p:nvSpPr>
        <p:spPr>
          <a:xfrm xmlns:a="http://schemas.openxmlformats.org/drawingml/2006/main">
            <a:off x="1028700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dino-grid-1-3">
            <a:extLst xmlns:a="http://schemas.openxmlformats.org/drawingml/2006/main">
              <a:ext uri="{FF2B5EF4-FFF2-40B4-BE49-F238E27FC236}">
                <a16:creationId xmlns:a16="http://schemas.microsoft.com/office/drawing/2014/main" id="{2E2A66FA-2231-4636-89CC-8E7CBD99E857}"/>
              </a:ext>
            </a:extLst>
          </p:cNvPr>
          <p:cNvSpPr>
            <a:spLocks xmlns:a="http://schemas.openxmlformats.org/drawingml/2006/main" noGrp="1"/>
          </p:cNvSpPr>
          <p:nvPr/>
        </p:nvSpPr>
        <p:spPr>
          <a:xfrm xmlns:a="http://schemas.openxmlformats.org/drawingml/2006/main">
            <a:off x="1058227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dino-grid-1-4">
            <a:extLst xmlns:a="http://schemas.openxmlformats.org/drawingml/2006/main">
              <a:ext uri="{FF2B5EF4-FFF2-40B4-BE49-F238E27FC236}">
                <a16:creationId xmlns:a16="http://schemas.microsoft.com/office/drawing/2014/main" id="{9FB720DF-7920-48A2-8167-5EEDD7FE9E89}"/>
              </a:ext>
            </a:extLst>
          </p:cNvPr>
          <p:cNvSpPr>
            <a:spLocks xmlns:a="http://schemas.openxmlformats.org/drawingml/2006/main" noGrp="1"/>
          </p:cNvSpPr>
          <p:nvPr/>
        </p:nvSpPr>
        <p:spPr>
          <a:xfrm xmlns:a="http://schemas.openxmlformats.org/drawingml/2006/main">
            <a:off x="108775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dino-grid-2-0">
            <a:extLst xmlns:a="http://schemas.openxmlformats.org/drawingml/2006/main">
              <a:ext uri="{FF2B5EF4-FFF2-40B4-BE49-F238E27FC236}">
                <a16:creationId xmlns:a16="http://schemas.microsoft.com/office/drawing/2014/main" id="{ADA1E551-E7DE-43F5-B6DF-FA89BF257CC0}"/>
              </a:ext>
            </a:extLst>
          </p:cNvPr>
          <p:cNvSpPr>
            <a:spLocks xmlns:a="http://schemas.openxmlformats.org/drawingml/2006/main" noGrp="1"/>
          </p:cNvSpPr>
          <p:nvPr/>
        </p:nvSpPr>
        <p:spPr>
          <a:xfrm xmlns:a="http://schemas.openxmlformats.org/drawingml/2006/main">
            <a:off x="96964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dino-grid-2-1">
            <a:extLst xmlns:a="http://schemas.openxmlformats.org/drawingml/2006/main">
              <a:ext uri="{FF2B5EF4-FFF2-40B4-BE49-F238E27FC236}">
                <a16:creationId xmlns:a16="http://schemas.microsoft.com/office/drawing/2014/main" id="{085C5E7A-77CA-4B08-9EC9-061838B7C0F8}"/>
              </a:ext>
            </a:extLst>
          </p:cNvPr>
          <p:cNvSpPr>
            <a:spLocks xmlns:a="http://schemas.openxmlformats.org/drawingml/2006/main" noGrp="1"/>
          </p:cNvSpPr>
          <p:nvPr/>
        </p:nvSpPr>
        <p:spPr>
          <a:xfrm xmlns:a="http://schemas.openxmlformats.org/drawingml/2006/main">
            <a:off x="999172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dino-grid-2-2">
            <a:extLst xmlns:a="http://schemas.openxmlformats.org/drawingml/2006/main">
              <a:ext uri="{FF2B5EF4-FFF2-40B4-BE49-F238E27FC236}">
                <a16:creationId xmlns:a16="http://schemas.microsoft.com/office/drawing/2014/main" id="{A5330A0A-81DE-4DB5-967A-7E9CEF81512D}"/>
              </a:ext>
            </a:extLst>
          </p:cNvPr>
          <p:cNvSpPr>
            <a:spLocks xmlns:a="http://schemas.openxmlformats.org/drawingml/2006/main" noGrp="1"/>
          </p:cNvSpPr>
          <p:nvPr/>
        </p:nvSpPr>
        <p:spPr>
          <a:xfrm xmlns:a="http://schemas.openxmlformats.org/drawingml/2006/main">
            <a:off x="1028700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6" name="dino-grid-2-3">
            <a:extLst xmlns:a="http://schemas.openxmlformats.org/drawingml/2006/main">
              <a:ext uri="{FF2B5EF4-FFF2-40B4-BE49-F238E27FC236}">
                <a16:creationId xmlns:a16="http://schemas.microsoft.com/office/drawing/2014/main" id="{7962B757-4F3F-4057-AED8-1C6B024B9A05}"/>
              </a:ext>
            </a:extLst>
          </p:cNvPr>
          <p:cNvSpPr>
            <a:spLocks xmlns:a="http://schemas.openxmlformats.org/drawingml/2006/main" noGrp="1"/>
          </p:cNvSpPr>
          <p:nvPr/>
        </p:nvSpPr>
        <p:spPr>
          <a:xfrm xmlns:a="http://schemas.openxmlformats.org/drawingml/2006/main">
            <a:off x="1058227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7" name="dino-grid-2-4">
            <a:extLst xmlns:a="http://schemas.openxmlformats.org/drawingml/2006/main">
              <a:ext uri="{FF2B5EF4-FFF2-40B4-BE49-F238E27FC236}">
                <a16:creationId xmlns:a16="http://schemas.microsoft.com/office/drawing/2014/main" id="{A346208B-FA83-4B6B-B8FD-F7C685914335}"/>
              </a:ext>
            </a:extLst>
          </p:cNvPr>
          <p:cNvSpPr>
            <a:spLocks xmlns:a="http://schemas.openxmlformats.org/drawingml/2006/main" noGrp="1"/>
          </p:cNvSpPr>
          <p:nvPr/>
        </p:nvSpPr>
        <p:spPr>
          <a:xfrm xmlns:a="http://schemas.openxmlformats.org/drawingml/2006/main">
            <a:off x="108775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8" name="dino-grid-3-0">
            <a:extLst xmlns:a="http://schemas.openxmlformats.org/drawingml/2006/main">
              <a:ext uri="{FF2B5EF4-FFF2-40B4-BE49-F238E27FC236}">
                <a16:creationId xmlns:a16="http://schemas.microsoft.com/office/drawing/2014/main" id="{7F3B3530-4CE5-43B0-8C5F-661FD6837990}"/>
              </a:ext>
            </a:extLst>
          </p:cNvPr>
          <p:cNvSpPr>
            <a:spLocks xmlns:a="http://schemas.openxmlformats.org/drawingml/2006/main" noGrp="1"/>
          </p:cNvSpPr>
          <p:nvPr/>
        </p:nvSpPr>
        <p:spPr>
          <a:xfrm xmlns:a="http://schemas.openxmlformats.org/drawingml/2006/main">
            <a:off x="96964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9" name="dino-grid-3-1">
            <a:extLst xmlns:a="http://schemas.openxmlformats.org/drawingml/2006/main">
              <a:ext uri="{FF2B5EF4-FFF2-40B4-BE49-F238E27FC236}">
                <a16:creationId xmlns:a16="http://schemas.microsoft.com/office/drawing/2014/main" id="{F1CE2757-348B-4B50-822D-7E684FD0E953}"/>
              </a:ext>
            </a:extLst>
          </p:cNvPr>
          <p:cNvSpPr>
            <a:spLocks xmlns:a="http://schemas.openxmlformats.org/drawingml/2006/main" noGrp="1"/>
          </p:cNvSpPr>
          <p:nvPr/>
        </p:nvSpPr>
        <p:spPr>
          <a:xfrm xmlns:a="http://schemas.openxmlformats.org/drawingml/2006/main">
            <a:off x="999172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0" name="dino-grid-3-2">
            <a:extLst xmlns:a="http://schemas.openxmlformats.org/drawingml/2006/main">
              <a:ext uri="{FF2B5EF4-FFF2-40B4-BE49-F238E27FC236}">
                <a16:creationId xmlns:a16="http://schemas.microsoft.com/office/drawing/2014/main" id="{B278E77F-3928-4255-BE7D-EDE3674B4EA2}"/>
              </a:ext>
            </a:extLst>
          </p:cNvPr>
          <p:cNvSpPr>
            <a:spLocks xmlns:a="http://schemas.openxmlformats.org/drawingml/2006/main" noGrp="1"/>
          </p:cNvSpPr>
          <p:nvPr/>
        </p:nvSpPr>
        <p:spPr>
          <a:xfrm xmlns:a="http://schemas.openxmlformats.org/drawingml/2006/main">
            <a:off x="1028700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1" name="dino-grid-3-3">
            <a:extLst xmlns:a="http://schemas.openxmlformats.org/drawingml/2006/main">
              <a:ext uri="{FF2B5EF4-FFF2-40B4-BE49-F238E27FC236}">
                <a16:creationId xmlns:a16="http://schemas.microsoft.com/office/drawing/2014/main" id="{EA3E5208-EA46-4169-87E3-EE9E6C98EE24}"/>
              </a:ext>
            </a:extLst>
          </p:cNvPr>
          <p:cNvSpPr>
            <a:spLocks xmlns:a="http://schemas.openxmlformats.org/drawingml/2006/main" noGrp="1"/>
          </p:cNvSpPr>
          <p:nvPr/>
        </p:nvSpPr>
        <p:spPr>
          <a:xfrm xmlns:a="http://schemas.openxmlformats.org/drawingml/2006/main">
            <a:off x="1058227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2" name="dino-grid-3-4">
            <a:extLst xmlns:a="http://schemas.openxmlformats.org/drawingml/2006/main">
              <a:ext uri="{FF2B5EF4-FFF2-40B4-BE49-F238E27FC236}">
                <a16:creationId xmlns:a16="http://schemas.microsoft.com/office/drawing/2014/main" id="{508C978B-B8C0-440C-832B-F345264E2107}"/>
              </a:ext>
            </a:extLst>
          </p:cNvPr>
          <p:cNvSpPr>
            <a:spLocks xmlns:a="http://schemas.openxmlformats.org/drawingml/2006/main" noGrp="1"/>
          </p:cNvSpPr>
          <p:nvPr/>
        </p:nvSpPr>
        <p:spPr>
          <a:xfrm xmlns:a="http://schemas.openxmlformats.org/drawingml/2006/main">
            <a:off x="108775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3" name="clip-grid-anchor">
            <a:extLst xmlns:a="http://schemas.openxmlformats.org/drawingml/2006/main">
              <a:ext uri="{FF2B5EF4-FFF2-40B4-BE49-F238E27FC236}">
                <a16:creationId xmlns:a16="http://schemas.microsoft.com/office/drawing/2014/main" id="{2F1A7551-24B7-4479-B2F8-2D311541E14D}"/>
              </a:ext>
            </a:extLst>
          </p:cNvPr>
          <p:cNvSpPr>
            <a:spLocks xmlns:a="http://schemas.openxmlformats.org/drawingml/2006/main" noGrp="1"/>
          </p:cNvSpPr>
          <p:nvPr/>
        </p:nvSpPr>
        <p:spPr>
          <a:xfrm xmlns:a="http://schemas.openxmlformats.org/drawingml/2006/main">
            <a:off x="9696450" y="4524375"/>
            <a:ext cx="1190625" cy="1190625"/>
          </a:xfrm>
          <a:prstGeom xmlns:a="http://schemas.openxmlformats.org/drawingml/2006/main" prst="rect">
            <a:avLst/>
          </a:prstGeom>
          <a:noFill xmlns:a="http://schemas.openxmlformats.org/drawingml/2006/main"/>
          <a:ln xmlns:a="http://schemas.openxmlformats.org/drawingml/2006/main" w="0">
            <a:noFill/>
          </a:ln>
        </p:spPr>
      </p:sp>
      <p:sp>
        <p:nvSpPr>
          <p:cNvPr id="34" name="clip-grid-0-0">
            <a:extLst xmlns:a="http://schemas.openxmlformats.org/drawingml/2006/main">
              <a:ext uri="{FF2B5EF4-FFF2-40B4-BE49-F238E27FC236}">
                <a16:creationId xmlns:a16="http://schemas.microsoft.com/office/drawing/2014/main" id="{3AC2D2B7-41E0-449F-B934-B6B263B1BA7B}"/>
              </a:ext>
            </a:extLst>
          </p:cNvPr>
          <p:cNvSpPr>
            <a:spLocks xmlns:a="http://schemas.openxmlformats.org/drawingml/2006/main" noGrp="1"/>
          </p:cNvSpPr>
          <p:nvPr/>
        </p:nvSpPr>
        <p:spPr>
          <a:xfrm xmlns:a="http://schemas.openxmlformats.org/drawingml/2006/main">
            <a:off x="96964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clip-grid-0-1">
            <a:extLst xmlns:a="http://schemas.openxmlformats.org/drawingml/2006/main">
              <a:ext uri="{FF2B5EF4-FFF2-40B4-BE49-F238E27FC236}">
                <a16:creationId xmlns:a16="http://schemas.microsoft.com/office/drawing/2014/main" id="{138CAAFA-2223-48E7-B015-FF762FECB0D1}"/>
              </a:ext>
            </a:extLst>
          </p:cNvPr>
          <p:cNvSpPr>
            <a:spLocks xmlns:a="http://schemas.openxmlformats.org/drawingml/2006/main" noGrp="1"/>
          </p:cNvSpPr>
          <p:nvPr/>
        </p:nvSpPr>
        <p:spPr>
          <a:xfrm xmlns:a="http://schemas.openxmlformats.org/drawingml/2006/main">
            <a:off x="993457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clip-grid-0-2">
            <a:extLst xmlns:a="http://schemas.openxmlformats.org/drawingml/2006/main">
              <a:ext uri="{FF2B5EF4-FFF2-40B4-BE49-F238E27FC236}">
                <a16:creationId xmlns:a16="http://schemas.microsoft.com/office/drawing/2014/main" id="{E4924889-5485-4729-8DF1-8D782BC60C3A}"/>
              </a:ext>
            </a:extLst>
          </p:cNvPr>
          <p:cNvSpPr>
            <a:spLocks xmlns:a="http://schemas.openxmlformats.org/drawingml/2006/main" noGrp="1"/>
          </p:cNvSpPr>
          <p:nvPr/>
        </p:nvSpPr>
        <p:spPr>
          <a:xfrm xmlns:a="http://schemas.openxmlformats.org/drawingml/2006/main">
            <a:off x="1017270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7" name="clip-grid-0-3">
            <a:extLst xmlns:a="http://schemas.openxmlformats.org/drawingml/2006/main">
              <a:ext uri="{FF2B5EF4-FFF2-40B4-BE49-F238E27FC236}">
                <a16:creationId xmlns:a16="http://schemas.microsoft.com/office/drawing/2014/main" id="{E2385545-14C5-4B8A-8A4F-15BFE0536E59}"/>
              </a:ext>
            </a:extLst>
          </p:cNvPr>
          <p:cNvSpPr>
            <a:spLocks xmlns:a="http://schemas.openxmlformats.org/drawingml/2006/main" noGrp="1"/>
          </p:cNvSpPr>
          <p:nvPr/>
        </p:nvSpPr>
        <p:spPr>
          <a:xfrm xmlns:a="http://schemas.openxmlformats.org/drawingml/2006/main">
            <a:off x="1041082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clip-grid-0-4">
            <a:extLst xmlns:a="http://schemas.openxmlformats.org/drawingml/2006/main">
              <a:ext uri="{FF2B5EF4-FFF2-40B4-BE49-F238E27FC236}">
                <a16:creationId xmlns:a16="http://schemas.microsoft.com/office/drawing/2014/main" id="{33AC401A-3C2C-4C97-8DB2-B105537DE2EE}"/>
              </a:ext>
            </a:extLst>
          </p:cNvPr>
          <p:cNvSpPr>
            <a:spLocks xmlns:a="http://schemas.openxmlformats.org/drawingml/2006/main" noGrp="1"/>
          </p:cNvSpPr>
          <p:nvPr/>
        </p:nvSpPr>
        <p:spPr>
          <a:xfrm xmlns:a="http://schemas.openxmlformats.org/drawingml/2006/main">
            <a:off x="106489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clip-grid-1-0">
            <a:extLst xmlns:a="http://schemas.openxmlformats.org/drawingml/2006/main">
              <a:ext uri="{FF2B5EF4-FFF2-40B4-BE49-F238E27FC236}">
                <a16:creationId xmlns:a16="http://schemas.microsoft.com/office/drawing/2014/main" id="{1C5550C6-62AB-402A-8155-EBBCA47D96B5}"/>
              </a:ext>
            </a:extLst>
          </p:cNvPr>
          <p:cNvSpPr>
            <a:spLocks xmlns:a="http://schemas.openxmlformats.org/drawingml/2006/main" noGrp="1"/>
          </p:cNvSpPr>
          <p:nvPr/>
        </p:nvSpPr>
        <p:spPr>
          <a:xfrm xmlns:a="http://schemas.openxmlformats.org/drawingml/2006/main">
            <a:off x="96964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clip-grid-1-1">
            <a:extLst xmlns:a="http://schemas.openxmlformats.org/drawingml/2006/main">
              <a:ext uri="{FF2B5EF4-FFF2-40B4-BE49-F238E27FC236}">
                <a16:creationId xmlns:a16="http://schemas.microsoft.com/office/drawing/2014/main" id="{2100BB0F-EAC3-4EB5-9E0C-975E4E95D610}"/>
              </a:ext>
            </a:extLst>
          </p:cNvPr>
          <p:cNvSpPr>
            <a:spLocks xmlns:a="http://schemas.openxmlformats.org/drawingml/2006/main" noGrp="1"/>
          </p:cNvSpPr>
          <p:nvPr/>
        </p:nvSpPr>
        <p:spPr>
          <a:xfrm xmlns:a="http://schemas.openxmlformats.org/drawingml/2006/main">
            <a:off x="993457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clip-grid-1-2">
            <a:extLst xmlns:a="http://schemas.openxmlformats.org/drawingml/2006/main">
              <a:ext uri="{FF2B5EF4-FFF2-40B4-BE49-F238E27FC236}">
                <a16:creationId xmlns:a16="http://schemas.microsoft.com/office/drawing/2014/main" id="{8C3CC1BA-3E23-4FB8-84DC-68F9B9A94030}"/>
              </a:ext>
            </a:extLst>
          </p:cNvPr>
          <p:cNvSpPr>
            <a:spLocks xmlns:a="http://schemas.openxmlformats.org/drawingml/2006/main" noGrp="1"/>
          </p:cNvSpPr>
          <p:nvPr/>
        </p:nvSpPr>
        <p:spPr>
          <a:xfrm xmlns:a="http://schemas.openxmlformats.org/drawingml/2006/main">
            <a:off x="1017270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clip-grid-1-3">
            <a:extLst xmlns:a="http://schemas.openxmlformats.org/drawingml/2006/main">
              <a:ext uri="{FF2B5EF4-FFF2-40B4-BE49-F238E27FC236}">
                <a16:creationId xmlns:a16="http://schemas.microsoft.com/office/drawing/2014/main" id="{14F52360-0EC5-4284-8393-894185869977}"/>
              </a:ext>
            </a:extLst>
          </p:cNvPr>
          <p:cNvSpPr>
            <a:spLocks xmlns:a="http://schemas.openxmlformats.org/drawingml/2006/main" noGrp="1"/>
          </p:cNvSpPr>
          <p:nvPr/>
        </p:nvSpPr>
        <p:spPr>
          <a:xfrm xmlns:a="http://schemas.openxmlformats.org/drawingml/2006/main">
            <a:off x="1041082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clip-grid-1-4">
            <a:extLst xmlns:a="http://schemas.openxmlformats.org/drawingml/2006/main">
              <a:ext uri="{FF2B5EF4-FFF2-40B4-BE49-F238E27FC236}">
                <a16:creationId xmlns:a16="http://schemas.microsoft.com/office/drawing/2014/main" id="{93DFA174-609B-47EE-ADBD-1C1B3645516F}"/>
              </a:ext>
            </a:extLst>
          </p:cNvPr>
          <p:cNvSpPr>
            <a:spLocks xmlns:a="http://schemas.openxmlformats.org/drawingml/2006/main" noGrp="1"/>
          </p:cNvSpPr>
          <p:nvPr/>
        </p:nvSpPr>
        <p:spPr>
          <a:xfrm xmlns:a="http://schemas.openxmlformats.org/drawingml/2006/main">
            <a:off x="106489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clip-grid-2-0">
            <a:extLst xmlns:a="http://schemas.openxmlformats.org/drawingml/2006/main">
              <a:ext uri="{FF2B5EF4-FFF2-40B4-BE49-F238E27FC236}">
                <a16:creationId xmlns:a16="http://schemas.microsoft.com/office/drawing/2014/main" id="{4B4A3B1F-E8E2-4F21-ABDE-2C43470975CA}"/>
              </a:ext>
            </a:extLst>
          </p:cNvPr>
          <p:cNvSpPr>
            <a:spLocks xmlns:a="http://schemas.openxmlformats.org/drawingml/2006/main" noGrp="1"/>
          </p:cNvSpPr>
          <p:nvPr/>
        </p:nvSpPr>
        <p:spPr>
          <a:xfrm xmlns:a="http://schemas.openxmlformats.org/drawingml/2006/main">
            <a:off x="96964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clip-grid-2-1">
            <a:extLst xmlns:a="http://schemas.openxmlformats.org/drawingml/2006/main">
              <a:ext uri="{FF2B5EF4-FFF2-40B4-BE49-F238E27FC236}">
                <a16:creationId xmlns:a16="http://schemas.microsoft.com/office/drawing/2014/main" id="{D4CAA792-5E27-4D17-8351-3131DE6B41E6}"/>
              </a:ext>
            </a:extLst>
          </p:cNvPr>
          <p:cNvSpPr>
            <a:spLocks xmlns:a="http://schemas.openxmlformats.org/drawingml/2006/main" noGrp="1"/>
          </p:cNvSpPr>
          <p:nvPr/>
        </p:nvSpPr>
        <p:spPr>
          <a:xfrm xmlns:a="http://schemas.openxmlformats.org/drawingml/2006/main">
            <a:off x="993457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clip-grid-2-2">
            <a:extLst xmlns:a="http://schemas.openxmlformats.org/drawingml/2006/main">
              <a:ext uri="{FF2B5EF4-FFF2-40B4-BE49-F238E27FC236}">
                <a16:creationId xmlns:a16="http://schemas.microsoft.com/office/drawing/2014/main" id="{E2582575-7FBA-4A58-B4DF-D08673781C3D}"/>
              </a:ext>
            </a:extLst>
          </p:cNvPr>
          <p:cNvSpPr>
            <a:spLocks xmlns:a="http://schemas.openxmlformats.org/drawingml/2006/main" noGrp="1"/>
          </p:cNvSpPr>
          <p:nvPr/>
        </p:nvSpPr>
        <p:spPr>
          <a:xfrm xmlns:a="http://schemas.openxmlformats.org/drawingml/2006/main">
            <a:off x="1017270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clip-grid-2-3">
            <a:extLst xmlns:a="http://schemas.openxmlformats.org/drawingml/2006/main">
              <a:ext uri="{FF2B5EF4-FFF2-40B4-BE49-F238E27FC236}">
                <a16:creationId xmlns:a16="http://schemas.microsoft.com/office/drawing/2014/main" id="{2CC7F5BC-C454-4D39-B5E3-BBC4EC263DB1}"/>
              </a:ext>
            </a:extLst>
          </p:cNvPr>
          <p:cNvSpPr>
            <a:spLocks xmlns:a="http://schemas.openxmlformats.org/drawingml/2006/main" noGrp="1"/>
          </p:cNvSpPr>
          <p:nvPr/>
        </p:nvSpPr>
        <p:spPr>
          <a:xfrm xmlns:a="http://schemas.openxmlformats.org/drawingml/2006/main">
            <a:off x="1041082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clip-grid-2-4">
            <a:extLst xmlns:a="http://schemas.openxmlformats.org/drawingml/2006/main">
              <a:ext uri="{FF2B5EF4-FFF2-40B4-BE49-F238E27FC236}">
                <a16:creationId xmlns:a16="http://schemas.microsoft.com/office/drawing/2014/main" id="{32DF1596-1C74-4F25-AD85-DB264EC8355C}"/>
              </a:ext>
            </a:extLst>
          </p:cNvPr>
          <p:cNvSpPr>
            <a:spLocks xmlns:a="http://schemas.openxmlformats.org/drawingml/2006/main" noGrp="1"/>
          </p:cNvSpPr>
          <p:nvPr/>
        </p:nvSpPr>
        <p:spPr>
          <a:xfrm xmlns:a="http://schemas.openxmlformats.org/drawingml/2006/main">
            <a:off x="106489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clip-grid-3-0">
            <a:extLst xmlns:a="http://schemas.openxmlformats.org/drawingml/2006/main">
              <a:ext uri="{FF2B5EF4-FFF2-40B4-BE49-F238E27FC236}">
                <a16:creationId xmlns:a16="http://schemas.microsoft.com/office/drawing/2014/main" id="{CCE3A9ED-40D1-4A2C-9579-1E314476EE1B}"/>
              </a:ext>
            </a:extLst>
          </p:cNvPr>
          <p:cNvSpPr>
            <a:spLocks xmlns:a="http://schemas.openxmlformats.org/drawingml/2006/main" noGrp="1"/>
          </p:cNvSpPr>
          <p:nvPr/>
        </p:nvSpPr>
        <p:spPr>
          <a:xfrm xmlns:a="http://schemas.openxmlformats.org/drawingml/2006/main">
            <a:off x="96964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clip-grid-3-1">
            <a:extLst xmlns:a="http://schemas.openxmlformats.org/drawingml/2006/main">
              <a:ext uri="{FF2B5EF4-FFF2-40B4-BE49-F238E27FC236}">
                <a16:creationId xmlns:a16="http://schemas.microsoft.com/office/drawing/2014/main" id="{EC2938BD-F57A-4F99-9F91-732A2577FB4E}"/>
              </a:ext>
            </a:extLst>
          </p:cNvPr>
          <p:cNvSpPr>
            <a:spLocks xmlns:a="http://schemas.openxmlformats.org/drawingml/2006/main" noGrp="1"/>
          </p:cNvSpPr>
          <p:nvPr/>
        </p:nvSpPr>
        <p:spPr>
          <a:xfrm xmlns:a="http://schemas.openxmlformats.org/drawingml/2006/main">
            <a:off x="993457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clip-grid-3-2">
            <a:extLst xmlns:a="http://schemas.openxmlformats.org/drawingml/2006/main">
              <a:ext uri="{FF2B5EF4-FFF2-40B4-BE49-F238E27FC236}">
                <a16:creationId xmlns:a16="http://schemas.microsoft.com/office/drawing/2014/main" id="{2E0E17F5-5232-44DD-97DF-A904B1C6A019}"/>
              </a:ext>
            </a:extLst>
          </p:cNvPr>
          <p:cNvSpPr>
            <a:spLocks xmlns:a="http://schemas.openxmlformats.org/drawingml/2006/main" noGrp="1"/>
          </p:cNvSpPr>
          <p:nvPr/>
        </p:nvSpPr>
        <p:spPr>
          <a:xfrm xmlns:a="http://schemas.openxmlformats.org/drawingml/2006/main">
            <a:off x="1017270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clip-grid-3-3">
            <a:extLst xmlns:a="http://schemas.openxmlformats.org/drawingml/2006/main">
              <a:ext uri="{FF2B5EF4-FFF2-40B4-BE49-F238E27FC236}">
                <a16:creationId xmlns:a16="http://schemas.microsoft.com/office/drawing/2014/main" id="{DB4DC514-D185-414E-A74A-532FFB601345}"/>
              </a:ext>
            </a:extLst>
          </p:cNvPr>
          <p:cNvSpPr>
            <a:spLocks xmlns:a="http://schemas.openxmlformats.org/drawingml/2006/main" noGrp="1"/>
          </p:cNvSpPr>
          <p:nvPr/>
        </p:nvSpPr>
        <p:spPr>
          <a:xfrm xmlns:a="http://schemas.openxmlformats.org/drawingml/2006/main">
            <a:off x="1041082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clip-grid-3-4">
            <a:extLst xmlns:a="http://schemas.openxmlformats.org/drawingml/2006/main">
              <a:ext uri="{FF2B5EF4-FFF2-40B4-BE49-F238E27FC236}">
                <a16:creationId xmlns:a16="http://schemas.microsoft.com/office/drawing/2014/main" id="{8168F674-5D53-430B-A557-9D8160C4820B}"/>
              </a:ext>
            </a:extLst>
          </p:cNvPr>
          <p:cNvSpPr>
            <a:spLocks xmlns:a="http://schemas.openxmlformats.org/drawingml/2006/main" noGrp="1"/>
          </p:cNvSpPr>
          <p:nvPr/>
        </p:nvSpPr>
        <p:spPr>
          <a:xfrm xmlns:a="http://schemas.openxmlformats.org/drawingml/2006/main">
            <a:off x="106489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clip-grid-4-0">
            <a:extLst xmlns:a="http://schemas.openxmlformats.org/drawingml/2006/main">
              <a:ext uri="{FF2B5EF4-FFF2-40B4-BE49-F238E27FC236}">
                <a16:creationId xmlns:a16="http://schemas.microsoft.com/office/drawing/2014/main" id="{7A0EBCA9-181B-4831-8CAA-21F9FC230021}"/>
              </a:ext>
            </a:extLst>
          </p:cNvPr>
          <p:cNvSpPr>
            <a:spLocks xmlns:a="http://schemas.openxmlformats.org/drawingml/2006/main" noGrp="1"/>
          </p:cNvSpPr>
          <p:nvPr/>
        </p:nvSpPr>
        <p:spPr>
          <a:xfrm xmlns:a="http://schemas.openxmlformats.org/drawingml/2006/main">
            <a:off x="96964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clip-grid-4-1">
            <a:extLst xmlns:a="http://schemas.openxmlformats.org/drawingml/2006/main">
              <a:ext uri="{FF2B5EF4-FFF2-40B4-BE49-F238E27FC236}">
                <a16:creationId xmlns:a16="http://schemas.microsoft.com/office/drawing/2014/main" id="{DE5920B8-2873-4E81-A438-751896EDA3A6}"/>
              </a:ext>
            </a:extLst>
          </p:cNvPr>
          <p:cNvSpPr>
            <a:spLocks xmlns:a="http://schemas.openxmlformats.org/drawingml/2006/main" noGrp="1"/>
          </p:cNvSpPr>
          <p:nvPr/>
        </p:nvSpPr>
        <p:spPr>
          <a:xfrm xmlns:a="http://schemas.openxmlformats.org/drawingml/2006/main">
            <a:off x="993457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clip-grid-4-2">
            <a:extLst xmlns:a="http://schemas.openxmlformats.org/drawingml/2006/main">
              <a:ext uri="{FF2B5EF4-FFF2-40B4-BE49-F238E27FC236}">
                <a16:creationId xmlns:a16="http://schemas.microsoft.com/office/drawing/2014/main" id="{CD5844DE-1AD7-4B13-895B-399582444354}"/>
              </a:ext>
            </a:extLst>
          </p:cNvPr>
          <p:cNvSpPr>
            <a:spLocks xmlns:a="http://schemas.openxmlformats.org/drawingml/2006/main" noGrp="1"/>
          </p:cNvSpPr>
          <p:nvPr/>
        </p:nvSpPr>
        <p:spPr>
          <a:xfrm xmlns:a="http://schemas.openxmlformats.org/drawingml/2006/main">
            <a:off x="1017270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clip-grid-4-3">
            <a:extLst xmlns:a="http://schemas.openxmlformats.org/drawingml/2006/main">
              <a:ext uri="{FF2B5EF4-FFF2-40B4-BE49-F238E27FC236}">
                <a16:creationId xmlns:a16="http://schemas.microsoft.com/office/drawing/2014/main" id="{45028A24-DB38-41CC-8A7A-77ABCD1BCBCB}"/>
              </a:ext>
            </a:extLst>
          </p:cNvPr>
          <p:cNvSpPr>
            <a:spLocks xmlns:a="http://schemas.openxmlformats.org/drawingml/2006/main" noGrp="1"/>
          </p:cNvSpPr>
          <p:nvPr/>
        </p:nvSpPr>
        <p:spPr>
          <a:xfrm xmlns:a="http://schemas.openxmlformats.org/drawingml/2006/main">
            <a:off x="1041082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clip-grid-4-4">
            <a:extLst xmlns:a="http://schemas.openxmlformats.org/drawingml/2006/main">
              <a:ext uri="{FF2B5EF4-FFF2-40B4-BE49-F238E27FC236}">
                <a16:creationId xmlns:a16="http://schemas.microsoft.com/office/drawing/2014/main" id="{B392BAC0-A713-4542-B26D-3033F311FA7C}"/>
              </a:ext>
            </a:extLst>
          </p:cNvPr>
          <p:cNvSpPr>
            <a:spLocks xmlns:a="http://schemas.openxmlformats.org/drawingml/2006/main" noGrp="1"/>
          </p:cNvSpPr>
          <p:nvPr/>
        </p:nvSpPr>
        <p:spPr>
          <a:xfrm xmlns:a="http://schemas.openxmlformats.org/drawingml/2006/main">
            <a:off x="106489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127" name=""/>
          <p:cNvCxnSpPr>
            <a:stCxn xmlns:a="http://schemas.openxmlformats.org/drawingml/2006/main" id="5" idx="3"/>
            <a:endCxn xmlns:a="http://schemas.openxmlformats.org/drawingml/2006/main" id="12" idx="1"/>
          </p:cNvCxnSpPr>
          <p:nvPr/>
        </p:nvCxnSpPr>
        <p:spPr>
          <a:xfrm xmlns:a="http://schemas.openxmlformats.org/drawingml/2006/main" flipV="1">
            <a:off x="8715375" y="2400300"/>
            <a:ext cx="981075"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128" name=""/>
          <p:cNvCxnSpPr>
            <a:stCxn xmlns:a="http://schemas.openxmlformats.org/drawingml/2006/main" id="7" idx="3"/>
            <a:endCxn xmlns:a="http://schemas.openxmlformats.org/drawingml/2006/main" id="33" idx="1"/>
          </p:cNvCxnSpPr>
          <p:nvPr/>
        </p:nvCxnSpPr>
        <p:spPr>
          <a:xfrm xmlns:a="http://schemas.openxmlformats.org/drawingml/2006/main" flipV="1">
            <a:off x="8715375" y="5119688"/>
            <a:ext cx="981075" cy="476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61" name="dino-tensor">
            <a:extLst xmlns:a="http://schemas.openxmlformats.org/drawingml/2006/main">
              <a:ext uri="{FF2B5EF4-FFF2-40B4-BE49-F238E27FC236}">
                <a16:creationId xmlns:a16="http://schemas.microsoft.com/office/drawing/2014/main" id="{2FA60F2A-CDAA-42B5-8DB4-7F0E5F097B34}"/>
              </a:ext>
            </a:extLst>
          </p:cNvPr>
          <p:cNvSpPr>
            <a:spLocks xmlns:a="http://schemas.openxmlformats.org/drawingml/2006/main" noGrp="1"/>
          </p:cNvSpPr>
          <p:nvPr/>
        </p:nvSpPr>
        <p:spPr>
          <a:xfrm xmlns:a="http://schemas.openxmlformats.org/drawingml/2006/main">
            <a:off x="9001125" y="3171825"/>
            <a:ext cx="39814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1" i="0" baseline="-25000">
                <a:latin typeface="Cambria"/>
                <a:ea typeface="Cambria"/>
                <a:cs typeface="Cambria"/>
              </a:rPr>
              <a:t>D</a:t>
            </a:r>
            <a:r>
              <a:rPr sz="2250">
                <a:latin typeface="Cambria"/>
                <a:ea typeface="Cambria"/>
                <a:cs typeface="Cambria"/>
              </a:rPr>
              <a:t>: </a:t>
            </a: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r>
              <a:rPr sz="2250">
                <a:latin typeface="Cambria"/>
                <a:ea typeface="Cambria"/>
                <a:cs typeface="Cambria"/>
              </a:rPr>
              <a:t> × 768</a:t>
            </a:r>
          </a:p>
        </p:txBody>
      </p:sp>
      <p:sp>
        <p:nvSpPr>
          <p:cNvPr id="62" name="clip-tensor">
            <a:extLst xmlns:a="http://schemas.openxmlformats.org/drawingml/2006/main">
              <a:ext uri="{FF2B5EF4-FFF2-40B4-BE49-F238E27FC236}">
                <a16:creationId xmlns:a16="http://schemas.microsoft.com/office/drawing/2014/main" id="{87227485-E1A5-493B-B76E-6430FA48E14F}"/>
              </a:ext>
            </a:extLst>
          </p:cNvPr>
          <p:cNvSpPr>
            <a:spLocks xmlns:a="http://schemas.openxmlformats.org/drawingml/2006/main" noGrp="1"/>
          </p:cNvSpPr>
          <p:nvPr/>
        </p:nvSpPr>
        <p:spPr>
          <a:xfrm xmlns:a="http://schemas.openxmlformats.org/drawingml/2006/main">
            <a:off x="8982075" y="5915025"/>
            <a:ext cx="40195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1" i="0" baseline="-25000">
                <a:latin typeface="Cambria"/>
                <a:ea typeface="Cambria"/>
                <a:cs typeface="Cambria"/>
              </a:rPr>
              <a:t>C</a:t>
            </a:r>
            <a:r>
              <a:rPr sz="2250">
                <a:latin typeface="Cambria"/>
                <a:ea typeface="Cambria"/>
                <a:cs typeface="Cambria"/>
              </a:rPr>
              <a:t>: </a:t>
            </a:r>
            <a:r>
              <a:rPr sz="2250">
                <a:latin typeface="Cambria"/>
                <a:ea typeface="Cambria"/>
                <a:cs typeface="Cambria"/>
              </a:rPr>
              <a:t>37 × 37 × 768</a:t>
            </a:r>
          </a:p>
        </p:txBody>
      </p:sp>
      <p:sp>
        <p:nvSpPr>
          <p:cNvPr id="63" name="layer-selected">
            <a:extLst xmlns:a="http://schemas.openxmlformats.org/drawingml/2006/main">
              <a:ext uri="{FF2B5EF4-FFF2-40B4-BE49-F238E27FC236}">
                <a16:creationId xmlns:a16="http://schemas.microsoft.com/office/drawing/2014/main" id="{AE0600B9-125E-486F-BA10-F8AAEF341AF7}"/>
              </a:ext>
            </a:extLst>
          </p:cNvPr>
          <p:cNvSpPr>
            <a:spLocks xmlns:a="http://schemas.openxmlformats.org/drawingml/2006/main" noGrp="1"/>
          </p:cNvSpPr>
          <p:nvPr/>
        </p:nvSpPr>
        <p:spPr>
          <a:xfrm xmlns:a="http://schemas.openxmlformats.org/drawingml/2006/main">
            <a:off x="9267825" y="4029075"/>
            <a:ext cx="322897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Layer 24 retained</a:t>
            </a:r>
          </a:p>
        </p:txBody>
      </p:sp>
      <p:sp>
        <p:nvSpPr>
          <p:cNvPr id="64" name="dino-grid-desc">
            <a:extLst xmlns:a="http://schemas.openxmlformats.org/drawingml/2006/main">
              <a:ext uri="{FF2B5EF4-FFF2-40B4-BE49-F238E27FC236}">
                <a16:creationId xmlns:a16="http://schemas.microsoft.com/office/drawing/2014/main" id="{2EF4FA43-AEAA-421E-B846-F2970904F826}"/>
              </a:ext>
            </a:extLst>
          </p:cNvPr>
          <p:cNvSpPr>
            <a:spLocks xmlns:a="http://schemas.openxmlformats.org/drawingml/2006/main" noGrp="1"/>
          </p:cNvSpPr>
          <p:nvPr/>
        </p:nvSpPr>
        <p:spPr>
          <a:xfrm xmlns:a="http://schemas.openxmlformats.org/drawingml/2006/main">
            <a:off x="9067800" y="1295400"/>
            <a:ext cx="346710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DINO reference grid</a:t>
            </a:r>
          </a:p>
        </p:txBody>
      </p:sp>
      <p:sp>
        <p:nvSpPr>
          <p:cNvPr id="65" name="dino-sizing">
            <a:extLst xmlns:a="http://schemas.openxmlformats.org/drawingml/2006/main">
              <a:ext uri="{FF2B5EF4-FFF2-40B4-BE49-F238E27FC236}">
                <a16:creationId xmlns:a16="http://schemas.microsoft.com/office/drawing/2014/main" id="{AAFC6592-BA63-4D54-89C3-616F1A5A1E5F}"/>
              </a:ext>
            </a:extLst>
          </p:cNvPr>
          <p:cNvSpPr>
            <a:spLocks xmlns:a="http://schemas.openxmlformats.org/drawingml/2006/main" noGrp="1"/>
          </p:cNvSpPr>
          <p:nvPr/>
        </p:nvSpPr>
        <p:spPr>
          <a:xfrm xmlns:a="http://schemas.openxmlformats.org/drawingml/2006/main">
            <a:off x="6029325" y="3343275"/>
            <a:ext cx="29051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875" b="0">
                <a:solidFill>
                  <a:srgbClr val="52606B"/>
                </a:solidFill>
                <a:latin typeface="Arial"/>
                <a:ea typeface="Arial"/>
                <a:cs typeface="Arial"/>
              </a:defRPr>
            </a:pPr>
            <a:r>
              <a:rPr sz="1875" b="0">
                <a:solidFill>
                  <a:srgbClr val="52606B"/>
                </a:solidFill>
                <a:latin typeface="Arial"/>
                <a:ea typeface="Arial"/>
                <a:cs typeface="Arial"/>
              </a:rPr>
              <a:t>Shorter grid dimension: 32</a:t>
            </a:r>
          </a:p>
        </p:txBody>
      </p:sp>
      <p:sp>
        <p:nvSpPr>
          <p:cNvPr id="66" name="dpam-setting">
            <a:extLst xmlns:a="http://schemas.openxmlformats.org/drawingml/2006/main">
              <a:ext uri="{FF2B5EF4-FFF2-40B4-BE49-F238E27FC236}">
                <a16:creationId xmlns:a16="http://schemas.microsoft.com/office/drawing/2014/main" id="{822652E6-62E2-433A-8B85-7DD6CA2125DB}"/>
              </a:ext>
            </a:extLst>
          </p:cNvPr>
          <p:cNvSpPr>
            <a:spLocks xmlns:a="http://schemas.openxmlformats.org/drawingml/2006/main" noGrp="1"/>
          </p:cNvSpPr>
          <p:nvPr/>
        </p:nvSpPr>
        <p:spPr>
          <a:xfrm xmlns:a="http://schemas.openxmlformats.org/drawingml/2006/main">
            <a:off x="5981700" y="5915025"/>
            <a:ext cx="28670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DPAM_layer = 20</a:t>
            </a:r>
          </a:p>
        </p:txBody>
      </p:sp>
      <p:sp>
        <p:nvSpPr>
          <p:cNvPr id="67" name="rule-4">
            <a:extLst xmlns:a="http://schemas.openxmlformats.org/drawingml/2006/main">
              <a:ext uri="{FF2B5EF4-FFF2-40B4-BE49-F238E27FC236}">
                <a16:creationId xmlns:a16="http://schemas.microsoft.com/office/drawing/2014/main" id="{877A7DEB-8564-41DF-A689-897C7E98FEBB}"/>
              </a:ext>
            </a:extLst>
          </p:cNvPr>
          <p:cNvSpPr>
            <a:spLocks xmlns:a="http://schemas.openxmlformats.org/drawingml/2006/main" noGrp="1"/>
          </p:cNvSpPr>
          <p:nvPr/>
        </p:nvSpPr>
        <p:spPr>
          <a:xfrm xmlns:a="http://schemas.openxmlformats.org/drawingml/2006/main">
            <a:off x="342900" y="676275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68" name="encoder-boundary">
            <a:extLst xmlns:a="http://schemas.openxmlformats.org/drawingml/2006/main">
              <a:ext uri="{FF2B5EF4-FFF2-40B4-BE49-F238E27FC236}">
                <a16:creationId xmlns:a16="http://schemas.microsoft.com/office/drawing/2014/main" id="{F89EE391-5287-41F0-960F-B50A475BDDCE}"/>
              </a:ext>
            </a:extLst>
          </p:cNvPr>
          <p:cNvSpPr>
            <a:spLocks xmlns:a="http://schemas.openxmlformats.org/drawingml/2006/main" noGrp="1"/>
          </p:cNvSpPr>
          <p:nvPr/>
        </p:nvSpPr>
        <p:spPr>
          <a:xfrm xmlns:a="http://schemas.openxmlformats.org/drawingml/2006/main">
            <a:off x="342900" y="6991350"/>
            <a:ext cx="1263967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Arial"/>
                <a:ea typeface="Arial"/>
                <a:cs typeface="Arial"/>
              </a:defRPr>
            </a:pPr>
            <a:r>
              <a:rPr sz="2175" b="0">
                <a:solidFill>
                  <a:srgbClr val="202832"/>
                </a:solidFill>
                <a:latin typeface="Arial"/>
                <a:ea typeface="Arial"/>
                <a:cs typeface="Arial"/>
              </a:rPr>
              <a:t>Frozen visual encoders. No text prompts or text encoder at inference.</a:t>
            </a:r>
          </a:p>
        </p:txBody>
      </p:sp>
    </p:spTree>
    <p:extLst>
      <p:ext uri="{BB962C8B-B14F-4D97-AF65-F5344CB8AC3E}">
        <p14:creationId xmlns:p14="http://schemas.microsoft.com/office/powerpoint/2010/main" val="11352941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 name="title">
            <a:extLst xmlns:a="http://schemas.openxmlformats.org/drawingml/2006/main">
              <a:ext uri="{FF2B5EF4-FFF2-40B4-BE49-F238E27FC236}">
                <a16:creationId xmlns:a16="http://schemas.microsoft.com/office/drawing/2014/main" id="{353A277C-21AF-4096-A48E-D80039AA3783}"/>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Spatial calibration and fixed feature fusion</a:t>
            </a:r>
          </a:p>
        </p:txBody>
      </p:sp>
      <p:sp>
        <p:nvSpPr>
          <p:cNvPr id="2" name="spatial-heading">
            <a:extLst xmlns:a="http://schemas.openxmlformats.org/drawingml/2006/main">
              <a:ext uri="{FF2B5EF4-FFF2-40B4-BE49-F238E27FC236}">
                <a16:creationId xmlns:a16="http://schemas.microsoft.com/office/drawing/2014/main" id="{FCCD1BB0-F3D6-4CBC-AAFF-CBB0136EE36F}"/>
              </a:ext>
            </a:extLst>
          </p:cNvPr>
          <p:cNvSpPr>
            <a:spLocks xmlns:a="http://schemas.openxmlformats.org/drawingml/2006/main" noGrp="1"/>
          </p:cNvSpPr>
          <p:nvPr/>
        </p:nvSpPr>
        <p:spPr>
          <a:xfrm xmlns:a="http://schemas.openxmlformats.org/drawingml/2006/main">
            <a:off x="342900" y="847725"/>
            <a:ext cx="38576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Spatial calibration</a:t>
            </a:r>
          </a:p>
        </p:txBody>
      </p:sp>
      <p:sp>
        <p:nvSpPr>
          <p:cNvPr id="3" name="dino-grid-heading">
            <a:extLst xmlns:a="http://schemas.openxmlformats.org/drawingml/2006/main">
              <a:ext uri="{FF2B5EF4-FFF2-40B4-BE49-F238E27FC236}">
                <a16:creationId xmlns:a16="http://schemas.microsoft.com/office/drawing/2014/main" id="{987AEA05-2A3B-4CAA-97DD-B034040DA5C4}"/>
              </a:ext>
            </a:extLst>
          </p:cNvPr>
          <p:cNvSpPr>
            <a:spLocks xmlns:a="http://schemas.openxmlformats.org/drawingml/2006/main" noGrp="1"/>
          </p:cNvSpPr>
          <p:nvPr/>
        </p:nvSpPr>
        <p:spPr>
          <a:xfrm xmlns:a="http://schemas.openxmlformats.org/drawingml/2006/main">
            <a:off x="342900" y="1495425"/>
            <a:ext cx="2133600"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DINO grid</a:t>
            </a:r>
          </a:p>
        </p:txBody>
      </p:sp>
      <p:sp>
        <p:nvSpPr>
          <p:cNvPr id="4" name="target-grid-anchor">
            <a:extLst xmlns:a="http://schemas.openxmlformats.org/drawingml/2006/main">
              <a:ext uri="{FF2B5EF4-FFF2-40B4-BE49-F238E27FC236}">
                <a16:creationId xmlns:a16="http://schemas.microsoft.com/office/drawing/2014/main" id="{A28C1871-5FAB-424A-9EB7-A621C06A5714}"/>
              </a:ext>
            </a:extLst>
          </p:cNvPr>
          <p:cNvSpPr>
            <a:spLocks xmlns:a="http://schemas.openxmlformats.org/drawingml/2006/main" noGrp="1"/>
          </p:cNvSpPr>
          <p:nvPr/>
        </p:nvSpPr>
        <p:spPr>
          <a:xfrm xmlns:a="http://schemas.openxmlformats.org/drawingml/2006/main">
            <a:off x="685800"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5" name="target-grid-0-0">
            <a:extLst xmlns:a="http://schemas.openxmlformats.org/drawingml/2006/main">
              <a:ext uri="{FF2B5EF4-FFF2-40B4-BE49-F238E27FC236}">
                <a16:creationId xmlns:a16="http://schemas.microsoft.com/office/drawing/2014/main" id="{2CE5B8F4-3750-46BE-89AA-4A0ABA439817}"/>
              </a:ext>
            </a:extLst>
          </p:cNvPr>
          <p:cNvSpPr>
            <a:spLocks xmlns:a="http://schemas.openxmlformats.org/drawingml/2006/main" noGrp="1"/>
          </p:cNvSpPr>
          <p:nvPr/>
        </p:nvSpPr>
        <p:spPr>
          <a:xfrm xmlns:a="http://schemas.openxmlformats.org/drawingml/2006/main">
            <a:off x="6858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6" name="target-grid-0-1">
            <a:extLst xmlns:a="http://schemas.openxmlformats.org/drawingml/2006/main">
              <a:ext uri="{FF2B5EF4-FFF2-40B4-BE49-F238E27FC236}">
                <a16:creationId xmlns:a16="http://schemas.microsoft.com/office/drawing/2014/main" id="{2BF729A4-8727-4402-9ACF-65EA4A8E663C}"/>
              </a:ext>
            </a:extLst>
          </p:cNvPr>
          <p:cNvSpPr>
            <a:spLocks xmlns:a="http://schemas.openxmlformats.org/drawingml/2006/main" noGrp="1"/>
          </p:cNvSpPr>
          <p:nvPr/>
        </p:nvSpPr>
        <p:spPr>
          <a:xfrm xmlns:a="http://schemas.openxmlformats.org/drawingml/2006/main">
            <a:off x="9334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7" name="target-grid-0-2">
            <a:extLst xmlns:a="http://schemas.openxmlformats.org/drawingml/2006/main">
              <a:ext uri="{FF2B5EF4-FFF2-40B4-BE49-F238E27FC236}">
                <a16:creationId xmlns:a16="http://schemas.microsoft.com/office/drawing/2014/main" id="{A877FE8F-7FF8-4072-8200-ACA35E42B77F}"/>
              </a:ext>
            </a:extLst>
          </p:cNvPr>
          <p:cNvSpPr>
            <a:spLocks xmlns:a="http://schemas.openxmlformats.org/drawingml/2006/main" noGrp="1"/>
          </p:cNvSpPr>
          <p:nvPr/>
        </p:nvSpPr>
        <p:spPr>
          <a:xfrm xmlns:a="http://schemas.openxmlformats.org/drawingml/2006/main">
            <a:off x="11811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8" name="target-grid-0-3">
            <a:extLst xmlns:a="http://schemas.openxmlformats.org/drawingml/2006/main">
              <a:ext uri="{FF2B5EF4-FFF2-40B4-BE49-F238E27FC236}">
                <a16:creationId xmlns:a16="http://schemas.microsoft.com/office/drawing/2014/main" id="{4A2AF197-2804-40F0-99D6-690FA9642F06}"/>
              </a:ext>
            </a:extLst>
          </p:cNvPr>
          <p:cNvSpPr>
            <a:spLocks xmlns:a="http://schemas.openxmlformats.org/drawingml/2006/main" noGrp="1"/>
          </p:cNvSpPr>
          <p:nvPr/>
        </p:nvSpPr>
        <p:spPr>
          <a:xfrm xmlns:a="http://schemas.openxmlformats.org/drawingml/2006/main">
            <a:off x="14287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9" name="target-grid-0-4">
            <a:extLst xmlns:a="http://schemas.openxmlformats.org/drawingml/2006/main">
              <a:ext uri="{FF2B5EF4-FFF2-40B4-BE49-F238E27FC236}">
                <a16:creationId xmlns:a16="http://schemas.microsoft.com/office/drawing/2014/main" id="{CCEDA18E-54D6-4BF6-867E-3782F517E008}"/>
              </a:ext>
            </a:extLst>
          </p:cNvPr>
          <p:cNvSpPr>
            <a:spLocks xmlns:a="http://schemas.openxmlformats.org/drawingml/2006/main" noGrp="1"/>
          </p:cNvSpPr>
          <p:nvPr/>
        </p:nvSpPr>
        <p:spPr>
          <a:xfrm xmlns:a="http://schemas.openxmlformats.org/drawingml/2006/main">
            <a:off x="16764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0" name="target-grid-1-0">
            <a:extLst xmlns:a="http://schemas.openxmlformats.org/drawingml/2006/main">
              <a:ext uri="{FF2B5EF4-FFF2-40B4-BE49-F238E27FC236}">
                <a16:creationId xmlns:a16="http://schemas.microsoft.com/office/drawing/2014/main" id="{EB59AB61-3D5F-461C-8355-DABADC58F7B1}"/>
              </a:ext>
            </a:extLst>
          </p:cNvPr>
          <p:cNvSpPr>
            <a:spLocks xmlns:a="http://schemas.openxmlformats.org/drawingml/2006/main" noGrp="1"/>
          </p:cNvSpPr>
          <p:nvPr/>
        </p:nvSpPr>
        <p:spPr>
          <a:xfrm xmlns:a="http://schemas.openxmlformats.org/drawingml/2006/main">
            <a:off x="6858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1" name="target-grid-1-1">
            <a:extLst xmlns:a="http://schemas.openxmlformats.org/drawingml/2006/main">
              <a:ext uri="{FF2B5EF4-FFF2-40B4-BE49-F238E27FC236}">
                <a16:creationId xmlns:a16="http://schemas.microsoft.com/office/drawing/2014/main" id="{4CD90491-D6E7-4137-BF3A-6624D36975B9}"/>
              </a:ext>
            </a:extLst>
          </p:cNvPr>
          <p:cNvSpPr>
            <a:spLocks xmlns:a="http://schemas.openxmlformats.org/drawingml/2006/main" noGrp="1"/>
          </p:cNvSpPr>
          <p:nvPr/>
        </p:nvSpPr>
        <p:spPr>
          <a:xfrm xmlns:a="http://schemas.openxmlformats.org/drawingml/2006/main">
            <a:off x="9334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2" name="target-grid-1-2">
            <a:extLst xmlns:a="http://schemas.openxmlformats.org/drawingml/2006/main">
              <a:ext uri="{FF2B5EF4-FFF2-40B4-BE49-F238E27FC236}">
                <a16:creationId xmlns:a16="http://schemas.microsoft.com/office/drawing/2014/main" id="{AEA5DD25-C527-458A-A78F-E06AFD9D1403}"/>
              </a:ext>
            </a:extLst>
          </p:cNvPr>
          <p:cNvSpPr>
            <a:spLocks xmlns:a="http://schemas.openxmlformats.org/drawingml/2006/main" noGrp="1"/>
          </p:cNvSpPr>
          <p:nvPr/>
        </p:nvSpPr>
        <p:spPr>
          <a:xfrm xmlns:a="http://schemas.openxmlformats.org/drawingml/2006/main">
            <a:off x="1181100" y="2247900"/>
            <a:ext cx="247650" cy="247650"/>
          </a:xfrm>
          <a:prstGeom xmlns:a="http://schemas.openxmlformats.org/drawingml/2006/main" prst="rect">
            <a:avLst/>
          </a:prstGeom>
          <a:solidFill xmlns:a="http://schemas.openxmlformats.org/drawingml/2006/main">
            <a:srgbClr val="537C9E"/>
          </a:solidFill>
          <a:ln xmlns:a="http://schemas.openxmlformats.org/drawingml/2006/main" w="8573">
            <a:solidFill>
              <a:srgbClr val="537C9E"/>
            </a:solidFill>
          </a:ln>
        </p:spPr>
      </p:sp>
      <p:sp>
        <p:nvSpPr>
          <p:cNvPr id="13" name="target-grid-1-3">
            <a:extLst xmlns:a="http://schemas.openxmlformats.org/drawingml/2006/main">
              <a:ext uri="{FF2B5EF4-FFF2-40B4-BE49-F238E27FC236}">
                <a16:creationId xmlns:a16="http://schemas.microsoft.com/office/drawing/2014/main" id="{E3CAB543-C75D-46C1-84ED-7101177AB6EF}"/>
              </a:ext>
            </a:extLst>
          </p:cNvPr>
          <p:cNvSpPr>
            <a:spLocks xmlns:a="http://schemas.openxmlformats.org/drawingml/2006/main" noGrp="1"/>
          </p:cNvSpPr>
          <p:nvPr/>
        </p:nvSpPr>
        <p:spPr>
          <a:xfrm xmlns:a="http://schemas.openxmlformats.org/drawingml/2006/main">
            <a:off x="14287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target-grid-1-4">
            <a:extLst xmlns:a="http://schemas.openxmlformats.org/drawingml/2006/main">
              <a:ext uri="{FF2B5EF4-FFF2-40B4-BE49-F238E27FC236}">
                <a16:creationId xmlns:a16="http://schemas.microsoft.com/office/drawing/2014/main" id="{55239D32-46C3-46EC-ABFA-60A9E414FA52}"/>
              </a:ext>
            </a:extLst>
          </p:cNvPr>
          <p:cNvSpPr>
            <a:spLocks xmlns:a="http://schemas.openxmlformats.org/drawingml/2006/main" noGrp="1"/>
          </p:cNvSpPr>
          <p:nvPr/>
        </p:nvSpPr>
        <p:spPr>
          <a:xfrm xmlns:a="http://schemas.openxmlformats.org/drawingml/2006/main">
            <a:off x="16764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target-grid-2-0">
            <a:extLst xmlns:a="http://schemas.openxmlformats.org/drawingml/2006/main">
              <a:ext uri="{FF2B5EF4-FFF2-40B4-BE49-F238E27FC236}">
                <a16:creationId xmlns:a16="http://schemas.microsoft.com/office/drawing/2014/main" id="{1DA2A843-6E0A-4D19-943B-28BB17A4C3CF}"/>
              </a:ext>
            </a:extLst>
          </p:cNvPr>
          <p:cNvSpPr>
            <a:spLocks xmlns:a="http://schemas.openxmlformats.org/drawingml/2006/main" noGrp="1"/>
          </p:cNvSpPr>
          <p:nvPr/>
        </p:nvSpPr>
        <p:spPr>
          <a:xfrm xmlns:a="http://schemas.openxmlformats.org/drawingml/2006/main">
            <a:off x="6858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target-grid-2-1">
            <a:extLst xmlns:a="http://schemas.openxmlformats.org/drawingml/2006/main">
              <a:ext uri="{FF2B5EF4-FFF2-40B4-BE49-F238E27FC236}">
                <a16:creationId xmlns:a16="http://schemas.microsoft.com/office/drawing/2014/main" id="{870070C4-CD73-493E-A24E-7390E2D2DF53}"/>
              </a:ext>
            </a:extLst>
          </p:cNvPr>
          <p:cNvSpPr>
            <a:spLocks xmlns:a="http://schemas.openxmlformats.org/drawingml/2006/main" noGrp="1"/>
          </p:cNvSpPr>
          <p:nvPr/>
        </p:nvSpPr>
        <p:spPr>
          <a:xfrm xmlns:a="http://schemas.openxmlformats.org/drawingml/2006/main">
            <a:off x="9334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target-grid-2-2">
            <a:extLst xmlns:a="http://schemas.openxmlformats.org/drawingml/2006/main">
              <a:ext uri="{FF2B5EF4-FFF2-40B4-BE49-F238E27FC236}">
                <a16:creationId xmlns:a16="http://schemas.microsoft.com/office/drawing/2014/main" id="{AE413A6A-206F-4793-B60A-05657CF69B0C}"/>
              </a:ext>
            </a:extLst>
          </p:cNvPr>
          <p:cNvSpPr>
            <a:spLocks xmlns:a="http://schemas.openxmlformats.org/drawingml/2006/main" noGrp="1"/>
          </p:cNvSpPr>
          <p:nvPr/>
        </p:nvSpPr>
        <p:spPr>
          <a:xfrm xmlns:a="http://schemas.openxmlformats.org/drawingml/2006/main">
            <a:off x="11811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target-grid-2-3">
            <a:extLst xmlns:a="http://schemas.openxmlformats.org/drawingml/2006/main">
              <a:ext uri="{FF2B5EF4-FFF2-40B4-BE49-F238E27FC236}">
                <a16:creationId xmlns:a16="http://schemas.microsoft.com/office/drawing/2014/main" id="{03E3F6B9-CC66-4011-B8AB-4B565E6B66BD}"/>
              </a:ext>
            </a:extLst>
          </p:cNvPr>
          <p:cNvSpPr>
            <a:spLocks xmlns:a="http://schemas.openxmlformats.org/drawingml/2006/main" noGrp="1"/>
          </p:cNvSpPr>
          <p:nvPr/>
        </p:nvSpPr>
        <p:spPr>
          <a:xfrm xmlns:a="http://schemas.openxmlformats.org/drawingml/2006/main">
            <a:off x="14287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target-grid-2-4">
            <a:extLst xmlns:a="http://schemas.openxmlformats.org/drawingml/2006/main">
              <a:ext uri="{FF2B5EF4-FFF2-40B4-BE49-F238E27FC236}">
                <a16:creationId xmlns:a16="http://schemas.microsoft.com/office/drawing/2014/main" id="{FBD48926-238C-41E6-A8AB-A8A2913E60EA}"/>
              </a:ext>
            </a:extLst>
          </p:cNvPr>
          <p:cNvSpPr>
            <a:spLocks xmlns:a="http://schemas.openxmlformats.org/drawingml/2006/main" noGrp="1"/>
          </p:cNvSpPr>
          <p:nvPr/>
        </p:nvSpPr>
        <p:spPr>
          <a:xfrm xmlns:a="http://schemas.openxmlformats.org/drawingml/2006/main">
            <a:off x="16764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target-grid-3-0">
            <a:extLst xmlns:a="http://schemas.openxmlformats.org/drawingml/2006/main">
              <a:ext uri="{FF2B5EF4-FFF2-40B4-BE49-F238E27FC236}">
                <a16:creationId xmlns:a16="http://schemas.microsoft.com/office/drawing/2014/main" id="{2AF833ED-5967-49FA-A2E0-78D79CE60FDA}"/>
              </a:ext>
            </a:extLst>
          </p:cNvPr>
          <p:cNvSpPr>
            <a:spLocks xmlns:a="http://schemas.openxmlformats.org/drawingml/2006/main" noGrp="1"/>
          </p:cNvSpPr>
          <p:nvPr/>
        </p:nvSpPr>
        <p:spPr>
          <a:xfrm xmlns:a="http://schemas.openxmlformats.org/drawingml/2006/main">
            <a:off x="6858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target-grid-3-1">
            <a:extLst xmlns:a="http://schemas.openxmlformats.org/drawingml/2006/main">
              <a:ext uri="{FF2B5EF4-FFF2-40B4-BE49-F238E27FC236}">
                <a16:creationId xmlns:a16="http://schemas.microsoft.com/office/drawing/2014/main" id="{ADDAA2F4-4248-4DD1-965D-32729994999E}"/>
              </a:ext>
            </a:extLst>
          </p:cNvPr>
          <p:cNvSpPr>
            <a:spLocks xmlns:a="http://schemas.openxmlformats.org/drawingml/2006/main" noGrp="1"/>
          </p:cNvSpPr>
          <p:nvPr/>
        </p:nvSpPr>
        <p:spPr>
          <a:xfrm xmlns:a="http://schemas.openxmlformats.org/drawingml/2006/main">
            <a:off x="9334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target-grid-3-2">
            <a:extLst xmlns:a="http://schemas.openxmlformats.org/drawingml/2006/main">
              <a:ext uri="{FF2B5EF4-FFF2-40B4-BE49-F238E27FC236}">
                <a16:creationId xmlns:a16="http://schemas.microsoft.com/office/drawing/2014/main" id="{4CBA7A48-5521-478C-A5C6-3F55C0231C03}"/>
              </a:ext>
            </a:extLst>
          </p:cNvPr>
          <p:cNvSpPr>
            <a:spLocks xmlns:a="http://schemas.openxmlformats.org/drawingml/2006/main" noGrp="1"/>
          </p:cNvSpPr>
          <p:nvPr/>
        </p:nvSpPr>
        <p:spPr>
          <a:xfrm xmlns:a="http://schemas.openxmlformats.org/drawingml/2006/main">
            <a:off x="11811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target-grid-3-3">
            <a:extLst xmlns:a="http://schemas.openxmlformats.org/drawingml/2006/main">
              <a:ext uri="{FF2B5EF4-FFF2-40B4-BE49-F238E27FC236}">
                <a16:creationId xmlns:a16="http://schemas.microsoft.com/office/drawing/2014/main" id="{28929AA5-7A4E-4C90-B72F-53DF7E496D9A}"/>
              </a:ext>
            </a:extLst>
          </p:cNvPr>
          <p:cNvSpPr>
            <a:spLocks xmlns:a="http://schemas.openxmlformats.org/drawingml/2006/main" noGrp="1"/>
          </p:cNvSpPr>
          <p:nvPr/>
        </p:nvSpPr>
        <p:spPr>
          <a:xfrm xmlns:a="http://schemas.openxmlformats.org/drawingml/2006/main">
            <a:off x="14287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target-grid-3-4">
            <a:extLst xmlns:a="http://schemas.openxmlformats.org/drawingml/2006/main">
              <a:ext uri="{FF2B5EF4-FFF2-40B4-BE49-F238E27FC236}">
                <a16:creationId xmlns:a16="http://schemas.microsoft.com/office/drawing/2014/main" id="{BD0F16BF-8C59-412F-85C6-7CA50DE898C4}"/>
              </a:ext>
            </a:extLst>
          </p:cNvPr>
          <p:cNvSpPr>
            <a:spLocks xmlns:a="http://schemas.openxmlformats.org/drawingml/2006/main" noGrp="1"/>
          </p:cNvSpPr>
          <p:nvPr/>
        </p:nvSpPr>
        <p:spPr>
          <a:xfrm xmlns:a="http://schemas.openxmlformats.org/drawingml/2006/main">
            <a:off x="16764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target-grid-dims">
            <a:extLst xmlns:a="http://schemas.openxmlformats.org/drawingml/2006/main">
              <a:ext uri="{FF2B5EF4-FFF2-40B4-BE49-F238E27FC236}">
                <a16:creationId xmlns:a16="http://schemas.microsoft.com/office/drawing/2014/main" id="{59AA606F-8EC4-46CF-ABA8-E7EB4A8B8033}"/>
              </a:ext>
            </a:extLst>
          </p:cNvPr>
          <p:cNvSpPr>
            <a:spLocks xmlns:a="http://schemas.openxmlformats.org/drawingml/2006/main" noGrp="1"/>
          </p:cNvSpPr>
          <p:nvPr/>
        </p:nvSpPr>
        <p:spPr>
          <a:xfrm xmlns:a="http://schemas.openxmlformats.org/drawingml/2006/main">
            <a:off x="361950" y="3048000"/>
            <a:ext cx="2076450"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26" name="clip-grid-heading">
            <a:extLst xmlns:a="http://schemas.openxmlformats.org/drawingml/2006/main">
              <a:ext uri="{FF2B5EF4-FFF2-40B4-BE49-F238E27FC236}">
                <a16:creationId xmlns:a16="http://schemas.microsoft.com/office/drawing/2014/main" id="{A41AC84E-41CB-473B-BFCB-75964D4DBDB0}"/>
              </a:ext>
            </a:extLst>
          </p:cNvPr>
          <p:cNvSpPr>
            <a:spLocks xmlns:a="http://schemas.openxmlformats.org/drawingml/2006/main" noGrp="1"/>
          </p:cNvSpPr>
          <p:nvPr/>
        </p:nvSpPr>
        <p:spPr>
          <a:xfrm xmlns:a="http://schemas.openxmlformats.org/drawingml/2006/main">
            <a:off x="3095625" y="1495425"/>
            <a:ext cx="20097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CLIP grid</a:t>
            </a:r>
          </a:p>
        </p:txBody>
      </p:sp>
      <p:sp>
        <p:nvSpPr>
          <p:cNvPr id="27" name="source-grid-anchor">
            <a:extLst xmlns:a="http://schemas.openxmlformats.org/drawingml/2006/main">
              <a:ext uri="{FF2B5EF4-FFF2-40B4-BE49-F238E27FC236}">
                <a16:creationId xmlns:a16="http://schemas.microsoft.com/office/drawing/2014/main" id="{61295A5C-419F-4B3D-8723-6AA8993741D4}"/>
              </a:ext>
            </a:extLst>
          </p:cNvPr>
          <p:cNvSpPr>
            <a:spLocks xmlns:a="http://schemas.openxmlformats.org/drawingml/2006/main" noGrp="1"/>
          </p:cNvSpPr>
          <p:nvPr/>
        </p:nvSpPr>
        <p:spPr>
          <a:xfrm xmlns:a="http://schemas.openxmlformats.org/drawingml/2006/main">
            <a:off x="3486150" y="1981200"/>
            <a:ext cx="1143000" cy="1143000"/>
          </a:xfrm>
          <a:prstGeom xmlns:a="http://schemas.openxmlformats.org/drawingml/2006/main" prst="rect">
            <a:avLst/>
          </a:prstGeom>
          <a:noFill xmlns:a="http://schemas.openxmlformats.org/drawingml/2006/main"/>
          <a:ln xmlns:a="http://schemas.openxmlformats.org/drawingml/2006/main" w="0">
            <a:noFill/>
          </a:ln>
        </p:spPr>
      </p:sp>
      <p:sp>
        <p:nvSpPr>
          <p:cNvPr id="28" name="source-grid-0-0">
            <a:extLst xmlns:a="http://schemas.openxmlformats.org/drawingml/2006/main">
              <a:ext uri="{FF2B5EF4-FFF2-40B4-BE49-F238E27FC236}">
                <a16:creationId xmlns:a16="http://schemas.microsoft.com/office/drawing/2014/main" id="{9F3D3620-1E07-444F-9540-70405217E3C9}"/>
              </a:ext>
            </a:extLst>
          </p:cNvPr>
          <p:cNvSpPr>
            <a:spLocks xmlns:a="http://schemas.openxmlformats.org/drawingml/2006/main" noGrp="1"/>
          </p:cNvSpPr>
          <p:nvPr/>
        </p:nvSpPr>
        <p:spPr>
          <a:xfrm xmlns:a="http://schemas.openxmlformats.org/drawingml/2006/main">
            <a:off x="3486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29" name="source-grid-0-1">
            <a:extLst xmlns:a="http://schemas.openxmlformats.org/drawingml/2006/main">
              <a:ext uri="{FF2B5EF4-FFF2-40B4-BE49-F238E27FC236}">
                <a16:creationId xmlns:a16="http://schemas.microsoft.com/office/drawing/2014/main" id="{6CA4A06D-1389-44C0-B2B2-A78C240825A3}"/>
              </a:ext>
            </a:extLst>
          </p:cNvPr>
          <p:cNvSpPr>
            <a:spLocks xmlns:a="http://schemas.openxmlformats.org/drawingml/2006/main" noGrp="1"/>
          </p:cNvSpPr>
          <p:nvPr/>
        </p:nvSpPr>
        <p:spPr>
          <a:xfrm xmlns:a="http://schemas.openxmlformats.org/drawingml/2006/main">
            <a:off x="3676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0" name="source-grid-0-2">
            <a:extLst xmlns:a="http://schemas.openxmlformats.org/drawingml/2006/main">
              <a:ext uri="{FF2B5EF4-FFF2-40B4-BE49-F238E27FC236}">
                <a16:creationId xmlns:a16="http://schemas.microsoft.com/office/drawing/2014/main" id="{270ECBF9-A891-4C52-A97A-680E9F3A5A8A}"/>
              </a:ext>
            </a:extLst>
          </p:cNvPr>
          <p:cNvSpPr>
            <a:spLocks xmlns:a="http://schemas.openxmlformats.org/drawingml/2006/main" noGrp="1"/>
          </p:cNvSpPr>
          <p:nvPr/>
        </p:nvSpPr>
        <p:spPr>
          <a:xfrm xmlns:a="http://schemas.openxmlformats.org/drawingml/2006/main">
            <a:off x="3867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1" name="source-grid-0-3">
            <a:extLst xmlns:a="http://schemas.openxmlformats.org/drawingml/2006/main">
              <a:ext uri="{FF2B5EF4-FFF2-40B4-BE49-F238E27FC236}">
                <a16:creationId xmlns:a16="http://schemas.microsoft.com/office/drawing/2014/main" id="{3F39847A-EBDD-4212-9579-AA2355C0349A}"/>
              </a:ext>
            </a:extLst>
          </p:cNvPr>
          <p:cNvSpPr>
            <a:spLocks xmlns:a="http://schemas.openxmlformats.org/drawingml/2006/main" noGrp="1"/>
          </p:cNvSpPr>
          <p:nvPr/>
        </p:nvSpPr>
        <p:spPr>
          <a:xfrm xmlns:a="http://schemas.openxmlformats.org/drawingml/2006/main">
            <a:off x="4057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2" name="source-grid-0-4">
            <a:extLst xmlns:a="http://schemas.openxmlformats.org/drawingml/2006/main">
              <a:ext uri="{FF2B5EF4-FFF2-40B4-BE49-F238E27FC236}">
                <a16:creationId xmlns:a16="http://schemas.microsoft.com/office/drawing/2014/main" id="{C1252954-6BD0-4B03-B63D-27ADA05310AD}"/>
              </a:ext>
            </a:extLst>
          </p:cNvPr>
          <p:cNvSpPr>
            <a:spLocks xmlns:a="http://schemas.openxmlformats.org/drawingml/2006/main" noGrp="1"/>
          </p:cNvSpPr>
          <p:nvPr/>
        </p:nvSpPr>
        <p:spPr>
          <a:xfrm xmlns:a="http://schemas.openxmlformats.org/drawingml/2006/main">
            <a:off x="4248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3" name="source-grid-0-5">
            <a:extLst xmlns:a="http://schemas.openxmlformats.org/drawingml/2006/main">
              <a:ext uri="{FF2B5EF4-FFF2-40B4-BE49-F238E27FC236}">
                <a16:creationId xmlns:a16="http://schemas.microsoft.com/office/drawing/2014/main" id="{EFB69E91-C0BF-4657-B281-302A6EAB36FC}"/>
              </a:ext>
            </a:extLst>
          </p:cNvPr>
          <p:cNvSpPr>
            <a:spLocks xmlns:a="http://schemas.openxmlformats.org/drawingml/2006/main" noGrp="1"/>
          </p:cNvSpPr>
          <p:nvPr/>
        </p:nvSpPr>
        <p:spPr>
          <a:xfrm xmlns:a="http://schemas.openxmlformats.org/drawingml/2006/main">
            <a:off x="4438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4" name="source-grid-1-0">
            <a:extLst xmlns:a="http://schemas.openxmlformats.org/drawingml/2006/main">
              <a:ext uri="{FF2B5EF4-FFF2-40B4-BE49-F238E27FC236}">
                <a16:creationId xmlns:a16="http://schemas.microsoft.com/office/drawing/2014/main" id="{AC4F4E24-F369-4EC7-A64F-B0CB1E5BB2DC}"/>
              </a:ext>
            </a:extLst>
          </p:cNvPr>
          <p:cNvSpPr>
            <a:spLocks xmlns:a="http://schemas.openxmlformats.org/drawingml/2006/main" noGrp="1"/>
          </p:cNvSpPr>
          <p:nvPr/>
        </p:nvSpPr>
        <p:spPr>
          <a:xfrm xmlns:a="http://schemas.openxmlformats.org/drawingml/2006/main">
            <a:off x="3486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source-grid-1-1">
            <a:extLst xmlns:a="http://schemas.openxmlformats.org/drawingml/2006/main">
              <a:ext uri="{FF2B5EF4-FFF2-40B4-BE49-F238E27FC236}">
                <a16:creationId xmlns:a16="http://schemas.microsoft.com/office/drawing/2014/main" id="{920858AE-C03F-49B3-B7F8-632972DDDB85}"/>
              </a:ext>
            </a:extLst>
          </p:cNvPr>
          <p:cNvSpPr>
            <a:spLocks xmlns:a="http://schemas.openxmlformats.org/drawingml/2006/main" noGrp="1"/>
          </p:cNvSpPr>
          <p:nvPr/>
        </p:nvSpPr>
        <p:spPr>
          <a:xfrm xmlns:a="http://schemas.openxmlformats.org/drawingml/2006/main">
            <a:off x="3676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source-grid-1-2">
            <a:extLst xmlns:a="http://schemas.openxmlformats.org/drawingml/2006/main">
              <a:ext uri="{FF2B5EF4-FFF2-40B4-BE49-F238E27FC236}">
                <a16:creationId xmlns:a16="http://schemas.microsoft.com/office/drawing/2014/main" id="{E5839794-16EE-429D-98F7-9A0B0407C805}"/>
              </a:ext>
            </a:extLst>
          </p:cNvPr>
          <p:cNvSpPr>
            <a:spLocks xmlns:a="http://schemas.openxmlformats.org/drawingml/2006/main" noGrp="1"/>
          </p:cNvSpPr>
          <p:nvPr/>
        </p:nvSpPr>
        <p:spPr>
          <a:xfrm xmlns:a="http://schemas.openxmlformats.org/drawingml/2006/main">
            <a:off x="3867150" y="2171700"/>
            <a:ext cx="190500" cy="19050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37" name="source-grid-1-3">
            <a:extLst xmlns:a="http://schemas.openxmlformats.org/drawingml/2006/main">
              <a:ext uri="{FF2B5EF4-FFF2-40B4-BE49-F238E27FC236}">
                <a16:creationId xmlns:a16="http://schemas.microsoft.com/office/drawing/2014/main" id="{928ACDB9-08DA-4B03-B738-78ABCBE50185}"/>
              </a:ext>
            </a:extLst>
          </p:cNvPr>
          <p:cNvSpPr>
            <a:spLocks xmlns:a="http://schemas.openxmlformats.org/drawingml/2006/main" noGrp="1"/>
          </p:cNvSpPr>
          <p:nvPr/>
        </p:nvSpPr>
        <p:spPr>
          <a:xfrm xmlns:a="http://schemas.openxmlformats.org/drawingml/2006/main">
            <a:off x="4057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source-grid-1-4">
            <a:extLst xmlns:a="http://schemas.openxmlformats.org/drawingml/2006/main">
              <a:ext uri="{FF2B5EF4-FFF2-40B4-BE49-F238E27FC236}">
                <a16:creationId xmlns:a16="http://schemas.microsoft.com/office/drawing/2014/main" id="{6607DFF0-60CC-46D1-957B-A6DB930CDE83}"/>
              </a:ext>
            </a:extLst>
          </p:cNvPr>
          <p:cNvSpPr>
            <a:spLocks xmlns:a="http://schemas.openxmlformats.org/drawingml/2006/main" noGrp="1"/>
          </p:cNvSpPr>
          <p:nvPr/>
        </p:nvSpPr>
        <p:spPr>
          <a:xfrm xmlns:a="http://schemas.openxmlformats.org/drawingml/2006/main">
            <a:off x="4248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source-grid-1-5">
            <a:extLst xmlns:a="http://schemas.openxmlformats.org/drawingml/2006/main">
              <a:ext uri="{FF2B5EF4-FFF2-40B4-BE49-F238E27FC236}">
                <a16:creationId xmlns:a16="http://schemas.microsoft.com/office/drawing/2014/main" id="{CD41F740-09FF-4EC4-821D-6F5C2F2C6A91}"/>
              </a:ext>
            </a:extLst>
          </p:cNvPr>
          <p:cNvSpPr>
            <a:spLocks xmlns:a="http://schemas.openxmlformats.org/drawingml/2006/main" noGrp="1"/>
          </p:cNvSpPr>
          <p:nvPr/>
        </p:nvSpPr>
        <p:spPr>
          <a:xfrm xmlns:a="http://schemas.openxmlformats.org/drawingml/2006/main">
            <a:off x="4438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source-grid-2-0">
            <a:extLst xmlns:a="http://schemas.openxmlformats.org/drawingml/2006/main">
              <a:ext uri="{FF2B5EF4-FFF2-40B4-BE49-F238E27FC236}">
                <a16:creationId xmlns:a16="http://schemas.microsoft.com/office/drawing/2014/main" id="{4F718FC9-DE84-435D-BB86-593942A7E74B}"/>
              </a:ext>
            </a:extLst>
          </p:cNvPr>
          <p:cNvSpPr>
            <a:spLocks xmlns:a="http://schemas.openxmlformats.org/drawingml/2006/main" noGrp="1"/>
          </p:cNvSpPr>
          <p:nvPr/>
        </p:nvSpPr>
        <p:spPr>
          <a:xfrm xmlns:a="http://schemas.openxmlformats.org/drawingml/2006/main">
            <a:off x="3486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source-grid-2-1">
            <a:extLst xmlns:a="http://schemas.openxmlformats.org/drawingml/2006/main">
              <a:ext uri="{FF2B5EF4-FFF2-40B4-BE49-F238E27FC236}">
                <a16:creationId xmlns:a16="http://schemas.microsoft.com/office/drawing/2014/main" id="{CD969B09-C6DA-407A-B40B-3CF983DD9971}"/>
              </a:ext>
            </a:extLst>
          </p:cNvPr>
          <p:cNvSpPr>
            <a:spLocks xmlns:a="http://schemas.openxmlformats.org/drawingml/2006/main" noGrp="1"/>
          </p:cNvSpPr>
          <p:nvPr/>
        </p:nvSpPr>
        <p:spPr>
          <a:xfrm xmlns:a="http://schemas.openxmlformats.org/drawingml/2006/main">
            <a:off x="3676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source-grid-2-2">
            <a:extLst xmlns:a="http://schemas.openxmlformats.org/drawingml/2006/main">
              <a:ext uri="{FF2B5EF4-FFF2-40B4-BE49-F238E27FC236}">
                <a16:creationId xmlns:a16="http://schemas.microsoft.com/office/drawing/2014/main" id="{FB933063-9B0E-4E28-A97C-FF6442803C3A}"/>
              </a:ext>
            </a:extLst>
          </p:cNvPr>
          <p:cNvSpPr>
            <a:spLocks xmlns:a="http://schemas.openxmlformats.org/drawingml/2006/main" noGrp="1"/>
          </p:cNvSpPr>
          <p:nvPr/>
        </p:nvSpPr>
        <p:spPr>
          <a:xfrm xmlns:a="http://schemas.openxmlformats.org/drawingml/2006/main">
            <a:off x="3867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source-grid-2-3">
            <a:extLst xmlns:a="http://schemas.openxmlformats.org/drawingml/2006/main">
              <a:ext uri="{FF2B5EF4-FFF2-40B4-BE49-F238E27FC236}">
                <a16:creationId xmlns:a16="http://schemas.microsoft.com/office/drawing/2014/main" id="{095E53A8-54A1-4435-AEFC-23A60BC249DA}"/>
              </a:ext>
            </a:extLst>
          </p:cNvPr>
          <p:cNvSpPr>
            <a:spLocks xmlns:a="http://schemas.openxmlformats.org/drawingml/2006/main" noGrp="1"/>
          </p:cNvSpPr>
          <p:nvPr/>
        </p:nvSpPr>
        <p:spPr>
          <a:xfrm xmlns:a="http://schemas.openxmlformats.org/drawingml/2006/main">
            <a:off x="4057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source-grid-2-4">
            <a:extLst xmlns:a="http://schemas.openxmlformats.org/drawingml/2006/main">
              <a:ext uri="{FF2B5EF4-FFF2-40B4-BE49-F238E27FC236}">
                <a16:creationId xmlns:a16="http://schemas.microsoft.com/office/drawing/2014/main" id="{1D9AF19D-EB85-48DE-B219-2369CC4E82CE}"/>
              </a:ext>
            </a:extLst>
          </p:cNvPr>
          <p:cNvSpPr>
            <a:spLocks xmlns:a="http://schemas.openxmlformats.org/drawingml/2006/main" noGrp="1"/>
          </p:cNvSpPr>
          <p:nvPr/>
        </p:nvSpPr>
        <p:spPr>
          <a:xfrm xmlns:a="http://schemas.openxmlformats.org/drawingml/2006/main">
            <a:off x="4248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source-grid-2-5">
            <a:extLst xmlns:a="http://schemas.openxmlformats.org/drawingml/2006/main">
              <a:ext uri="{FF2B5EF4-FFF2-40B4-BE49-F238E27FC236}">
                <a16:creationId xmlns:a16="http://schemas.microsoft.com/office/drawing/2014/main" id="{AFE07A96-DB44-42FB-8B9E-CEC6A46F8286}"/>
              </a:ext>
            </a:extLst>
          </p:cNvPr>
          <p:cNvSpPr>
            <a:spLocks xmlns:a="http://schemas.openxmlformats.org/drawingml/2006/main" noGrp="1"/>
          </p:cNvSpPr>
          <p:nvPr/>
        </p:nvSpPr>
        <p:spPr>
          <a:xfrm xmlns:a="http://schemas.openxmlformats.org/drawingml/2006/main">
            <a:off x="4438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source-grid-3-0">
            <a:extLst xmlns:a="http://schemas.openxmlformats.org/drawingml/2006/main">
              <a:ext uri="{FF2B5EF4-FFF2-40B4-BE49-F238E27FC236}">
                <a16:creationId xmlns:a16="http://schemas.microsoft.com/office/drawing/2014/main" id="{8314F75C-B277-459F-A0F6-7382CABC81E5}"/>
              </a:ext>
            </a:extLst>
          </p:cNvPr>
          <p:cNvSpPr>
            <a:spLocks xmlns:a="http://schemas.openxmlformats.org/drawingml/2006/main" noGrp="1"/>
          </p:cNvSpPr>
          <p:nvPr/>
        </p:nvSpPr>
        <p:spPr>
          <a:xfrm xmlns:a="http://schemas.openxmlformats.org/drawingml/2006/main">
            <a:off x="3486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source-grid-3-1">
            <a:extLst xmlns:a="http://schemas.openxmlformats.org/drawingml/2006/main">
              <a:ext uri="{FF2B5EF4-FFF2-40B4-BE49-F238E27FC236}">
                <a16:creationId xmlns:a16="http://schemas.microsoft.com/office/drawing/2014/main" id="{2F96A958-2212-4E5C-9AED-44474080BEFC}"/>
              </a:ext>
            </a:extLst>
          </p:cNvPr>
          <p:cNvSpPr>
            <a:spLocks xmlns:a="http://schemas.openxmlformats.org/drawingml/2006/main" noGrp="1"/>
          </p:cNvSpPr>
          <p:nvPr/>
        </p:nvSpPr>
        <p:spPr>
          <a:xfrm xmlns:a="http://schemas.openxmlformats.org/drawingml/2006/main">
            <a:off x="3676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source-grid-3-2">
            <a:extLst xmlns:a="http://schemas.openxmlformats.org/drawingml/2006/main">
              <a:ext uri="{FF2B5EF4-FFF2-40B4-BE49-F238E27FC236}">
                <a16:creationId xmlns:a16="http://schemas.microsoft.com/office/drawing/2014/main" id="{8F59D7E5-A70B-4285-9DE6-7B0C0BE6250D}"/>
              </a:ext>
            </a:extLst>
          </p:cNvPr>
          <p:cNvSpPr>
            <a:spLocks xmlns:a="http://schemas.openxmlformats.org/drawingml/2006/main" noGrp="1"/>
          </p:cNvSpPr>
          <p:nvPr/>
        </p:nvSpPr>
        <p:spPr>
          <a:xfrm xmlns:a="http://schemas.openxmlformats.org/drawingml/2006/main">
            <a:off x="3867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source-grid-3-3">
            <a:extLst xmlns:a="http://schemas.openxmlformats.org/drawingml/2006/main">
              <a:ext uri="{FF2B5EF4-FFF2-40B4-BE49-F238E27FC236}">
                <a16:creationId xmlns:a16="http://schemas.microsoft.com/office/drawing/2014/main" id="{262F68FD-CEA1-407D-950A-B643678BD120}"/>
              </a:ext>
            </a:extLst>
          </p:cNvPr>
          <p:cNvSpPr>
            <a:spLocks xmlns:a="http://schemas.openxmlformats.org/drawingml/2006/main" noGrp="1"/>
          </p:cNvSpPr>
          <p:nvPr/>
        </p:nvSpPr>
        <p:spPr>
          <a:xfrm xmlns:a="http://schemas.openxmlformats.org/drawingml/2006/main">
            <a:off x="4057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source-grid-3-4">
            <a:extLst xmlns:a="http://schemas.openxmlformats.org/drawingml/2006/main">
              <a:ext uri="{FF2B5EF4-FFF2-40B4-BE49-F238E27FC236}">
                <a16:creationId xmlns:a16="http://schemas.microsoft.com/office/drawing/2014/main" id="{4F0DCFF1-C75C-4AAC-B1A3-D3C4BF1C00C6}"/>
              </a:ext>
            </a:extLst>
          </p:cNvPr>
          <p:cNvSpPr>
            <a:spLocks xmlns:a="http://schemas.openxmlformats.org/drawingml/2006/main" noGrp="1"/>
          </p:cNvSpPr>
          <p:nvPr/>
        </p:nvSpPr>
        <p:spPr>
          <a:xfrm xmlns:a="http://schemas.openxmlformats.org/drawingml/2006/main">
            <a:off x="4248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source-grid-3-5">
            <a:extLst xmlns:a="http://schemas.openxmlformats.org/drawingml/2006/main">
              <a:ext uri="{FF2B5EF4-FFF2-40B4-BE49-F238E27FC236}">
                <a16:creationId xmlns:a16="http://schemas.microsoft.com/office/drawing/2014/main" id="{40308E19-7CCF-416E-BAD8-1B5C9A1D12B0}"/>
              </a:ext>
            </a:extLst>
          </p:cNvPr>
          <p:cNvSpPr>
            <a:spLocks xmlns:a="http://schemas.openxmlformats.org/drawingml/2006/main" noGrp="1"/>
          </p:cNvSpPr>
          <p:nvPr/>
        </p:nvSpPr>
        <p:spPr>
          <a:xfrm xmlns:a="http://schemas.openxmlformats.org/drawingml/2006/main">
            <a:off x="4438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source-grid-4-0">
            <a:extLst xmlns:a="http://schemas.openxmlformats.org/drawingml/2006/main">
              <a:ext uri="{FF2B5EF4-FFF2-40B4-BE49-F238E27FC236}">
                <a16:creationId xmlns:a16="http://schemas.microsoft.com/office/drawing/2014/main" id="{D395049C-CE71-45F2-9EAC-C8B13DA88D15}"/>
              </a:ext>
            </a:extLst>
          </p:cNvPr>
          <p:cNvSpPr>
            <a:spLocks xmlns:a="http://schemas.openxmlformats.org/drawingml/2006/main" noGrp="1"/>
          </p:cNvSpPr>
          <p:nvPr/>
        </p:nvSpPr>
        <p:spPr>
          <a:xfrm xmlns:a="http://schemas.openxmlformats.org/drawingml/2006/main">
            <a:off x="3486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source-grid-4-1">
            <a:extLst xmlns:a="http://schemas.openxmlformats.org/drawingml/2006/main">
              <a:ext uri="{FF2B5EF4-FFF2-40B4-BE49-F238E27FC236}">
                <a16:creationId xmlns:a16="http://schemas.microsoft.com/office/drawing/2014/main" id="{C28F66A2-EEA9-4C4A-96FF-193BD5C5D89B}"/>
              </a:ext>
            </a:extLst>
          </p:cNvPr>
          <p:cNvSpPr>
            <a:spLocks xmlns:a="http://schemas.openxmlformats.org/drawingml/2006/main" noGrp="1"/>
          </p:cNvSpPr>
          <p:nvPr/>
        </p:nvSpPr>
        <p:spPr>
          <a:xfrm xmlns:a="http://schemas.openxmlformats.org/drawingml/2006/main">
            <a:off x="3676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source-grid-4-2">
            <a:extLst xmlns:a="http://schemas.openxmlformats.org/drawingml/2006/main">
              <a:ext uri="{FF2B5EF4-FFF2-40B4-BE49-F238E27FC236}">
                <a16:creationId xmlns:a16="http://schemas.microsoft.com/office/drawing/2014/main" id="{54F4F58D-8AD1-414C-AD9F-214E1CCF5EE6}"/>
              </a:ext>
            </a:extLst>
          </p:cNvPr>
          <p:cNvSpPr>
            <a:spLocks xmlns:a="http://schemas.openxmlformats.org/drawingml/2006/main" noGrp="1"/>
          </p:cNvSpPr>
          <p:nvPr/>
        </p:nvSpPr>
        <p:spPr>
          <a:xfrm xmlns:a="http://schemas.openxmlformats.org/drawingml/2006/main">
            <a:off x="3867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source-grid-4-3">
            <a:extLst xmlns:a="http://schemas.openxmlformats.org/drawingml/2006/main">
              <a:ext uri="{FF2B5EF4-FFF2-40B4-BE49-F238E27FC236}">
                <a16:creationId xmlns:a16="http://schemas.microsoft.com/office/drawing/2014/main" id="{F6870BAF-9111-4EAD-A669-7DBB7678CDB8}"/>
              </a:ext>
            </a:extLst>
          </p:cNvPr>
          <p:cNvSpPr>
            <a:spLocks xmlns:a="http://schemas.openxmlformats.org/drawingml/2006/main" noGrp="1"/>
          </p:cNvSpPr>
          <p:nvPr/>
        </p:nvSpPr>
        <p:spPr>
          <a:xfrm xmlns:a="http://schemas.openxmlformats.org/drawingml/2006/main">
            <a:off x="4057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source-grid-4-4">
            <a:extLst xmlns:a="http://schemas.openxmlformats.org/drawingml/2006/main">
              <a:ext uri="{FF2B5EF4-FFF2-40B4-BE49-F238E27FC236}">
                <a16:creationId xmlns:a16="http://schemas.microsoft.com/office/drawing/2014/main" id="{8744D107-5B75-4101-9C6B-D6C75D85CE64}"/>
              </a:ext>
            </a:extLst>
          </p:cNvPr>
          <p:cNvSpPr>
            <a:spLocks xmlns:a="http://schemas.openxmlformats.org/drawingml/2006/main" noGrp="1"/>
          </p:cNvSpPr>
          <p:nvPr/>
        </p:nvSpPr>
        <p:spPr>
          <a:xfrm xmlns:a="http://schemas.openxmlformats.org/drawingml/2006/main">
            <a:off x="4248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source-grid-4-5">
            <a:extLst xmlns:a="http://schemas.openxmlformats.org/drawingml/2006/main">
              <a:ext uri="{FF2B5EF4-FFF2-40B4-BE49-F238E27FC236}">
                <a16:creationId xmlns:a16="http://schemas.microsoft.com/office/drawing/2014/main" id="{59DC4615-8973-4D45-A59F-10DD150AFFAA}"/>
              </a:ext>
            </a:extLst>
          </p:cNvPr>
          <p:cNvSpPr>
            <a:spLocks xmlns:a="http://schemas.openxmlformats.org/drawingml/2006/main" noGrp="1"/>
          </p:cNvSpPr>
          <p:nvPr/>
        </p:nvSpPr>
        <p:spPr>
          <a:xfrm xmlns:a="http://schemas.openxmlformats.org/drawingml/2006/main">
            <a:off x="4438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source-grid-5-0">
            <a:extLst xmlns:a="http://schemas.openxmlformats.org/drawingml/2006/main">
              <a:ext uri="{FF2B5EF4-FFF2-40B4-BE49-F238E27FC236}">
                <a16:creationId xmlns:a16="http://schemas.microsoft.com/office/drawing/2014/main" id="{E6D718E2-1508-4F65-AEA6-6933FAEDA393}"/>
              </a:ext>
            </a:extLst>
          </p:cNvPr>
          <p:cNvSpPr>
            <a:spLocks xmlns:a="http://schemas.openxmlformats.org/drawingml/2006/main" noGrp="1"/>
          </p:cNvSpPr>
          <p:nvPr/>
        </p:nvSpPr>
        <p:spPr>
          <a:xfrm xmlns:a="http://schemas.openxmlformats.org/drawingml/2006/main">
            <a:off x="3486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9" name="source-grid-5-1">
            <a:extLst xmlns:a="http://schemas.openxmlformats.org/drawingml/2006/main">
              <a:ext uri="{FF2B5EF4-FFF2-40B4-BE49-F238E27FC236}">
                <a16:creationId xmlns:a16="http://schemas.microsoft.com/office/drawing/2014/main" id="{00D79703-9FD6-48C7-A136-6DAF3669F291}"/>
              </a:ext>
            </a:extLst>
          </p:cNvPr>
          <p:cNvSpPr>
            <a:spLocks xmlns:a="http://schemas.openxmlformats.org/drawingml/2006/main" noGrp="1"/>
          </p:cNvSpPr>
          <p:nvPr/>
        </p:nvSpPr>
        <p:spPr>
          <a:xfrm xmlns:a="http://schemas.openxmlformats.org/drawingml/2006/main">
            <a:off x="3676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0" name="source-grid-5-2">
            <a:extLst xmlns:a="http://schemas.openxmlformats.org/drawingml/2006/main">
              <a:ext uri="{FF2B5EF4-FFF2-40B4-BE49-F238E27FC236}">
                <a16:creationId xmlns:a16="http://schemas.microsoft.com/office/drawing/2014/main" id="{BB462745-8949-42D7-93E6-AF007887BDB9}"/>
              </a:ext>
            </a:extLst>
          </p:cNvPr>
          <p:cNvSpPr>
            <a:spLocks xmlns:a="http://schemas.openxmlformats.org/drawingml/2006/main" noGrp="1"/>
          </p:cNvSpPr>
          <p:nvPr/>
        </p:nvSpPr>
        <p:spPr>
          <a:xfrm xmlns:a="http://schemas.openxmlformats.org/drawingml/2006/main">
            <a:off x="3867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1" name="source-grid-5-3">
            <a:extLst xmlns:a="http://schemas.openxmlformats.org/drawingml/2006/main">
              <a:ext uri="{FF2B5EF4-FFF2-40B4-BE49-F238E27FC236}">
                <a16:creationId xmlns:a16="http://schemas.microsoft.com/office/drawing/2014/main" id="{C6824F1A-D87F-4660-ADF9-A5BFAD433A94}"/>
              </a:ext>
            </a:extLst>
          </p:cNvPr>
          <p:cNvSpPr>
            <a:spLocks xmlns:a="http://schemas.openxmlformats.org/drawingml/2006/main" noGrp="1"/>
          </p:cNvSpPr>
          <p:nvPr/>
        </p:nvSpPr>
        <p:spPr>
          <a:xfrm xmlns:a="http://schemas.openxmlformats.org/drawingml/2006/main">
            <a:off x="4057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2" name="source-grid-5-4">
            <a:extLst xmlns:a="http://schemas.openxmlformats.org/drawingml/2006/main">
              <a:ext uri="{FF2B5EF4-FFF2-40B4-BE49-F238E27FC236}">
                <a16:creationId xmlns:a16="http://schemas.microsoft.com/office/drawing/2014/main" id="{A87C3813-80FF-4CFD-A559-3B29AC927E41}"/>
              </a:ext>
            </a:extLst>
          </p:cNvPr>
          <p:cNvSpPr>
            <a:spLocks xmlns:a="http://schemas.openxmlformats.org/drawingml/2006/main" noGrp="1"/>
          </p:cNvSpPr>
          <p:nvPr/>
        </p:nvSpPr>
        <p:spPr>
          <a:xfrm xmlns:a="http://schemas.openxmlformats.org/drawingml/2006/main">
            <a:off x="4248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3" name="source-grid-5-5">
            <a:extLst xmlns:a="http://schemas.openxmlformats.org/drawingml/2006/main">
              <a:ext uri="{FF2B5EF4-FFF2-40B4-BE49-F238E27FC236}">
                <a16:creationId xmlns:a16="http://schemas.microsoft.com/office/drawing/2014/main" id="{808C05B4-7947-4188-918B-E3DF4DDB537A}"/>
              </a:ext>
            </a:extLst>
          </p:cNvPr>
          <p:cNvSpPr>
            <a:spLocks xmlns:a="http://schemas.openxmlformats.org/drawingml/2006/main" noGrp="1"/>
          </p:cNvSpPr>
          <p:nvPr/>
        </p:nvSpPr>
        <p:spPr>
          <a:xfrm xmlns:a="http://schemas.openxmlformats.org/drawingml/2006/main">
            <a:off x="4438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4" name="clip-dims">
            <a:extLst xmlns:a="http://schemas.openxmlformats.org/drawingml/2006/main">
              <a:ext uri="{FF2B5EF4-FFF2-40B4-BE49-F238E27FC236}">
                <a16:creationId xmlns:a16="http://schemas.microsoft.com/office/drawing/2014/main" id="{3BB7F56D-0CCB-477C-A578-38C651313E34}"/>
              </a:ext>
            </a:extLst>
          </p:cNvPr>
          <p:cNvSpPr>
            <a:spLocks xmlns:a="http://schemas.openxmlformats.org/drawingml/2006/main" noGrp="1"/>
          </p:cNvSpPr>
          <p:nvPr/>
        </p:nvSpPr>
        <p:spPr>
          <a:xfrm xmlns:a="http://schemas.openxmlformats.org/drawingml/2006/main">
            <a:off x="3086100" y="3181350"/>
            <a:ext cx="20288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37 × 37</a:t>
            </a:r>
          </a:p>
        </p:txBody>
      </p:sp>
      <p:sp>
        <p:nvSpPr>
          <p:cNvPr id="65" name="bilinear-op">
            <a:extLst xmlns:a="http://schemas.openxmlformats.org/drawingml/2006/main">
              <a:ext uri="{FF2B5EF4-FFF2-40B4-BE49-F238E27FC236}">
                <a16:creationId xmlns:a16="http://schemas.microsoft.com/office/drawing/2014/main" id="{33BEFC60-4E3B-4EED-A365-5ADFF3149749}"/>
              </a:ext>
            </a:extLst>
          </p:cNvPr>
          <p:cNvSpPr>
            <a:spLocks xmlns:a="http://schemas.openxmlformats.org/drawingml/2006/main" noGrp="1"/>
          </p:cNvSpPr>
          <p:nvPr/>
        </p:nvSpPr>
        <p:spPr>
          <a:xfrm xmlns:a="http://schemas.openxmlformats.org/drawingml/2006/main">
            <a:off x="5467350" y="2190750"/>
            <a:ext cx="1905000" cy="9620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Bilinear</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resizing</a:t>
            </a:r>
          </a:p>
        </p:txBody>
      </p:sp>
      <p:sp>
        <p:nvSpPr>
          <p:cNvPr id="66" name="aligned-grid-anchor">
            <a:extLst xmlns:a="http://schemas.openxmlformats.org/drawingml/2006/main">
              <a:ext uri="{FF2B5EF4-FFF2-40B4-BE49-F238E27FC236}">
                <a16:creationId xmlns:a16="http://schemas.microsoft.com/office/drawing/2014/main" id="{459C50E3-3818-4545-A1A8-D5810D07542C}"/>
              </a:ext>
            </a:extLst>
          </p:cNvPr>
          <p:cNvSpPr>
            <a:spLocks xmlns:a="http://schemas.openxmlformats.org/drawingml/2006/main" noGrp="1"/>
          </p:cNvSpPr>
          <p:nvPr/>
        </p:nvSpPr>
        <p:spPr>
          <a:xfrm xmlns:a="http://schemas.openxmlformats.org/drawingml/2006/main">
            <a:off x="8201025"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67" name="aligned-grid-0-0">
            <a:extLst xmlns:a="http://schemas.openxmlformats.org/drawingml/2006/main">
              <a:ext uri="{FF2B5EF4-FFF2-40B4-BE49-F238E27FC236}">
                <a16:creationId xmlns:a16="http://schemas.microsoft.com/office/drawing/2014/main" id="{47C2C66B-64AE-4EDD-88F9-4008B9388CE5}"/>
              </a:ext>
            </a:extLst>
          </p:cNvPr>
          <p:cNvSpPr>
            <a:spLocks xmlns:a="http://schemas.openxmlformats.org/drawingml/2006/main" noGrp="1"/>
          </p:cNvSpPr>
          <p:nvPr/>
        </p:nvSpPr>
        <p:spPr>
          <a:xfrm xmlns:a="http://schemas.openxmlformats.org/drawingml/2006/main">
            <a:off x="82010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8" name="aligned-grid-0-1">
            <a:extLst xmlns:a="http://schemas.openxmlformats.org/drawingml/2006/main">
              <a:ext uri="{FF2B5EF4-FFF2-40B4-BE49-F238E27FC236}">
                <a16:creationId xmlns:a16="http://schemas.microsoft.com/office/drawing/2014/main" id="{D04AA723-9F35-4A7D-B98E-8E806627CFA3}"/>
              </a:ext>
            </a:extLst>
          </p:cNvPr>
          <p:cNvSpPr>
            <a:spLocks xmlns:a="http://schemas.openxmlformats.org/drawingml/2006/main" noGrp="1"/>
          </p:cNvSpPr>
          <p:nvPr/>
        </p:nvSpPr>
        <p:spPr>
          <a:xfrm xmlns:a="http://schemas.openxmlformats.org/drawingml/2006/main">
            <a:off x="84486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9" name="aligned-grid-0-2">
            <a:extLst xmlns:a="http://schemas.openxmlformats.org/drawingml/2006/main">
              <a:ext uri="{FF2B5EF4-FFF2-40B4-BE49-F238E27FC236}">
                <a16:creationId xmlns:a16="http://schemas.microsoft.com/office/drawing/2014/main" id="{AC9C6A74-EED9-43FF-95F3-1A64FD31C105}"/>
              </a:ext>
            </a:extLst>
          </p:cNvPr>
          <p:cNvSpPr>
            <a:spLocks xmlns:a="http://schemas.openxmlformats.org/drawingml/2006/main" noGrp="1"/>
          </p:cNvSpPr>
          <p:nvPr/>
        </p:nvSpPr>
        <p:spPr>
          <a:xfrm xmlns:a="http://schemas.openxmlformats.org/drawingml/2006/main">
            <a:off x="86963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0" name="aligned-grid-0-3">
            <a:extLst xmlns:a="http://schemas.openxmlformats.org/drawingml/2006/main">
              <a:ext uri="{FF2B5EF4-FFF2-40B4-BE49-F238E27FC236}">
                <a16:creationId xmlns:a16="http://schemas.microsoft.com/office/drawing/2014/main" id="{C5905EE0-ED4F-4751-9BEA-31A8E9DE2B7E}"/>
              </a:ext>
            </a:extLst>
          </p:cNvPr>
          <p:cNvSpPr>
            <a:spLocks xmlns:a="http://schemas.openxmlformats.org/drawingml/2006/main" noGrp="1"/>
          </p:cNvSpPr>
          <p:nvPr/>
        </p:nvSpPr>
        <p:spPr>
          <a:xfrm xmlns:a="http://schemas.openxmlformats.org/drawingml/2006/main">
            <a:off x="89439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1" name="aligned-grid-0-4">
            <a:extLst xmlns:a="http://schemas.openxmlformats.org/drawingml/2006/main">
              <a:ext uri="{FF2B5EF4-FFF2-40B4-BE49-F238E27FC236}">
                <a16:creationId xmlns:a16="http://schemas.microsoft.com/office/drawing/2014/main" id="{9181F0C0-1C3E-40D0-AF03-C32732D74C66}"/>
              </a:ext>
            </a:extLst>
          </p:cNvPr>
          <p:cNvSpPr>
            <a:spLocks xmlns:a="http://schemas.openxmlformats.org/drawingml/2006/main" noGrp="1"/>
          </p:cNvSpPr>
          <p:nvPr/>
        </p:nvSpPr>
        <p:spPr>
          <a:xfrm xmlns:a="http://schemas.openxmlformats.org/drawingml/2006/main">
            <a:off x="91916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2" name="aligned-grid-1-0">
            <a:extLst xmlns:a="http://schemas.openxmlformats.org/drawingml/2006/main">
              <a:ext uri="{FF2B5EF4-FFF2-40B4-BE49-F238E27FC236}">
                <a16:creationId xmlns:a16="http://schemas.microsoft.com/office/drawing/2014/main" id="{61E97EDD-D97B-4A43-86FB-A71B2D333C04}"/>
              </a:ext>
            </a:extLst>
          </p:cNvPr>
          <p:cNvSpPr>
            <a:spLocks xmlns:a="http://schemas.openxmlformats.org/drawingml/2006/main" noGrp="1"/>
          </p:cNvSpPr>
          <p:nvPr/>
        </p:nvSpPr>
        <p:spPr>
          <a:xfrm xmlns:a="http://schemas.openxmlformats.org/drawingml/2006/main">
            <a:off x="82010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3" name="aligned-grid-1-1">
            <a:extLst xmlns:a="http://schemas.openxmlformats.org/drawingml/2006/main">
              <a:ext uri="{FF2B5EF4-FFF2-40B4-BE49-F238E27FC236}">
                <a16:creationId xmlns:a16="http://schemas.microsoft.com/office/drawing/2014/main" id="{2E5C35C0-3F76-4504-B270-84007CC469E5}"/>
              </a:ext>
            </a:extLst>
          </p:cNvPr>
          <p:cNvSpPr>
            <a:spLocks xmlns:a="http://schemas.openxmlformats.org/drawingml/2006/main" noGrp="1"/>
          </p:cNvSpPr>
          <p:nvPr/>
        </p:nvSpPr>
        <p:spPr>
          <a:xfrm xmlns:a="http://schemas.openxmlformats.org/drawingml/2006/main">
            <a:off x="84486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4" name="aligned-grid-1-2">
            <a:extLst xmlns:a="http://schemas.openxmlformats.org/drawingml/2006/main">
              <a:ext uri="{FF2B5EF4-FFF2-40B4-BE49-F238E27FC236}">
                <a16:creationId xmlns:a16="http://schemas.microsoft.com/office/drawing/2014/main" id="{6DC28456-AE9E-4A71-AFC1-C8C272FDDF94}"/>
              </a:ext>
            </a:extLst>
          </p:cNvPr>
          <p:cNvSpPr>
            <a:spLocks xmlns:a="http://schemas.openxmlformats.org/drawingml/2006/main" noGrp="1"/>
          </p:cNvSpPr>
          <p:nvPr/>
        </p:nvSpPr>
        <p:spPr>
          <a:xfrm xmlns:a="http://schemas.openxmlformats.org/drawingml/2006/main">
            <a:off x="8696325" y="2247900"/>
            <a:ext cx="247650" cy="24765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75" name="aligned-grid-1-3">
            <a:extLst xmlns:a="http://schemas.openxmlformats.org/drawingml/2006/main">
              <a:ext uri="{FF2B5EF4-FFF2-40B4-BE49-F238E27FC236}">
                <a16:creationId xmlns:a16="http://schemas.microsoft.com/office/drawing/2014/main" id="{452EC506-6A7F-49CD-B29A-23E48C422FEF}"/>
              </a:ext>
            </a:extLst>
          </p:cNvPr>
          <p:cNvSpPr>
            <a:spLocks xmlns:a="http://schemas.openxmlformats.org/drawingml/2006/main" noGrp="1"/>
          </p:cNvSpPr>
          <p:nvPr/>
        </p:nvSpPr>
        <p:spPr>
          <a:xfrm xmlns:a="http://schemas.openxmlformats.org/drawingml/2006/main">
            <a:off x="89439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6" name="aligned-grid-1-4">
            <a:extLst xmlns:a="http://schemas.openxmlformats.org/drawingml/2006/main">
              <a:ext uri="{FF2B5EF4-FFF2-40B4-BE49-F238E27FC236}">
                <a16:creationId xmlns:a16="http://schemas.microsoft.com/office/drawing/2014/main" id="{D38CB88D-7298-4C81-A5BA-069548FFAD41}"/>
              </a:ext>
            </a:extLst>
          </p:cNvPr>
          <p:cNvSpPr>
            <a:spLocks xmlns:a="http://schemas.openxmlformats.org/drawingml/2006/main" noGrp="1"/>
          </p:cNvSpPr>
          <p:nvPr/>
        </p:nvSpPr>
        <p:spPr>
          <a:xfrm xmlns:a="http://schemas.openxmlformats.org/drawingml/2006/main">
            <a:off x="91916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7" name="aligned-grid-2-0">
            <a:extLst xmlns:a="http://schemas.openxmlformats.org/drawingml/2006/main">
              <a:ext uri="{FF2B5EF4-FFF2-40B4-BE49-F238E27FC236}">
                <a16:creationId xmlns:a16="http://schemas.microsoft.com/office/drawing/2014/main" id="{BE71AEFD-3574-4F7B-8FFE-C5733061B304}"/>
              </a:ext>
            </a:extLst>
          </p:cNvPr>
          <p:cNvSpPr>
            <a:spLocks xmlns:a="http://schemas.openxmlformats.org/drawingml/2006/main" noGrp="1"/>
          </p:cNvSpPr>
          <p:nvPr/>
        </p:nvSpPr>
        <p:spPr>
          <a:xfrm xmlns:a="http://schemas.openxmlformats.org/drawingml/2006/main">
            <a:off x="82010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8" name="aligned-grid-2-1">
            <a:extLst xmlns:a="http://schemas.openxmlformats.org/drawingml/2006/main">
              <a:ext uri="{FF2B5EF4-FFF2-40B4-BE49-F238E27FC236}">
                <a16:creationId xmlns:a16="http://schemas.microsoft.com/office/drawing/2014/main" id="{7DF363C5-4ABD-43BB-8A96-360F7D701F77}"/>
              </a:ext>
            </a:extLst>
          </p:cNvPr>
          <p:cNvSpPr>
            <a:spLocks xmlns:a="http://schemas.openxmlformats.org/drawingml/2006/main" noGrp="1"/>
          </p:cNvSpPr>
          <p:nvPr/>
        </p:nvSpPr>
        <p:spPr>
          <a:xfrm xmlns:a="http://schemas.openxmlformats.org/drawingml/2006/main">
            <a:off x="84486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9" name="aligned-grid-2-2">
            <a:extLst xmlns:a="http://schemas.openxmlformats.org/drawingml/2006/main">
              <a:ext uri="{FF2B5EF4-FFF2-40B4-BE49-F238E27FC236}">
                <a16:creationId xmlns:a16="http://schemas.microsoft.com/office/drawing/2014/main" id="{57AD517F-E6E2-42F9-98F0-0149B7B86A0C}"/>
              </a:ext>
            </a:extLst>
          </p:cNvPr>
          <p:cNvSpPr>
            <a:spLocks xmlns:a="http://schemas.openxmlformats.org/drawingml/2006/main" noGrp="1"/>
          </p:cNvSpPr>
          <p:nvPr/>
        </p:nvSpPr>
        <p:spPr>
          <a:xfrm xmlns:a="http://schemas.openxmlformats.org/drawingml/2006/main">
            <a:off x="86963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0" name="aligned-grid-2-3">
            <a:extLst xmlns:a="http://schemas.openxmlformats.org/drawingml/2006/main">
              <a:ext uri="{FF2B5EF4-FFF2-40B4-BE49-F238E27FC236}">
                <a16:creationId xmlns:a16="http://schemas.microsoft.com/office/drawing/2014/main" id="{9240CF90-30F6-4EFA-82FC-2BD76139AABE}"/>
              </a:ext>
            </a:extLst>
          </p:cNvPr>
          <p:cNvSpPr>
            <a:spLocks xmlns:a="http://schemas.openxmlformats.org/drawingml/2006/main" noGrp="1"/>
          </p:cNvSpPr>
          <p:nvPr/>
        </p:nvSpPr>
        <p:spPr>
          <a:xfrm xmlns:a="http://schemas.openxmlformats.org/drawingml/2006/main">
            <a:off x="89439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1" name="aligned-grid-2-4">
            <a:extLst xmlns:a="http://schemas.openxmlformats.org/drawingml/2006/main">
              <a:ext uri="{FF2B5EF4-FFF2-40B4-BE49-F238E27FC236}">
                <a16:creationId xmlns:a16="http://schemas.microsoft.com/office/drawing/2014/main" id="{9EDDED1F-E93C-4FF2-BAFE-5BC8BAC6D6AF}"/>
              </a:ext>
            </a:extLst>
          </p:cNvPr>
          <p:cNvSpPr>
            <a:spLocks xmlns:a="http://schemas.openxmlformats.org/drawingml/2006/main" noGrp="1"/>
          </p:cNvSpPr>
          <p:nvPr/>
        </p:nvSpPr>
        <p:spPr>
          <a:xfrm xmlns:a="http://schemas.openxmlformats.org/drawingml/2006/main">
            <a:off x="91916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2" name="aligned-grid-3-0">
            <a:extLst xmlns:a="http://schemas.openxmlformats.org/drawingml/2006/main">
              <a:ext uri="{FF2B5EF4-FFF2-40B4-BE49-F238E27FC236}">
                <a16:creationId xmlns:a16="http://schemas.microsoft.com/office/drawing/2014/main" id="{2F5AABD7-5C1D-47BD-9414-D9C4EAEDF250}"/>
              </a:ext>
            </a:extLst>
          </p:cNvPr>
          <p:cNvSpPr>
            <a:spLocks xmlns:a="http://schemas.openxmlformats.org/drawingml/2006/main" noGrp="1"/>
          </p:cNvSpPr>
          <p:nvPr/>
        </p:nvSpPr>
        <p:spPr>
          <a:xfrm xmlns:a="http://schemas.openxmlformats.org/drawingml/2006/main">
            <a:off x="82010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3" name="aligned-grid-3-1">
            <a:extLst xmlns:a="http://schemas.openxmlformats.org/drawingml/2006/main">
              <a:ext uri="{FF2B5EF4-FFF2-40B4-BE49-F238E27FC236}">
                <a16:creationId xmlns:a16="http://schemas.microsoft.com/office/drawing/2014/main" id="{27D52F9F-6F69-4E1E-8A27-8E5B5E7FB8F6}"/>
              </a:ext>
            </a:extLst>
          </p:cNvPr>
          <p:cNvSpPr>
            <a:spLocks xmlns:a="http://schemas.openxmlformats.org/drawingml/2006/main" noGrp="1"/>
          </p:cNvSpPr>
          <p:nvPr/>
        </p:nvSpPr>
        <p:spPr>
          <a:xfrm xmlns:a="http://schemas.openxmlformats.org/drawingml/2006/main">
            <a:off x="84486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4" name="aligned-grid-3-2">
            <a:extLst xmlns:a="http://schemas.openxmlformats.org/drawingml/2006/main">
              <a:ext uri="{FF2B5EF4-FFF2-40B4-BE49-F238E27FC236}">
                <a16:creationId xmlns:a16="http://schemas.microsoft.com/office/drawing/2014/main" id="{CD894065-B6B0-420D-AC01-45D3F393BB8B}"/>
              </a:ext>
            </a:extLst>
          </p:cNvPr>
          <p:cNvSpPr>
            <a:spLocks xmlns:a="http://schemas.openxmlformats.org/drawingml/2006/main" noGrp="1"/>
          </p:cNvSpPr>
          <p:nvPr/>
        </p:nvSpPr>
        <p:spPr>
          <a:xfrm xmlns:a="http://schemas.openxmlformats.org/drawingml/2006/main">
            <a:off x="86963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5" name="aligned-grid-3-3">
            <a:extLst xmlns:a="http://schemas.openxmlformats.org/drawingml/2006/main">
              <a:ext uri="{FF2B5EF4-FFF2-40B4-BE49-F238E27FC236}">
                <a16:creationId xmlns:a16="http://schemas.microsoft.com/office/drawing/2014/main" id="{60E8BFDC-9B29-4B0A-AF6A-4FCD2BCEF35E}"/>
              </a:ext>
            </a:extLst>
          </p:cNvPr>
          <p:cNvSpPr>
            <a:spLocks xmlns:a="http://schemas.openxmlformats.org/drawingml/2006/main" noGrp="1"/>
          </p:cNvSpPr>
          <p:nvPr/>
        </p:nvSpPr>
        <p:spPr>
          <a:xfrm xmlns:a="http://schemas.openxmlformats.org/drawingml/2006/main">
            <a:off x="89439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6" name="aligned-grid-3-4">
            <a:extLst xmlns:a="http://schemas.openxmlformats.org/drawingml/2006/main">
              <a:ext uri="{FF2B5EF4-FFF2-40B4-BE49-F238E27FC236}">
                <a16:creationId xmlns:a16="http://schemas.microsoft.com/office/drawing/2014/main" id="{7C9B3619-C957-4E78-B45C-7D2C32595EE9}"/>
              </a:ext>
            </a:extLst>
          </p:cNvPr>
          <p:cNvSpPr>
            <a:spLocks xmlns:a="http://schemas.openxmlformats.org/drawingml/2006/main" noGrp="1"/>
          </p:cNvSpPr>
          <p:nvPr/>
        </p:nvSpPr>
        <p:spPr>
          <a:xfrm xmlns:a="http://schemas.openxmlformats.org/drawingml/2006/main">
            <a:off x="91916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243" name=""/>
          <p:cNvCxnSpPr>
            <a:stCxn xmlns:a="http://schemas.openxmlformats.org/drawingml/2006/main" id="27" idx="3"/>
            <a:endCxn xmlns:a="http://schemas.openxmlformats.org/drawingml/2006/main" id="65" idx="1"/>
          </p:cNvCxnSpPr>
          <p:nvPr/>
        </p:nvCxnSpPr>
        <p:spPr>
          <a:xfrm xmlns:a="http://schemas.openxmlformats.org/drawingml/2006/main">
            <a:off x="4629150" y="2552700"/>
            <a:ext cx="8382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44" name=""/>
          <p:cNvCxnSpPr>
            <a:stCxn xmlns:a="http://schemas.openxmlformats.org/drawingml/2006/main" id="65" idx="3"/>
            <a:endCxn xmlns:a="http://schemas.openxmlformats.org/drawingml/2006/main" id="66" idx="1"/>
          </p:cNvCxnSpPr>
          <p:nvPr/>
        </p:nvCxnSpPr>
        <p:spPr>
          <a:xfrm xmlns:a="http://schemas.openxmlformats.org/drawingml/2006/main" flipV="1">
            <a:off x="7372350" y="2495550"/>
            <a:ext cx="828675" cy="1762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89" name="alignment-option">
            <a:extLst xmlns:a="http://schemas.openxmlformats.org/drawingml/2006/main">
              <a:ext uri="{FF2B5EF4-FFF2-40B4-BE49-F238E27FC236}">
                <a16:creationId xmlns:a16="http://schemas.microsoft.com/office/drawing/2014/main" id="{6EB929A1-CD96-46C4-BA41-689603363EDC}"/>
              </a:ext>
            </a:extLst>
          </p:cNvPr>
          <p:cNvSpPr>
            <a:spLocks xmlns:a="http://schemas.openxmlformats.org/drawingml/2006/main" noGrp="1"/>
          </p:cNvSpPr>
          <p:nvPr/>
        </p:nvSpPr>
        <p:spPr>
          <a:xfrm xmlns:a="http://schemas.openxmlformats.org/drawingml/2006/main">
            <a:off x="5010150" y="3371850"/>
            <a:ext cx="29432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52606B"/>
                </a:solidFill>
                <a:latin typeface="Arial"/>
                <a:ea typeface="Arial"/>
                <a:cs typeface="Arial"/>
              </a:defRPr>
            </a:pPr>
            <a:r>
              <a:rPr sz="1950" b="0">
                <a:solidFill>
                  <a:srgbClr val="52606B"/>
                </a:solidFill>
                <a:latin typeface="Arial"/>
                <a:ea typeface="Arial"/>
                <a:cs typeface="Arial"/>
              </a:rPr>
              <a:t>align_corners = False</a:t>
            </a:r>
          </a:p>
        </p:txBody>
      </p:sp>
      <p:sp>
        <p:nvSpPr>
          <p:cNvPr id="90" name="aligned-dims">
            <a:extLst xmlns:a="http://schemas.openxmlformats.org/drawingml/2006/main">
              <a:ext uri="{FF2B5EF4-FFF2-40B4-BE49-F238E27FC236}">
                <a16:creationId xmlns:a16="http://schemas.microsoft.com/office/drawing/2014/main" id="{18A1CAC9-10BF-4CFC-BBEA-111411BC51E2}"/>
              </a:ext>
            </a:extLst>
          </p:cNvPr>
          <p:cNvSpPr>
            <a:spLocks xmlns:a="http://schemas.openxmlformats.org/drawingml/2006/main" noGrp="1"/>
          </p:cNvSpPr>
          <p:nvPr/>
        </p:nvSpPr>
        <p:spPr>
          <a:xfrm xmlns:a="http://schemas.openxmlformats.org/drawingml/2006/main">
            <a:off x="7800975" y="3114675"/>
            <a:ext cx="20383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91" name="junction-5">
            <a:extLst xmlns:a="http://schemas.openxmlformats.org/drawingml/2006/main">
              <a:ext uri="{FF2B5EF4-FFF2-40B4-BE49-F238E27FC236}">
                <a16:creationId xmlns:a16="http://schemas.microsoft.com/office/drawing/2014/main" id="{909E0CC3-BE16-4B74-B57B-0EEE68F61225}"/>
              </a:ext>
            </a:extLst>
          </p:cNvPr>
          <p:cNvSpPr>
            <a:spLocks xmlns:a="http://schemas.openxmlformats.org/drawingml/2006/main" noGrp="1"/>
          </p:cNvSpPr>
          <p:nvPr/>
        </p:nvSpPr>
        <p:spPr>
          <a:xfrm xmlns:a="http://schemas.openxmlformats.org/drawingml/2006/main">
            <a:off x="193357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2" name="junction-6">
            <a:extLst xmlns:a="http://schemas.openxmlformats.org/drawingml/2006/main">
              <a:ext uri="{FF2B5EF4-FFF2-40B4-BE49-F238E27FC236}">
                <a16:creationId xmlns:a16="http://schemas.microsoft.com/office/drawing/2014/main" id="{5878CEBA-9C63-4371-A76E-0ED209B71A01}"/>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9" name=""/>
          <p:cNvCxnSpPr>
            <a:stCxn xmlns:a="http://schemas.openxmlformats.org/drawingml/2006/main" id="91" idx="3"/>
            <a:endCxn xmlns:a="http://schemas.openxmlformats.org/drawingml/2006/main" id="92" idx="1"/>
          </p:cNvCxnSpPr>
          <p:nvPr/>
        </p:nvCxnSpPr>
        <p:spPr>
          <a:xfrm xmlns:a="http://schemas.openxmlformats.org/drawingml/2006/main">
            <a:off x="1952625" y="2495550"/>
            <a:ext cx="609600"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4" name="junction-7">
            <a:extLst xmlns:a="http://schemas.openxmlformats.org/drawingml/2006/main">
              <a:ext uri="{FF2B5EF4-FFF2-40B4-BE49-F238E27FC236}">
                <a16:creationId xmlns:a16="http://schemas.microsoft.com/office/drawing/2014/main" id="{26B47F78-0BA1-416E-AC6D-AA19F7EF066C}"/>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5" name="junction-8">
            <a:extLst xmlns:a="http://schemas.openxmlformats.org/drawingml/2006/main">
              <a:ext uri="{FF2B5EF4-FFF2-40B4-BE49-F238E27FC236}">
                <a16:creationId xmlns:a16="http://schemas.microsoft.com/office/drawing/2014/main" id="{589F6155-4C97-46BC-B135-9B114E61C667}"/>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2" name=""/>
          <p:cNvCxnSpPr>
            <a:stCxn xmlns:a="http://schemas.openxmlformats.org/drawingml/2006/main" id="94" idx="0"/>
            <a:endCxn xmlns:a="http://schemas.openxmlformats.org/drawingml/2006/main" id="95" idx="2"/>
          </p:cNvCxnSpPr>
          <p:nvPr/>
        </p:nvCxnSpPr>
        <p:spPr>
          <a:xfrm xmlns:a="http://schemas.openxmlformats.org/drawingml/2006/main" flipV="1">
            <a:off x="2571750" y="1343025"/>
            <a:ext cx="0" cy="114300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7" name="junction-9">
            <a:extLst xmlns:a="http://schemas.openxmlformats.org/drawingml/2006/main">
              <a:ext uri="{FF2B5EF4-FFF2-40B4-BE49-F238E27FC236}">
                <a16:creationId xmlns:a16="http://schemas.microsoft.com/office/drawing/2014/main" id="{524A775B-92B3-4843-B323-E1EF64408660}"/>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8" name="junction-10">
            <a:extLst xmlns:a="http://schemas.openxmlformats.org/drawingml/2006/main">
              <a:ext uri="{FF2B5EF4-FFF2-40B4-BE49-F238E27FC236}">
                <a16:creationId xmlns:a16="http://schemas.microsoft.com/office/drawing/2014/main" id="{D8D4D55F-2723-4C2A-80EB-312F04A72311}"/>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5" name=""/>
          <p:cNvCxnSpPr>
            <a:stCxn xmlns:a="http://schemas.openxmlformats.org/drawingml/2006/main" id="97" idx="3"/>
            <a:endCxn xmlns:a="http://schemas.openxmlformats.org/drawingml/2006/main" id="98" idx="1"/>
          </p:cNvCxnSpPr>
          <p:nvPr/>
        </p:nvCxnSpPr>
        <p:spPr>
          <a:xfrm xmlns:a="http://schemas.openxmlformats.org/drawingml/2006/main">
            <a:off x="2581275" y="1333500"/>
            <a:ext cx="4067175"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100" name="junction-11">
            <a:extLst xmlns:a="http://schemas.openxmlformats.org/drawingml/2006/main">
              <a:ext uri="{FF2B5EF4-FFF2-40B4-BE49-F238E27FC236}">
                <a16:creationId xmlns:a16="http://schemas.microsoft.com/office/drawing/2014/main" id="{7FB4C7EB-C2DB-4BFE-AD7D-E1CE58F43EC4}"/>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01" name="junction-12">
            <a:extLst xmlns:a="http://schemas.openxmlformats.org/drawingml/2006/main">
              <a:ext uri="{FF2B5EF4-FFF2-40B4-BE49-F238E27FC236}">
                <a16:creationId xmlns:a16="http://schemas.microsoft.com/office/drawing/2014/main" id="{34D65807-43B6-40E9-ADD9-D75BE4246AB8}"/>
              </a:ext>
            </a:extLst>
          </p:cNvPr>
          <p:cNvSpPr>
            <a:spLocks xmlns:a="http://schemas.openxmlformats.org/drawingml/2006/main" noGrp="1"/>
          </p:cNvSpPr>
          <p:nvPr/>
        </p:nvSpPr>
        <p:spPr>
          <a:xfrm xmlns:a="http://schemas.openxmlformats.org/drawingml/2006/main">
            <a:off x="6648450" y="21431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8" name=""/>
          <p:cNvCxnSpPr>
            <a:stCxn xmlns:a="http://schemas.openxmlformats.org/drawingml/2006/main" id="100" idx="2"/>
            <a:endCxn xmlns:a="http://schemas.openxmlformats.org/drawingml/2006/main" id="101" idx="0"/>
          </p:cNvCxnSpPr>
          <p:nvPr/>
        </p:nvCxnSpPr>
        <p:spPr>
          <a:xfrm xmlns:a="http://schemas.openxmlformats.org/drawingml/2006/main">
            <a:off x="6657975" y="1343025"/>
            <a:ext cx="0" cy="800100"/>
          </a:xfrm>
          <a:prstGeom xmlns:a="http://schemas.openxmlformats.org/drawingml/2006/main" prst="straightConnector1">
            <a:avLst/>
          </a:prstGeom>
          <a:ln xmlns:a="http://schemas.openxmlformats.org/drawingml/2006/main" w="16193">
            <a:solidFill>
              <a:srgbClr val="52606B"/>
            </a:solidFill>
            <a:prstDash val="dash"/>
            <a:tailEnd type="triangle" w="med" len="med"/>
          </a:ln>
        </p:spPr>
      </p:cxnSp>
      <p:sp>
        <p:nvSpPr>
          <p:cNvPr id="103" name="target-size-note">
            <a:extLst xmlns:a="http://schemas.openxmlformats.org/drawingml/2006/main">
              <a:ext uri="{FF2B5EF4-FFF2-40B4-BE49-F238E27FC236}">
                <a16:creationId xmlns:a16="http://schemas.microsoft.com/office/drawing/2014/main" id="{6AD48ED5-4A8A-4CA6-8D23-D7B1F39A5238}"/>
              </a:ext>
            </a:extLst>
          </p:cNvPr>
          <p:cNvSpPr>
            <a:spLocks xmlns:a="http://schemas.openxmlformats.org/drawingml/2006/main" noGrp="1"/>
          </p:cNvSpPr>
          <p:nvPr/>
        </p:nvSpPr>
        <p:spPr>
          <a:xfrm xmlns:a="http://schemas.openxmlformats.org/drawingml/2006/main">
            <a:off x="4200525" y="933450"/>
            <a:ext cx="1971675"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52606B"/>
                </a:solidFill>
                <a:latin typeface="Arial"/>
                <a:ea typeface="Arial"/>
                <a:cs typeface="Arial"/>
              </a:defRPr>
            </a:pPr>
            <a:r>
              <a:rPr sz="2025" b="0">
                <a:solidFill>
                  <a:srgbClr val="52606B"/>
                </a:solidFill>
                <a:latin typeface="Arial"/>
                <a:ea typeface="Arial"/>
                <a:cs typeface="Arial"/>
              </a:rPr>
              <a:t>target size</a:t>
            </a:r>
          </a:p>
        </p:txBody>
      </p:sp>
      <p:sp>
        <p:nvSpPr>
          <p:cNvPr id="104" name="aligned-position">
            <a:extLst xmlns:a="http://schemas.openxmlformats.org/drawingml/2006/main">
              <a:ext uri="{FF2B5EF4-FFF2-40B4-BE49-F238E27FC236}">
                <a16:creationId xmlns:a16="http://schemas.microsoft.com/office/drawing/2014/main" id="{6CDEC636-0278-4297-BF89-6F819D50C6B6}"/>
              </a:ext>
            </a:extLst>
          </p:cNvPr>
          <p:cNvSpPr>
            <a:spLocks xmlns:a="http://schemas.openxmlformats.org/drawingml/2006/main" noGrp="1"/>
          </p:cNvSpPr>
          <p:nvPr/>
        </p:nvSpPr>
        <p:spPr>
          <a:xfrm xmlns:a="http://schemas.openxmlformats.org/drawingml/2006/main">
            <a:off x="10334625" y="1943100"/>
            <a:ext cx="2476500" cy="9048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Aligned patch</a:t>
            </a:r>
          </a:p>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positions</a:t>
            </a:r>
          </a:p>
        </p:txBody>
      </p:sp>
      <p:sp>
        <p:nvSpPr>
          <p:cNvPr id="105" name="same-lattice">
            <a:extLst xmlns:a="http://schemas.openxmlformats.org/drawingml/2006/main">
              <a:ext uri="{FF2B5EF4-FFF2-40B4-BE49-F238E27FC236}">
                <a16:creationId xmlns:a16="http://schemas.microsoft.com/office/drawing/2014/main" id="{A0AD57FA-0484-4B62-A9EC-2DFB2C0F8E26}"/>
              </a:ext>
            </a:extLst>
          </p:cNvPr>
          <p:cNvSpPr>
            <a:spLocks xmlns:a="http://schemas.openxmlformats.org/drawingml/2006/main" noGrp="1"/>
          </p:cNvSpPr>
          <p:nvPr/>
        </p:nvSpPr>
        <p:spPr>
          <a:xfrm xmlns:a="http://schemas.openxmlformats.org/drawingml/2006/main">
            <a:off x="9810750" y="3009900"/>
            <a:ext cx="31718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Common DINO grid</a:t>
            </a:r>
          </a:p>
        </p:txBody>
      </p:sp>
      <p:sp>
        <p:nvSpPr>
          <p:cNvPr id="106" name="rule-13">
            <a:extLst xmlns:a="http://schemas.openxmlformats.org/drawingml/2006/main">
              <a:ext uri="{FF2B5EF4-FFF2-40B4-BE49-F238E27FC236}">
                <a16:creationId xmlns:a16="http://schemas.microsoft.com/office/drawing/2014/main" id="{88E222E3-643C-415B-A5AD-FA496B0EF39F}"/>
              </a:ext>
            </a:extLst>
          </p:cNvPr>
          <p:cNvSpPr>
            <a:spLocks xmlns:a="http://schemas.openxmlformats.org/drawingml/2006/main" noGrp="1"/>
          </p:cNvSpPr>
          <p:nvPr/>
        </p:nvSpPr>
        <p:spPr>
          <a:xfrm xmlns:a="http://schemas.openxmlformats.org/drawingml/2006/main">
            <a:off x="342900" y="393382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07" name="fusion-heading">
            <a:extLst xmlns:a="http://schemas.openxmlformats.org/drawingml/2006/main">
              <a:ext uri="{FF2B5EF4-FFF2-40B4-BE49-F238E27FC236}">
                <a16:creationId xmlns:a16="http://schemas.microsoft.com/office/drawing/2014/main" id="{3822E35A-FFEC-4C7A-A0C5-A3BF77698948}"/>
              </a:ext>
            </a:extLst>
          </p:cNvPr>
          <p:cNvSpPr>
            <a:spLocks xmlns:a="http://schemas.openxmlformats.org/drawingml/2006/main" noGrp="1"/>
          </p:cNvSpPr>
          <p:nvPr/>
        </p:nvSpPr>
        <p:spPr>
          <a:xfrm xmlns:a="http://schemas.openxmlformats.org/drawingml/2006/main">
            <a:off x="342900" y="4171950"/>
            <a:ext cx="126301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Per-patch magnitude calibration and concatenation</a:t>
            </a:r>
          </a:p>
        </p:txBody>
      </p:sp>
      <p:sp>
        <p:nvSpPr>
          <p:cNvPr id="108" name="dino-vector-anchor">
            <a:extLst xmlns:a="http://schemas.openxmlformats.org/drawingml/2006/main">
              <a:ext uri="{FF2B5EF4-FFF2-40B4-BE49-F238E27FC236}">
                <a16:creationId xmlns:a16="http://schemas.microsoft.com/office/drawing/2014/main" id="{D4F029D0-CE35-42CC-9C3A-BE665A0E8282}"/>
              </a:ext>
            </a:extLst>
          </p:cNvPr>
          <p:cNvSpPr>
            <a:spLocks xmlns:a="http://schemas.openxmlformats.org/drawingml/2006/main" noGrp="1"/>
          </p:cNvSpPr>
          <p:nvPr/>
        </p:nvSpPr>
        <p:spPr>
          <a:xfrm xmlns:a="http://schemas.openxmlformats.org/drawingml/2006/main">
            <a:off x="476250" y="514350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09" name="dino-vector-0">
            <a:extLst xmlns:a="http://schemas.openxmlformats.org/drawingml/2006/main">
              <a:ext uri="{FF2B5EF4-FFF2-40B4-BE49-F238E27FC236}">
                <a16:creationId xmlns:a16="http://schemas.microsoft.com/office/drawing/2014/main" id="{61DCD698-91D1-4F74-86C9-64CEEE5A38E3}"/>
              </a:ext>
            </a:extLst>
          </p:cNvPr>
          <p:cNvSpPr>
            <a:spLocks xmlns:a="http://schemas.openxmlformats.org/drawingml/2006/main" noGrp="1"/>
          </p:cNvSpPr>
          <p:nvPr/>
        </p:nvSpPr>
        <p:spPr>
          <a:xfrm xmlns:a="http://schemas.openxmlformats.org/drawingml/2006/main">
            <a:off x="47625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0" name="dino-vector-1">
            <a:extLst xmlns:a="http://schemas.openxmlformats.org/drawingml/2006/main">
              <a:ext uri="{FF2B5EF4-FFF2-40B4-BE49-F238E27FC236}">
                <a16:creationId xmlns:a16="http://schemas.microsoft.com/office/drawing/2014/main" id="{FD129571-C7E7-46E9-8B24-8BD4E0B428EC}"/>
              </a:ext>
            </a:extLst>
          </p:cNvPr>
          <p:cNvSpPr>
            <a:spLocks xmlns:a="http://schemas.openxmlformats.org/drawingml/2006/main" noGrp="1"/>
          </p:cNvSpPr>
          <p:nvPr/>
        </p:nvSpPr>
        <p:spPr>
          <a:xfrm xmlns:a="http://schemas.openxmlformats.org/drawingml/2006/main">
            <a:off x="66198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1" name="dino-vector-2">
            <a:extLst xmlns:a="http://schemas.openxmlformats.org/drawingml/2006/main">
              <a:ext uri="{FF2B5EF4-FFF2-40B4-BE49-F238E27FC236}">
                <a16:creationId xmlns:a16="http://schemas.microsoft.com/office/drawing/2014/main" id="{B012F9F0-C9AD-44EA-A9F6-F349F75AD78F}"/>
              </a:ext>
            </a:extLst>
          </p:cNvPr>
          <p:cNvSpPr>
            <a:spLocks xmlns:a="http://schemas.openxmlformats.org/drawingml/2006/main" noGrp="1"/>
          </p:cNvSpPr>
          <p:nvPr/>
        </p:nvSpPr>
        <p:spPr>
          <a:xfrm xmlns:a="http://schemas.openxmlformats.org/drawingml/2006/main">
            <a:off x="84772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2" name="dino-vector-3">
            <a:extLst xmlns:a="http://schemas.openxmlformats.org/drawingml/2006/main">
              <a:ext uri="{FF2B5EF4-FFF2-40B4-BE49-F238E27FC236}">
                <a16:creationId xmlns:a16="http://schemas.microsoft.com/office/drawing/2014/main" id="{4E32A7AF-299F-4EA8-8E84-BAEFF3CD0933}"/>
              </a:ext>
            </a:extLst>
          </p:cNvPr>
          <p:cNvSpPr>
            <a:spLocks xmlns:a="http://schemas.openxmlformats.org/drawingml/2006/main" noGrp="1"/>
          </p:cNvSpPr>
          <p:nvPr/>
        </p:nvSpPr>
        <p:spPr>
          <a:xfrm xmlns:a="http://schemas.openxmlformats.org/drawingml/2006/main">
            <a:off x="103346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3" name="dino-vector-4">
            <a:extLst xmlns:a="http://schemas.openxmlformats.org/drawingml/2006/main">
              <a:ext uri="{FF2B5EF4-FFF2-40B4-BE49-F238E27FC236}">
                <a16:creationId xmlns:a16="http://schemas.microsoft.com/office/drawing/2014/main" id="{5AB98463-F856-4645-A867-176AD8B3119D}"/>
              </a:ext>
            </a:extLst>
          </p:cNvPr>
          <p:cNvSpPr>
            <a:spLocks xmlns:a="http://schemas.openxmlformats.org/drawingml/2006/main" noGrp="1"/>
          </p:cNvSpPr>
          <p:nvPr/>
        </p:nvSpPr>
        <p:spPr>
          <a:xfrm xmlns:a="http://schemas.openxmlformats.org/drawingml/2006/main">
            <a:off x="121920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4" name="dino-vector-5">
            <a:extLst xmlns:a="http://schemas.openxmlformats.org/drawingml/2006/main">
              <a:ext uri="{FF2B5EF4-FFF2-40B4-BE49-F238E27FC236}">
                <a16:creationId xmlns:a16="http://schemas.microsoft.com/office/drawing/2014/main" id="{220F852B-8323-4CD3-A0CB-2898C23BA8D8}"/>
              </a:ext>
            </a:extLst>
          </p:cNvPr>
          <p:cNvSpPr>
            <a:spLocks xmlns:a="http://schemas.openxmlformats.org/drawingml/2006/main" noGrp="1"/>
          </p:cNvSpPr>
          <p:nvPr/>
        </p:nvSpPr>
        <p:spPr>
          <a:xfrm xmlns:a="http://schemas.openxmlformats.org/drawingml/2006/main">
            <a:off x="140493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5" name="dino-vector-6">
            <a:extLst xmlns:a="http://schemas.openxmlformats.org/drawingml/2006/main">
              <a:ext uri="{FF2B5EF4-FFF2-40B4-BE49-F238E27FC236}">
                <a16:creationId xmlns:a16="http://schemas.microsoft.com/office/drawing/2014/main" id="{FAAD0301-F17B-4B53-9584-3FC3A0507D81}"/>
              </a:ext>
            </a:extLst>
          </p:cNvPr>
          <p:cNvSpPr>
            <a:spLocks xmlns:a="http://schemas.openxmlformats.org/drawingml/2006/main" noGrp="1"/>
          </p:cNvSpPr>
          <p:nvPr/>
        </p:nvSpPr>
        <p:spPr>
          <a:xfrm xmlns:a="http://schemas.openxmlformats.org/drawingml/2006/main">
            <a:off x="159067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6" name="dino-vector-7">
            <a:extLst xmlns:a="http://schemas.openxmlformats.org/drawingml/2006/main">
              <a:ext uri="{FF2B5EF4-FFF2-40B4-BE49-F238E27FC236}">
                <a16:creationId xmlns:a16="http://schemas.microsoft.com/office/drawing/2014/main" id="{F4F5783E-78ED-4BB1-90E4-BFDFB681A796}"/>
              </a:ext>
            </a:extLst>
          </p:cNvPr>
          <p:cNvSpPr>
            <a:spLocks xmlns:a="http://schemas.openxmlformats.org/drawingml/2006/main" noGrp="1"/>
          </p:cNvSpPr>
          <p:nvPr/>
        </p:nvSpPr>
        <p:spPr>
          <a:xfrm xmlns:a="http://schemas.openxmlformats.org/drawingml/2006/main">
            <a:off x="177641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7" name="clip-vector-anchor">
            <a:extLst xmlns:a="http://schemas.openxmlformats.org/drawingml/2006/main">
              <a:ext uri="{FF2B5EF4-FFF2-40B4-BE49-F238E27FC236}">
                <a16:creationId xmlns:a16="http://schemas.microsoft.com/office/drawing/2014/main" id="{C61BCC2F-CB16-4512-AECE-DFD6BBE81AD1}"/>
              </a:ext>
            </a:extLst>
          </p:cNvPr>
          <p:cNvSpPr>
            <a:spLocks xmlns:a="http://schemas.openxmlformats.org/drawingml/2006/main" noGrp="1"/>
          </p:cNvSpPr>
          <p:nvPr/>
        </p:nvSpPr>
        <p:spPr>
          <a:xfrm xmlns:a="http://schemas.openxmlformats.org/drawingml/2006/main">
            <a:off x="476250" y="603885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18" name="clip-vector-0">
            <a:extLst xmlns:a="http://schemas.openxmlformats.org/drawingml/2006/main">
              <a:ext uri="{FF2B5EF4-FFF2-40B4-BE49-F238E27FC236}">
                <a16:creationId xmlns:a16="http://schemas.microsoft.com/office/drawing/2014/main" id="{B50DFDC9-98E0-4011-AFC9-832F1F820F0E}"/>
              </a:ext>
            </a:extLst>
          </p:cNvPr>
          <p:cNvSpPr>
            <a:spLocks xmlns:a="http://schemas.openxmlformats.org/drawingml/2006/main" noGrp="1"/>
          </p:cNvSpPr>
          <p:nvPr/>
        </p:nvSpPr>
        <p:spPr>
          <a:xfrm xmlns:a="http://schemas.openxmlformats.org/drawingml/2006/main">
            <a:off x="47625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19" name="clip-vector-1">
            <a:extLst xmlns:a="http://schemas.openxmlformats.org/drawingml/2006/main">
              <a:ext uri="{FF2B5EF4-FFF2-40B4-BE49-F238E27FC236}">
                <a16:creationId xmlns:a16="http://schemas.microsoft.com/office/drawing/2014/main" id="{0FC0EF92-71A1-417E-A91D-C78A547F5B4D}"/>
              </a:ext>
            </a:extLst>
          </p:cNvPr>
          <p:cNvSpPr>
            <a:spLocks xmlns:a="http://schemas.openxmlformats.org/drawingml/2006/main" noGrp="1"/>
          </p:cNvSpPr>
          <p:nvPr/>
        </p:nvSpPr>
        <p:spPr>
          <a:xfrm xmlns:a="http://schemas.openxmlformats.org/drawingml/2006/main">
            <a:off x="66198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0" name="clip-vector-2">
            <a:extLst xmlns:a="http://schemas.openxmlformats.org/drawingml/2006/main">
              <a:ext uri="{FF2B5EF4-FFF2-40B4-BE49-F238E27FC236}">
                <a16:creationId xmlns:a16="http://schemas.microsoft.com/office/drawing/2014/main" id="{C6AA1069-1768-408A-B53B-3D35FA4C675D}"/>
              </a:ext>
            </a:extLst>
          </p:cNvPr>
          <p:cNvSpPr>
            <a:spLocks xmlns:a="http://schemas.openxmlformats.org/drawingml/2006/main" noGrp="1"/>
          </p:cNvSpPr>
          <p:nvPr/>
        </p:nvSpPr>
        <p:spPr>
          <a:xfrm xmlns:a="http://schemas.openxmlformats.org/drawingml/2006/main">
            <a:off x="84772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1" name="clip-vector-3">
            <a:extLst xmlns:a="http://schemas.openxmlformats.org/drawingml/2006/main">
              <a:ext uri="{FF2B5EF4-FFF2-40B4-BE49-F238E27FC236}">
                <a16:creationId xmlns:a16="http://schemas.microsoft.com/office/drawing/2014/main" id="{4C0A313D-B04C-41DE-BC17-5876384CC584}"/>
              </a:ext>
            </a:extLst>
          </p:cNvPr>
          <p:cNvSpPr>
            <a:spLocks xmlns:a="http://schemas.openxmlformats.org/drawingml/2006/main" noGrp="1"/>
          </p:cNvSpPr>
          <p:nvPr/>
        </p:nvSpPr>
        <p:spPr>
          <a:xfrm xmlns:a="http://schemas.openxmlformats.org/drawingml/2006/main">
            <a:off x="103346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2" name="clip-vector-4">
            <a:extLst xmlns:a="http://schemas.openxmlformats.org/drawingml/2006/main">
              <a:ext uri="{FF2B5EF4-FFF2-40B4-BE49-F238E27FC236}">
                <a16:creationId xmlns:a16="http://schemas.microsoft.com/office/drawing/2014/main" id="{6DCC830F-99FB-4FA8-9F81-BF9E34F9DC29}"/>
              </a:ext>
            </a:extLst>
          </p:cNvPr>
          <p:cNvSpPr>
            <a:spLocks xmlns:a="http://schemas.openxmlformats.org/drawingml/2006/main" noGrp="1"/>
          </p:cNvSpPr>
          <p:nvPr/>
        </p:nvSpPr>
        <p:spPr>
          <a:xfrm xmlns:a="http://schemas.openxmlformats.org/drawingml/2006/main">
            <a:off x="121920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3" name="clip-vector-5">
            <a:extLst xmlns:a="http://schemas.openxmlformats.org/drawingml/2006/main">
              <a:ext uri="{FF2B5EF4-FFF2-40B4-BE49-F238E27FC236}">
                <a16:creationId xmlns:a16="http://schemas.microsoft.com/office/drawing/2014/main" id="{8934988A-80CD-4FCD-B269-8649924DB259}"/>
              </a:ext>
            </a:extLst>
          </p:cNvPr>
          <p:cNvSpPr>
            <a:spLocks xmlns:a="http://schemas.openxmlformats.org/drawingml/2006/main" noGrp="1"/>
          </p:cNvSpPr>
          <p:nvPr/>
        </p:nvSpPr>
        <p:spPr>
          <a:xfrm xmlns:a="http://schemas.openxmlformats.org/drawingml/2006/main">
            <a:off x="140493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4" name="clip-vector-6">
            <a:extLst xmlns:a="http://schemas.openxmlformats.org/drawingml/2006/main">
              <a:ext uri="{FF2B5EF4-FFF2-40B4-BE49-F238E27FC236}">
                <a16:creationId xmlns:a16="http://schemas.microsoft.com/office/drawing/2014/main" id="{9BD2E8F0-8DF4-4EC7-85F4-0B3B95C399BF}"/>
              </a:ext>
            </a:extLst>
          </p:cNvPr>
          <p:cNvSpPr>
            <a:spLocks xmlns:a="http://schemas.openxmlformats.org/drawingml/2006/main" noGrp="1"/>
          </p:cNvSpPr>
          <p:nvPr/>
        </p:nvSpPr>
        <p:spPr>
          <a:xfrm xmlns:a="http://schemas.openxmlformats.org/drawingml/2006/main">
            <a:off x="159067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5" name="clip-vector-7">
            <a:extLst xmlns:a="http://schemas.openxmlformats.org/drawingml/2006/main">
              <a:ext uri="{FF2B5EF4-FFF2-40B4-BE49-F238E27FC236}">
                <a16:creationId xmlns:a16="http://schemas.microsoft.com/office/drawing/2014/main" id="{046B355A-B8B4-476A-BADC-3A728D96C254}"/>
              </a:ext>
            </a:extLst>
          </p:cNvPr>
          <p:cNvSpPr>
            <a:spLocks xmlns:a="http://schemas.openxmlformats.org/drawingml/2006/main" noGrp="1"/>
          </p:cNvSpPr>
          <p:nvPr/>
        </p:nvSpPr>
        <p:spPr>
          <a:xfrm xmlns:a="http://schemas.openxmlformats.org/drawingml/2006/main">
            <a:off x="177641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6" name="dino-vector-symbol">
            <a:extLst xmlns:a="http://schemas.openxmlformats.org/drawingml/2006/main">
              <a:ext uri="{FF2B5EF4-FFF2-40B4-BE49-F238E27FC236}">
                <a16:creationId xmlns:a16="http://schemas.microsoft.com/office/drawing/2014/main" id="{A18246E6-69F8-4F1E-A13C-02604F302954}"/>
              </a:ext>
            </a:extLst>
          </p:cNvPr>
          <p:cNvSpPr>
            <a:spLocks xmlns:a="http://schemas.openxmlformats.org/drawingml/2006/main" noGrp="1"/>
          </p:cNvSpPr>
          <p:nvPr/>
        </p:nvSpPr>
        <p:spPr>
          <a:xfrm xmlns:a="http://schemas.openxmlformats.org/drawingml/2006/main">
            <a:off x="609600" y="4667250"/>
            <a:ext cx="11525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1" i="0" baseline="-25000">
                <a:latin typeface="Cambria"/>
                <a:ea typeface="Cambria"/>
                <a:cs typeface="Cambria"/>
              </a:rPr>
              <a:t>D,p</a:t>
            </a:r>
          </a:p>
        </p:txBody>
      </p:sp>
      <p:sp>
        <p:nvSpPr>
          <p:cNvPr id="127" name="clip-vector-symbol">
            <a:extLst xmlns:a="http://schemas.openxmlformats.org/drawingml/2006/main">
              <a:ext uri="{FF2B5EF4-FFF2-40B4-BE49-F238E27FC236}">
                <a16:creationId xmlns:a16="http://schemas.microsoft.com/office/drawing/2014/main" id="{75DF4FAE-5DD9-4608-8C27-7E79666A69B1}"/>
              </a:ext>
            </a:extLst>
          </p:cNvPr>
          <p:cNvSpPr>
            <a:spLocks xmlns:a="http://schemas.openxmlformats.org/drawingml/2006/main" noGrp="1"/>
          </p:cNvSpPr>
          <p:nvPr/>
        </p:nvSpPr>
        <p:spPr>
          <a:xfrm xmlns:a="http://schemas.openxmlformats.org/drawingml/2006/main">
            <a:off x="228600" y="6477000"/>
            <a:ext cx="19907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1">
                <a:latin typeface="Cambria"/>
                <a:ea typeface="Cambria"/>
                <a:cs typeface="Cambria"/>
              </a:rPr>
              <a:t>f</a:t>
            </a:r>
            <a:r>
              <a:rPr sz="1566" b="1" i="0" baseline="-25000">
                <a:latin typeface="Cambria"/>
                <a:ea typeface="Cambria"/>
                <a:cs typeface="Cambria"/>
              </a:rPr>
              <a:t>C→D,p</a:t>
            </a:r>
          </a:p>
        </p:txBody>
      </p:sp>
      <p:sp>
        <p:nvSpPr>
          <p:cNvPr id="128" name="branch-norm-d">
            <a:extLst xmlns:a="http://schemas.openxmlformats.org/drawingml/2006/main">
              <a:ext uri="{FF2B5EF4-FFF2-40B4-BE49-F238E27FC236}">
                <a16:creationId xmlns:a16="http://schemas.microsoft.com/office/drawing/2014/main" id="{2FDC18C2-497E-458B-AEC0-3EBB4D635D45}"/>
              </a:ext>
            </a:extLst>
          </p:cNvPr>
          <p:cNvSpPr>
            <a:spLocks xmlns:a="http://schemas.openxmlformats.org/drawingml/2006/main" noGrp="1"/>
          </p:cNvSpPr>
          <p:nvPr/>
        </p:nvSpPr>
        <p:spPr>
          <a:xfrm xmlns:a="http://schemas.openxmlformats.org/drawingml/2006/main">
            <a:off x="2505075" y="4924425"/>
            <a:ext cx="1533525"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sp>
        <p:nvSpPr>
          <p:cNvPr id="129" name="branch-norm-c">
            <a:extLst xmlns:a="http://schemas.openxmlformats.org/drawingml/2006/main">
              <a:ext uri="{FF2B5EF4-FFF2-40B4-BE49-F238E27FC236}">
                <a16:creationId xmlns:a16="http://schemas.microsoft.com/office/drawing/2014/main" id="{AAD046D6-C675-4F19-BEAA-F558CD9DBEFA}"/>
              </a:ext>
            </a:extLst>
          </p:cNvPr>
          <p:cNvSpPr>
            <a:spLocks xmlns:a="http://schemas.openxmlformats.org/drawingml/2006/main" noGrp="1"/>
          </p:cNvSpPr>
          <p:nvPr/>
        </p:nvSpPr>
        <p:spPr>
          <a:xfrm xmlns:a="http://schemas.openxmlformats.org/drawingml/2006/main">
            <a:off x="2505075" y="5800725"/>
            <a:ext cx="1533525"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cxnSp>
        <p:nvCxnSpPr>
          <p:cNvPr id="286" name=""/>
          <p:cNvCxnSpPr>
            <a:stCxn xmlns:a="http://schemas.openxmlformats.org/drawingml/2006/main" id="108" idx="3"/>
            <a:endCxn xmlns:a="http://schemas.openxmlformats.org/drawingml/2006/main" id="128" idx="1"/>
          </p:cNvCxnSpPr>
          <p:nvPr/>
        </p:nvCxnSpPr>
        <p:spPr>
          <a:xfrm xmlns:a="http://schemas.openxmlformats.org/drawingml/2006/main" flipV="1">
            <a:off x="1962150" y="5291138"/>
            <a:ext cx="542925" cy="238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87" name=""/>
          <p:cNvCxnSpPr>
            <a:stCxn xmlns:a="http://schemas.openxmlformats.org/drawingml/2006/main" id="117" idx="3"/>
            <a:endCxn xmlns:a="http://schemas.openxmlformats.org/drawingml/2006/main" id="129" idx="1"/>
          </p:cNvCxnSpPr>
          <p:nvPr/>
        </p:nvCxnSpPr>
        <p:spPr>
          <a:xfrm xmlns:a="http://schemas.openxmlformats.org/drawingml/2006/main" flipV="1">
            <a:off x="1962150" y="6167438"/>
            <a:ext cx="542925" cy="42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32" name="scale-d">
            <a:extLst xmlns:a="http://schemas.openxmlformats.org/drawingml/2006/main">
              <a:ext uri="{FF2B5EF4-FFF2-40B4-BE49-F238E27FC236}">
                <a16:creationId xmlns:a16="http://schemas.microsoft.com/office/drawing/2014/main" id="{31D4DC23-9056-4D9E-A862-FCA558917BD5}"/>
              </a:ext>
            </a:extLst>
          </p:cNvPr>
          <p:cNvSpPr>
            <a:spLocks xmlns:a="http://schemas.openxmlformats.org/drawingml/2006/main" noGrp="1"/>
          </p:cNvSpPr>
          <p:nvPr/>
        </p:nvSpPr>
        <p:spPr>
          <a:xfrm xmlns:a="http://schemas.openxmlformats.org/drawingml/2006/main">
            <a:off x="4619625" y="4924425"/>
            <a:ext cx="1200150"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sp>
        <p:nvSpPr>
          <p:cNvPr id="133" name="scale-c">
            <a:extLst xmlns:a="http://schemas.openxmlformats.org/drawingml/2006/main">
              <a:ext uri="{FF2B5EF4-FFF2-40B4-BE49-F238E27FC236}">
                <a16:creationId xmlns:a16="http://schemas.microsoft.com/office/drawing/2014/main" id="{92B0FFC6-4660-45EB-9960-9E7038BA4671}"/>
              </a:ext>
            </a:extLst>
          </p:cNvPr>
          <p:cNvSpPr>
            <a:spLocks xmlns:a="http://schemas.openxmlformats.org/drawingml/2006/main" noGrp="1"/>
          </p:cNvSpPr>
          <p:nvPr/>
        </p:nvSpPr>
        <p:spPr>
          <a:xfrm xmlns:a="http://schemas.openxmlformats.org/drawingml/2006/main">
            <a:off x="4619625" y="5800725"/>
            <a:ext cx="1200150"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cxnSp>
        <p:nvCxnSpPr>
          <p:cNvPr id="290" name=""/>
          <p:cNvCxnSpPr>
            <a:stCxn xmlns:a="http://schemas.openxmlformats.org/drawingml/2006/main" id="128" idx="3"/>
            <a:endCxn xmlns:a="http://schemas.openxmlformats.org/drawingml/2006/main" id="132" idx="1"/>
          </p:cNvCxnSpPr>
          <p:nvPr/>
        </p:nvCxnSpPr>
        <p:spPr>
          <a:xfrm xmlns:a="http://schemas.openxmlformats.org/drawingml/2006/main">
            <a:off x="4038600" y="52911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291" name=""/>
          <p:cNvCxnSpPr>
            <a:stCxn xmlns:a="http://schemas.openxmlformats.org/drawingml/2006/main" id="129" idx="3"/>
            <a:endCxn xmlns:a="http://schemas.openxmlformats.org/drawingml/2006/main" id="133" idx="1"/>
          </p:cNvCxnSpPr>
          <p:nvPr/>
        </p:nvCxnSpPr>
        <p:spPr>
          <a:xfrm xmlns:a="http://schemas.openxmlformats.org/drawingml/2006/main">
            <a:off x="4038600" y="61674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36" name="normalized-dino">
            <a:extLst xmlns:a="http://schemas.openxmlformats.org/drawingml/2006/main">
              <a:ext uri="{FF2B5EF4-FFF2-40B4-BE49-F238E27FC236}">
                <a16:creationId xmlns:a16="http://schemas.microsoft.com/office/drawing/2014/main" id="{9D876EFF-2C7F-4C61-8349-298E61FD5E2D}"/>
              </a:ext>
            </a:extLst>
          </p:cNvPr>
          <p:cNvSpPr>
            <a:spLocks xmlns:a="http://schemas.openxmlformats.org/drawingml/2006/main" noGrp="1"/>
          </p:cNvSpPr>
          <p:nvPr/>
        </p:nvSpPr>
        <p:spPr>
          <a:xfrm xmlns:a="http://schemas.openxmlformats.org/drawingml/2006/main">
            <a:off x="2905125" y="4572000"/>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1" i="0" baseline="-25000">
                <a:latin typeface="Cambria"/>
                <a:ea typeface="Cambria"/>
                <a:cs typeface="Cambria"/>
              </a:rPr>
              <a:t>D,p</a:t>
            </a:r>
          </a:p>
        </p:txBody>
      </p:sp>
      <p:sp>
        <p:nvSpPr>
          <p:cNvPr id="137" name="normalized-clip">
            <a:extLst xmlns:a="http://schemas.openxmlformats.org/drawingml/2006/main">
              <a:ext uri="{FF2B5EF4-FFF2-40B4-BE49-F238E27FC236}">
                <a16:creationId xmlns:a16="http://schemas.microsoft.com/office/drawing/2014/main" id="{422461F5-BA74-4D52-B19F-10779AB5D436}"/>
              </a:ext>
            </a:extLst>
          </p:cNvPr>
          <p:cNvSpPr>
            <a:spLocks xmlns:a="http://schemas.openxmlformats.org/drawingml/2006/main" noGrp="1"/>
          </p:cNvSpPr>
          <p:nvPr/>
        </p:nvSpPr>
        <p:spPr>
          <a:xfrm xmlns:a="http://schemas.openxmlformats.org/drawingml/2006/main">
            <a:off x="2905125" y="6562725"/>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1" i="0" baseline="-25000">
                <a:latin typeface="Cambria"/>
                <a:ea typeface="Cambria"/>
                <a:cs typeface="Cambria"/>
              </a:rPr>
              <a:t>C,p</a:t>
            </a:r>
          </a:p>
        </p:txBody>
      </p:sp>
      <p:sp>
        <p:nvSpPr>
          <p:cNvPr id="138" name="concatenation">
            <a:extLst xmlns:a="http://schemas.openxmlformats.org/drawingml/2006/main">
              <a:ext uri="{FF2B5EF4-FFF2-40B4-BE49-F238E27FC236}">
                <a16:creationId xmlns:a16="http://schemas.microsoft.com/office/drawing/2014/main" id="{E84D9404-A4CB-4222-9C54-556721FF36BA}"/>
              </a:ext>
            </a:extLst>
          </p:cNvPr>
          <p:cNvSpPr>
            <a:spLocks xmlns:a="http://schemas.openxmlformats.org/drawingml/2006/main" noGrp="1"/>
          </p:cNvSpPr>
          <p:nvPr/>
        </p:nvSpPr>
        <p:spPr>
          <a:xfrm xmlns:a="http://schemas.openxmlformats.org/drawingml/2006/main">
            <a:off x="6457950" y="5276850"/>
            <a:ext cx="2162175"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Channel</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concatenation</a:t>
            </a:r>
          </a:p>
        </p:txBody>
      </p:sp>
      <p:cxnSp>
        <p:nvCxnSpPr>
          <p:cNvPr id="295" name=""/>
          <p:cNvCxnSpPr>
            <a:stCxn xmlns:a="http://schemas.openxmlformats.org/drawingml/2006/main" id="132" idx="3"/>
            <a:endCxn xmlns:a="http://schemas.openxmlformats.org/drawingml/2006/main" id="138" idx="1"/>
          </p:cNvCxnSpPr>
          <p:nvPr/>
        </p:nvCxnSpPr>
        <p:spPr>
          <a:xfrm xmlns:a="http://schemas.openxmlformats.org/drawingml/2006/main">
            <a:off x="5819775" y="5291138"/>
            <a:ext cx="638175" cy="45243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96" name=""/>
          <p:cNvCxnSpPr>
            <a:stCxn xmlns:a="http://schemas.openxmlformats.org/drawingml/2006/main" id="133" idx="3"/>
            <a:endCxn xmlns:a="http://schemas.openxmlformats.org/drawingml/2006/main" id="138" idx="1"/>
          </p:cNvCxnSpPr>
          <p:nvPr/>
        </p:nvCxnSpPr>
        <p:spPr>
          <a:xfrm xmlns:a="http://schemas.openxmlformats.org/drawingml/2006/main" flipV="1">
            <a:off x="5819775" y="5743575"/>
            <a:ext cx="638175" cy="423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41" name="joint-norm">
            <a:extLst xmlns:a="http://schemas.openxmlformats.org/drawingml/2006/main">
              <a:ext uri="{FF2B5EF4-FFF2-40B4-BE49-F238E27FC236}">
                <a16:creationId xmlns:a16="http://schemas.microsoft.com/office/drawing/2014/main" id="{32666E3E-7AA2-48DC-89BB-9C6A5A15AF92}"/>
              </a:ext>
            </a:extLst>
          </p:cNvPr>
          <p:cNvSpPr>
            <a:spLocks xmlns:a="http://schemas.openxmlformats.org/drawingml/2006/main" noGrp="1"/>
          </p:cNvSpPr>
          <p:nvPr/>
        </p:nvSpPr>
        <p:spPr>
          <a:xfrm xmlns:a="http://schemas.openxmlformats.org/drawingml/2006/main">
            <a:off x="9210675" y="5276850"/>
            <a:ext cx="1562100"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Joint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ℓ₂ norm</a:t>
            </a:r>
          </a:p>
        </p:txBody>
      </p:sp>
      <p:cxnSp>
        <p:nvCxnSpPr>
          <p:cNvPr id="298" name=""/>
          <p:cNvCxnSpPr>
            <a:stCxn xmlns:a="http://schemas.openxmlformats.org/drawingml/2006/main" id="138" idx="3"/>
            <a:endCxn xmlns:a="http://schemas.openxmlformats.org/drawingml/2006/main" id="141" idx="1"/>
          </p:cNvCxnSpPr>
          <p:nvPr/>
        </p:nvCxnSpPr>
        <p:spPr>
          <a:xfrm xmlns:a="http://schemas.openxmlformats.org/drawingml/2006/main">
            <a:off x="8620125" y="5743575"/>
            <a:ext cx="5905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43" name="fused-dino-half-anchor">
            <a:extLst xmlns:a="http://schemas.openxmlformats.org/drawingml/2006/main">
              <a:ext uri="{FF2B5EF4-FFF2-40B4-BE49-F238E27FC236}">
                <a16:creationId xmlns:a16="http://schemas.microsoft.com/office/drawing/2014/main" id="{E11105F8-647A-425F-8F5F-8879C2B0D483}"/>
              </a:ext>
            </a:extLst>
          </p:cNvPr>
          <p:cNvSpPr>
            <a:spLocks xmlns:a="http://schemas.openxmlformats.org/drawingml/2006/main" noGrp="1"/>
          </p:cNvSpPr>
          <p:nvPr/>
        </p:nvSpPr>
        <p:spPr>
          <a:xfrm xmlns:a="http://schemas.openxmlformats.org/drawingml/2006/main">
            <a:off x="11344275"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4" name="fused-dino-half-0">
            <a:extLst xmlns:a="http://schemas.openxmlformats.org/drawingml/2006/main">
              <a:ext uri="{FF2B5EF4-FFF2-40B4-BE49-F238E27FC236}">
                <a16:creationId xmlns:a16="http://schemas.microsoft.com/office/drawing/2014/main" id="{1FE5BC86-63C9-41E9-9655-591F6D7848E8}"/>
              </a:ext>
            </a:extLst>
          </p:cNvPr>
          <p:cNvSpPr>
            <a:spLocks xmlns:a="http://schemas.openxmlformats.org/drawingml/2006/main" noGrp="1"/>
          </p:cNvSpPr>
          <p:nvPr/>
        </p:nvSpPr>
        <p:spPr>
          <a:xfrm xmlns:a="http://schemas.openxmlformats.org/drawingml/2006/main">
            <a:off x="11344275"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5" name="fused-dino-half-1">
            <a:extLst xmlns:a="http://schemas.openxmlformats.org/drawingml/2006/main">
              <a:ext uri="{FF2B5EF4-FFF2-40B4-BE49-F238E27FC236}">
                <a16:creationId xmlns:a16="http://schemas.microsoft.com/office/drawing/2014/main" id="{5F21CE25-FD3A-4C6F-B0FE-EADC39394626}"/>
              </a:ext>
            </a:extLst>
          </p:cNvPr>
          <p:cNvSpPr>
            <a:spLocks xmlns:a="http://schemas.openxmlformats.org/drawingml/2006/main" noGrp="1"/>
          </p:cNvSpPr>
          <p:nvPr/>
        </p:nvSpPr>
        <p:spPr>
          <a:xfrm xmlns:a="http://schemas.openxmlformats.org/drawingml/2006/main">
            <a:off x="11522869"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6" name="fused-dino-half-2">
            <a:extLst xmlns:a="http://schemas.openxmlformats.org/drawingml/2006/main">
              <a:ext uri="{FF2B5EF4-FFF2-40B4-BE49-F238E27FC236}">
                <a16:creationId xmlns:a16="http://schemas.microsoft.com/office/drawing/2014/main" id="{1D211A6B-479D-4B05-AAB1-14F44C7387F9}"/>
              </a:ext>
            </a:extLst>
          </p:cNvPr>
          <p:cNvSpPr>
            <a:spLocks xmlns:a="http://schemas.openxmlformats.org/drawingml/2006/main" noGrp="1"/>
          </p:cNvSpPr>
          <p:nvPr/>
        </p:nvSpPr>
        <p:spPr>
          <a:xfrm xmlns:a="http://schemas.openxmlformats.org/drawingml/2006/main">
            <a:off x="11701463"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7" name="fused-dino-half-3">
            <a:extLst xmlns:a="http://schemas.openxmlformats.org/drawingml/2006/main">
              <a:ext uri="{FF2B5EF4-FFF2-40B4-BE49-F238E27FC236}">
                <a16:creationId xmlns:a16="http://schemas.microsoft.com/office/drawing/2014/main" id="{CBEEAEC5-00AB-4F79-A19B-EDB6D300750C}"/>
              </a:ext>
            </a:extLst>
          </p:cNvPr>
          <p:cNvSpPr>
            <a:spLocks xmlns:a="http://schemas.openxmlformats.org/drawingml/2006/main" noGrp="1"/>
          </p:cNvSpPr>
          <p:nvPr/>
        </p:nvSpPr>
        <p:spPr>
          <a:xfrm xmlns:a="http://schemas.openxmlformats.org/drawingml/2006/main">
            <a:off x="11880056"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8" name="fused-clip-half-anchor">
            <a:extLst xmlns:a="http://schemas.openxmlformats.org/drawingml/2006/main">
              <a:ext uri="{FF2B5EF4-FFF2-40B4-BE49-F238E27FC236}">
                <a16:creationId xmlns:a16="http://schemas.microsoft.com/office/drawing/2014/main" id="{F5FBA119-1941-4725-A50F-70219540CE35}"/>
              </a:ext>
            </a:extLst>
          </p:cNvPr>
          <p:cNvSpPr>
            <a:spLocks xmlns:a="http://schemas.openxmlformats.org/drawingml/2006/main" noGrp="1"/>
          </p:cNvSpPr>
          <p:nvPr/>
        </p:nvSpPr>
        <p:spPr>
          <a:xfrm xmlns:a="http://schemas.openxmlformats.org/drawingml/2006/main">
            <a:off x="12058650"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9" name="fused-clip-half-0">
            <a:extLst xmlns:a="http://schemas.openxmlformats.org/drawingml/2006/main">
              <a:ext uri="{FF2B5EF4-FFF2-40B4-BE49-F238E27FC236}">
                <a16:creationId xmlns:a16="http://schemas.microsoft.com/office/drawing/2014/main" id="{58E9CF95-F2F2-4B8D-A103-BD96C37D4F65}"/>
              </a:ext>
            </a:extLst>
          </p:cNvPr>
          <p:cNvSpPr>
            <a:spLocks xmlns:a="http://schemas.openxmlformats.org/drawingml/2006/main" noGrp="1"/>
          </p:cNvSpPr>
          <p:nvPr/>
        </p:nvSpPr>
        <p:spPr>
          <a:xfrm xmlns:a="http://schemas.openxmlformats.org/drawingml/2006/main">
            <a:off x="12058650"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0" name="fused-clip-half-1">
            <a:extLst xmlns:a="http://schemas.openxmlformats.org/drawingml/2006/main">
              <a:ext uri="{FF2B5EF4-FFF2-40B4-BE49-F238E27FC236}">
                <a16:creationId xmlns:a16="http://schemas.microsoft.com/office/drawing/2014/main" id="{B80F9E46-7333-453B-B2DC-5C147B68367E}"/>
              </a:ext>
            </a:extLst>
          </p:cNvPr>
          <p:cNvSpPr>
            <a:spLocks xmlns:a="http://schemas.openxmlformats.org/drawingml/2006/main" noGrp="1"/>
          </p:cNvSpPr>
          <p:nvPr/>
        </p:nvSpPr>
        <p:spPr>
          <a:xfrm xmlns:a="http://schemas.openxmlformats.org/drawingml/2006/main">
            <a:off x="12237244"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1" name="fused-clip-half-2">
            <a:extLst xmlns:a="http://schemas.openxmlformats.org/drawingml/2006/main">
              <a:ext uri="{FF2B5EF4-FFF2-40B4-BE49-F238E27FC236}">
                <a16:creationId xmlns:a16="http://schemas.microsoft.com/office/drawing/2014/main" id="{42F02D92-31D5-462A-B681-775EC8AB521A}"/>
              </a:ext>
            </a:extLst>
          </p:cNvPr>
          <p:cNvSpPr>
            <a:spLocks xmlns:a="http://schemas.openxmlformats.org/drawingml/2006/main" noGrp="1"/>
          </p:cNvSpPr>
          <p:nvPr/>
        </p:nvSpPr>
        <p:spPr>
          <a:xfrm xmlns:a="http://schemas.openxmlformats.org/drawingml/2006/main">
            <a:off x="12415838"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2" name="fused-clip-half-3">
            <a:extLst xmlns:a="http://schemas.openxmlformats.org/drawingml/2006/main">
              <a:ext uri="{FF2B5EF4-FFF2-40B4-BE49-F238E27FC236}">
                <a16:creationId xmlns:a16="http://schemas.microsoft.com/office/drawing/2014/main" id="{8533B98C-290A-482F-ABC8-5F0A2FDC2BF4}"/>
              </a:ext>
            </a:extLst>
          </p:cNvPr>
          <p:cNvSpPr>
            <a:spLocks xmlns:a="http://schemas.openxmlformats.org/drawingml/2006/main" noGrp="1"/>
          </p:cNvSpPr>
          <p:nvPr/>
        </p:nvSpPr>
        <p:spPr>
          <a:xfrm xmlns:a="http://schemas.openxmlformats.org/drawingml/2006/main">
            <a:off x="12594431"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cxnSp>
        <p:nvCxnSpPr>
          <p:cNvPr id="309" name=""/>
          <p:cNvCxnSpPr>
            <a:stCxn xmlns:a="http://schemas.openxmlformats.org/drawingml/2006/main" id="141" idx="3"/>
            <a:endCxn xmlns:a="http://schemas.openxmlformats.org/drawingml/2006/main" id="143" idx="1"/>
          </p:cNvCxnSpPr>
          <p:nvPr/>
        </p:nvCxnSpPr>
        <p:spPr>
          <a:xfrm xmlns:a="http://schemas.openxmlformats.org/drawingml/2006/main" flipV="1">
            <a:off x="10772775" y="5624513"/>
            <a:ext cx="5715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54" name="fused-symbol">
            <a:extLst xmlns:a="http://schemas.openxmlformats.org/drawingml/2006/main">
              <a:ext uri="{FF2B5EF4-FFF2-40B4-BE49-F238E27FC236}">
                <a16:creationId xmlns:a16="http://schemas.microsoft.com/office/drawing/2014/main" id="{CCB7BBD5-8468-4231-9512-FB83AB6ABF09}"/>
              </a:ext>
            </a:extLst>
          </p:cNvPr>
          <p:cNvSpPr>
            <a:spLocks xmlns:a="http://schemas.openxmlformats.org/drawingml/2006/main" noGrp="1"/>
          </p:cNvSpPr>
          <p:nvPr/>
        </p:nvSpPr>
        <p:spPr>
          <a:xfrm xmlns:a="http://schemas.openxmlformats.org/drawingml/2006/main">
            <a:off x="11344275" y="4772025"/>
            <a:ext cx="14287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1" i="0" baseline="-25000">
                <a:latin typeface="Cambria"/>
                <a:ea typeface="Cambria"/>
                <a:cs typeface="Cambria"/>
              </a:rPr>
              <a:t>A,p</a:t>
            </a:r>
          </a:p>
        </p:txBody>
      </p:sp>
      <p:sp>
        <p:nvSpPr>
          <p:cNvPr id="155" name="fused-size">
            <a:extLst xmlns:a="http://schemas.openxmlformats.org/drawingml/2006/main">
              <a:ext uri="{FF2B5EF4-FFF2-40B4-BE49-F238E27FC236}">
                <a16:creationId xmlns:a16="http://schemas.microsoft.com/office/drawing/2014/main" id="{9E9CAA47-EB6D-4767-952D-A186BA8D206E}"/>
              </a:ext>
            </a:extLst>
          </p:cNvPr>
          <p:cNvSpPr>
            <a:spLocks xmlns:a="http://schemas.openxmlformats.org/drawingml/2006/main" noGrp="1"/>
          </p:cNvSpPr>
          <p:nvPr/>
        </p:nvSpPr>
        <p:spPr>
          <a:xfrm xmlns:a="http://schemas.openxmlformats.org/drawingml/2006/main">
            <a:off x="11191875" y="6162675"/>
            <a:ext cx="17811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1536-D</a:t>
            </a:r>
          </a:p>
        </p:txBody>
      </p:sp>
      <p:sp>
        <p:nvSpPr>
          <p:cNvPr id="156" name="fusion-formula">
            <a:extLst xmlns:a="http://schemas.openxmlformats.org/drawingml/2006/main">
              <a:ext uri="{FF2B5EF4-FFF2-40B4-BE49-F238E27FC236}">
                <a16:creationId xmlns:a16="http://schemas.microsoft.com/office/drawing/2014/main" id="{899DF97B-EC15-4B5A-B501-95F199ED84A4}"/>
              </a:ext>
            </a:extLst>
          </p:cNvPr>
          <p:cNvSpPr>
            <a:spLocks xmlns:a="http://schemas.openxmlformats.org/drawingml/2006/main" noGrp="1"/>
          </p:cNvSpPr>
          <p:nvPr/>
        </p:nvSpPr>
        <p:spPr>
          <a:xfrm xmlns:a="http://schemas.openxmlformats.org/drawingml/2006/main">
            <a:off x="2667000" y="7000875"/>
            <a:ext cx="8639175"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1" i="0" baseline="-25000">
                <a:latin typeface="Cambria"/>
                <a:ea typeface="Cambria"/>
                <a:cs typeface="Cambria"/>
              </a:rPr>
              <a:t>A,p</a:t>
            </a:r>
            <a:r>
              <a:rPr sz="2400">
                <a:latin typeface="Cambria"/>
                <a:ea typeface="Cambria"/>
                <a:cs typeface="Cambria"/>
              </a:rPr>
              <a:t> = norm([0.5 </a:t>
            </a:r>
            <a:r>
              <a:rPr sz="2400" b="1" i="1">
                <a:latin typeface="Cambria"/>
                <a:ea typeface="Cambria"/>
                <a:cs typeface="Cambria"/>
              </a:rPr>
              <a:t>g</a:t>
            </a:r>
            <a:r>
              <a:rPr sz="1728" b="1" i="0" baseline="-25000">
                <a:latin typeface="Cambria"/>
                <a:ea typeface="Cambria"/>
                <a:cs typeface="Cambria"/>
              </a:rPr>
              <a:t>D,p</a:t>
            </a:r>
            <a:r>
              <a:rPr sz="2400">
                <a:latin typeface="Cambria"/>
                <a:ea typeface="Cambria"/>
                <a:cs typeface="Cambria"/>
              </a:rPr>
              <a:t>, 0.5 </a:t>
            </a:r>
            <a:r>
              <a:rPr sz="2400" b="1" i="1">
                <a:latin typeface="Cambria"/>
                <a:ea typeface="Cambria"/>
                <a:cs typeface="Cambria"/>
              </a:rPr>
              <a:t>g</a:t>
            </a:r>
            <a:r>
              <a:rPr sz="1728" b="1" i="0" baseline="-25000">
                <a:latin typeface="Cambria"/>
                <a:ea typeface="Cambria"/>
                <a:cs typeface="Cambria"/>
              </a:rPr>
              <a:t>C,p</a:t>
            </a:r>
            <a:r>
              <a:rPr sz="2400">
                <a:latin typeface="Cambria"/>
                <a:ea typeface="Cambria"/>
                <a:cs typeface="Cambria"/>
              </a:rPr>
              <a:t>])</a:t>
            </a:r>
          </a:p>
        </p:txBody>
      </p:sp>
    </p:spTree>
    <p:extLst>
      <p:ext uri="{BB962C8B-B14F-4D97-AF65-F5344CB8AC3E}">
        <p14:creationId xmlns:p14="http://schemas.microsoft.com/office/powerpoint/2010/main" val="12637610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itle">
            <a:extLst xmlns:a="http://schemas.openxmlformats.org/drawingml/2006/main">
              <a:ext uri="{FF2B5EF4-FFF2-40B4-BE49-F238E27FC236}">
                <a16:creationId xmlns:a16="http://schemas.microsoft.com/office/drawing/2014/main" id="{D506F08A-C47B-4A2C-B6D1-C9A3BF8F2A74}"/>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Normal memory and anomaly scoring</a:t>
            </a:r>
          </a:p>
        </p:txBody>
      </p:sp>
      <p:sp>
        <p:nvSpPr>
          <p:cNvPr id="2" name="build-heading">
            <a:extLst xmlns:a="http://schemas.openxmlformats.org/drawingml/2006/main">
              <a:ext uri="{FF2B5EF4-FFF2-40B4-BE49-F238E27FC236}">
                <a16:creationId xmlns:a16="http://schemas.microsoft.com/office/drawing/2014/main" id="{772F20B5-4534-4DA1-860E-D60E2E3E0224}"/>
              </a:ext>
            </a:extLst>
          </p:cNvPr>
          <p:cNvSpPr>
            <a:spLocks xmlns:a="http://schemas.openxmlformats.org/drawingml/2006/main" noGrp="1"/>
          </p:cNvSpPr>
          <p:nvPr/>
        </p:nvSpPr>
        <p:spPr>
          <a:xfrm xmlns:a="http://schemas.openxmlformats.org/drawingml/2006/main">
            <a:off x="342900" y="866775"/>
            <a:ext cx="126396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Category-specific memory construction</a:t>
            </a:r>
          </a:p>
        </p:txBody>
      </p:sp>
      <p:sp>
        <p:nvSpPr>
          <p:cNvPr id="3" name="support-patches">
            <a:extLst xmlns:a="http://schemas.openxmlformats.org/drawingml/2006/main">
              <a:ext uri="{FF2B5EF4-FFF2-40B4-BE49-F238E27FC236}">
                <a16:creationId xmlns:a16="http://schemas.microsoft.com/office/drawing/2014/main" id="{D8C72DA6-E11F-41D5-A9B2-51068612C6CE}"/>
              </a:ext>
            </a:extLst>
          </p:cNvPr>
          <p:cNvSpPr>
            <a:spLocks xmlns:a="http://schemas.openxmlformats.org/drawingml/2006/main" noGrp="1"/>
          </p:cNvSpPr>
          <p:nvPr/>
        </p:nvSpPr>
        <p:spPr>
          <a:xfrm xmlns:a="http://schemas.openxmlformats.org/drawingml/2006/main">
            <a:off x="381000" y="1724025"/>
            <a:ext cx="2914650" cy="1219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 normal support images</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 patches per image</a:t>
            </a:r>
          </a:p>
        </p:txBody>
      </p:sp>
      <p:sp>
        <p:nvSpPr>
          <p:cNvPr id="4" name="collect-descriptors">
            <a:extLst xmlns:a="http://schemas.openxmlformats.org/drawingml/2006/main">
              <a:ext uri="{FF2B5EF4-FFF2-40B4-BE49-F238E27FC236}">
                <a16:creationId xmlns:a16="http://schemas.microsoft.com/office/drawing/2014/main" id="{31042ECA-F78D-4528-B801-95FEAF932270}"/>
              </a:ext>
            </a:extLst>
          </p:cNvPr>
          <p:cNvSpPr>
            <a:spLocks xmlns:a="http://schemas.openxmlformats.org/drawingml/2006/main" noGrp="1"/>
          </p:cNvSpPr>
          <p:nvPr/>
        </p:nvSpPr>
        <p:spPr>
          <a:xfrm xmlns:a="http://schemas.openxmlformats.org/drawingml/2006/main">
            <a:off x="4038600" y="1724025"/>
            <a:ext cx="2609850" cy="121920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Collect fused</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descriptors</a:t>
            </a:r>
          </a:p>
        </p:txBody>
      </p:sp>
      <p:sp>
        <p:nvSpPr>
          <p:cNvPr id="5" name="feature-memory">
            <a:extLst xmlns:a="http://schemas.openxmlformats.org/drawingml/2006/main">
              <a:ext uri="{FF2B5EF4-FFF2-40B4-BE49-F238E27FC236}">
                <a16:creationId xmlns:a16="http://schemas.microsoft.com/office/drawing/2014/main" id="{D28C65A9-5676-430D-9335-AC352B5BB4DC}"/>
              </a:ext>
            </a:extLst>
          </p:cNvPr>
          <p:cNvSpPr>
            <a:spLocks xmlns:a="http://schemas.openxmlformats.org/drawingml/2006/main" noGrp="1"/>
          </p:cNvSpPr>
          <p:nvPr/>
        </p:nvSpPr>
        <p:spPr>
          <a:xfrm xmlns:a="http://schemas.openxmlformats.org/drawingml/2006/main">
            <a:off x="7477125" y="1628775"/>
            <a:ext cx="3429000" cy="142875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6" name="bank-name">
            <a:extLst xmlns:a="http://schemas.openxmlformats.org/drawingml/2006/main">
              <a:ext uri="{FF2B5EF4-FFF2-40B4-BE49-F238E27FC236}">
                <a16:creationId xmlns:a16="http://schemas.microsoft.com/office/drawing/2014/main" id="{3E8EABFC-3458-4EB3-8405-BA5084123361}"/>
              </a:ext>
            </a:extLst>
          </p:cNvPr>
          <p:cNvSpPr>
            <a:spLocks xmlns:a="http://schemas.openxmlformats.org/drawingml/2006/main" noGrp="1"/>
          </p:cNvSpPr>
          <p:nvPr/>
        </p:nvSpPr>
        <p:spPr>
          <a:xfrm xmlns:a="http://schemas.openxmlformats.org/drawingml/2006/main">
            <a:off x="7477125" y="1685925"/>
            <a:ext cx="34290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75" b="0">
                <a:solidFill>
                  <a:srgbClr val="202832"/>
                </a:solidFill>
                <a:latin typeface="Cambria"/>
                <a:ea typeface="Cambria"/>
                <a:cs typeface="Cambria"/>
              </a:defRPr>
            </a:pPr>
            <a:r>
              <a:rPr sz="2475" b="1" i="1">
                <a:latin typeface="Cambria"/>
                <a:ea typeface="Cambria"/>
                <a:cs typeface="Cambria"/>
              </a:rPr>
              <a:t>M</a:t>
            </a:r>
            <a:r>
              <a:rPr sz="1782" b="1" i="0" baseline="-25000">
                <a:latin typeface="Cambria"/>
                <a:ea typeface="Cambria"/>
                <a:cs typeface="Cambria"/>
              </a:rPr>
              <a:t>c</a:t>
            </a:r>
          </a:p>
        </p:txBody>
      </p:sp>
      <p:sp>
        <p:nvSpPr>
          <p:cNvPr id="7" name="bank-shape">
            <a:extLst xmlns:a="http://schemas.openxmlformats.org/drawingml/2006/main">
              <a:ext uri="{FF2B5EF4-FFF2-40B4-BE49-F238E27FC236}">
                <a16:creationId xmlns:a16="http://schemas.microsoft.com/office/drawing/2014/main" id="{FCB53E1A-4174-42D1-8EC7-968F85427F7F}"/>
              </a:ext>
            </a:extLst>
          </p:cNvPr>
          <p:cNvSpPr>
            <a:spLocks xmlns:a="http://schemas.openxmlformats.org/drawingml/2006/main" noGrp="1"/>
          </p:cNvSpPr>
          <p:nvPr/>
        </p:nvSpPr>
        <p:spPr>
          <a:xfrm xmlns:a="http://schemas.openxmlformats.org/drawingml/2006/main">
            <a:off x="7581900" y="2143125"/>
            <a:ext cx="3219450" cy="781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KP × 1536</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FAISS IndexFlatL2</a:t>
            </a:r>
          </a:p>
        </p:txBody>
      </p:sp>
      <p:cxnSp>
        <p:nvCxnSpPr>
          <p:cNvPr id="67" name=""/>
          <p:cNvCxnSpPr>
            <a:stCxn xmlns:a="http://schemas.openxmlformats.org/drawingml/2006/main" id="3" idx="3"/>
            <a:endCxn xmlns:a="http://schemas.openxmlformats.org/drawingml/2006/main" id="4" idx="1"/>
          </p:cNvCxnSpPr>
          <p:nvPr/>
        </p:nvCxnSpPr>
        <p:spPr>
          <a:xfrm xmlns:a="http://schemas.openxmlformats.org/drawingml/2006/main">
            <a:off x="3295650" y="2333625"/>
            <a:ext cx="7429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68" name=""/>
          <p:cNvCxnSpPr>
            <a:stCxn xmlns:a="http://schemas.openxmlformats.org/drawingml/2006/main" id="4" idx="3"/>
            <a:endCxn xmlns:a="http://schemas.openxmlformats.org/drawingml/2006/main" id="5" idx="1"/>
          </p:cNvCxnSpPr>
          <p:nvPr/>
        </p:nvCxnSpPr>
        <p:spPr>
          <a:xfrm xmlns:a="http://schemas.openxmlformats.org/drawingml/2006/main">
            <a:off x="6648450" y="2333625"/>
            <a:ext cx="828675" cy="95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0" name="immutable-memory">
            <a:extLst xmlns:a="http://schemas.openxmlformats.org/drawingml/2006/main">
              <a:ext uri="{FF2B5EF4-FFF2-40B4-BE49-F238E27FC236}">
                <a16:creationId xmlns:a16="http://schemas.microsoft.com/office/drawing/2014/main" id="{F2EA4027-5D38-41D6-9445-E00F465B0CEA}"/>
              </a:ext>
            </a:extLst>
          </p:cNvPr>
          <p:cNvSpPr>
            <a:spLocks xmlns:a="http://schemas.openxmlformats.org/drawingml/2006/main" noGrp="1"/>
          </p:cNvSpPr>
          <p:nvPr/>
        </p:nvSpPr>
        <p:spPr>
          <a:xfrm xmlns:a="http://schemas.openxmlformats.org/drawingml/2006/main">
            <a:off x="11191875" y="1819275"/>
            <a:ext cx="1762125" cy="933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Fixed after</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construction</a:t>
            </a:r>
          </a:p>
        </p:txBody>
      </p:sp>
      <p:sp>
        <p:nvSpPr>
          <p:cNvPr id="11" name="rule-14">
            <a:extLst xmlns:a="http://schemas.openxmlformats.org/drawingml/2006/main">
              <a:ext uri="{FF2B5EF4-FFF2-40B4-BE49-F238E27FC236}">
                <a16:creationId xmlns:a16="http://schemas.microsoft.com/office/drawing/2014/main" id="{2D62E9AE-F316-42B5-A60E-18A2AF3B253E}"/>
              </a:ext>
            </a:extLst>
          </p:cNvPr>
          <p:cNvSpPr>
            <a:spLocks xmlns:a="http://schemas.openxmlformats.org/drawingml/2006/main" noGrp="1"/>
          </p:cNvSpPr>
          <p:nvPr/>
        </p:nvSpPr>
        <p:spPr>
          <a:xfrm xmlns:a="http://schemas.openxmlformats.org/drawingml/2006/main">
            <a:off x="342900" y="36576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2" name="scoring-heading">
            <a:extLst xmlns:a="http://schemas.openxmlformats.org/drawingml/2006/main">
              <a:ext uri="{FF2B5EF4-FFF2-40B4-BE49-F238E27FC236}">
                <a16:creationId xmlns:a16="http://schemas.microsoft.com/office/drawing/2014/main" id="{0EBFC4FB-9CC5-45A4-B613-5857F23A986E}"/>
              </a:ext>
            </a:extLst>
          </p:cNvPr>
          <p:cNvSpPr>
            <a:spLocks xmlns:a="http://schemas.openxmlformats.org/drawingml/2006/main" noGrp="1"/>
          </p:cNvSpPr>
          <p:nvPr/>
        </p:nvSpPr>
        <p:spPr>
          <a:xfrm xmlns:a="http://schemas.openxmlformats.org/drawingml/2006/main">
            <a:off x="342900" y="3867150"/>
            <a:ext cx="447675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patch scoring</a:t>
            </a:r>
          </a:p>
        </p:txBody>
      </p:sp>
      <p:sp>
        <p:nvSpPr>
          <p:cNvPr id="13" name="query-patch">
            <a:extLst xmlns:a="http://schemas.openxmlformats.org/drawingml/2006/main">
              <a:ext uri="{FF2B5EF4-FFF2-40B4-BE49-F238E27FC236}">
                <a16:creationId xmlns:a16="http://schemas.microsoft.com/office/drawing/2014/main" id="{38306D09-E324-4CA0-BFBD-D3161BC2F859}"/>
              </a:ext>
            </a:extLst>
          </p:cNvPr>
          <p:cNvSpPr>
            <a:spLocks xmlns:a="http://schemas.openxmlformats.org/drawingml/2006/main" noGrp="1"/>
          </p:cNvSpPr>
          <p:nvPr/>
        </p:nvSpPr>
        <p:spPr>
          <a:xfrm xmlns:a="http://schemas.openxmlformats.org/drawingml/2006/main">
            <a:off x="361950" y="4648200"/>
            <a:ext cx="2628900" cy="942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Fused query</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a:t>
            </a:r>
          </a:p>
        </p:txBody>
      </p:sp>
      <p:sp>
        <p:nvSpPr>
          <p:cNvPr id="14" name="qpatch-symbol">
            <a:extLst xmlns:a="http://schemas.openxmlformats.org/drawingml/2006/main">
              <a:ext uri="{FF2B5EF4-FFF2-40B4-BE49-F238E27FC236}">
                <a16:creationId xmlns:a16="http://schemas.microsoft.com/office/drawing/2014/main" id="{1DC88148-571E-4AC2-B990-8CE777AE9CA6}"/>
              </a:ext>
            </a:extLst>
          </p:cNvPr>
          <p:cNvSpPr>
            <a:spLocks xmlns:a="http://schemas.openxmlformats.org/drawingml/2006/main" noGrp="1"/>
          </p:cNvSpPr>
          <p:nvPr/>
        </p:nvSpPr>
        <p:spPr>
          <a:xfrm xmlns:a="http://schemas.openxmlformats.org/drawingml/2006/main">
            <a:off x="552450" y="5600700"/>
            <a:ext cx="22383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1" i="0" baseline="-25000">
                <a:latin typeface="Cambria"/>
                <a:ea typeface="Cambria"/>
                <a:cs typeface="Cambria"/>
              </a:rPr>
              <a:t>A,p</a:t>
            </a:r>
            <a:r>
              <a:rPr sz="2325">
                <a:latin typeface="Cambria"/>
                <a:ea typeface="Cambria"/>
                <a:cs typeface="Cambria"/>
              </a:rPr>
              <a:t>(</a:t>
            </a:r>
            <a:r>
              <a:rPr sz="2325" b="0" i="1">
                <a:latin typeface="Cambria"/>
                <a:ea typeface="Cambria"/>
                <a:cs typeface="Cambria"/>
              </a:rPr>
              <a:t>x</a:t>
            </a:r>
            <a:r>
              <a:rPr sz="2325">
                <a:latin typeface="Cambria"/>
                <a:ea typeface="Cambria"/>
                <a:cs typeface="Cambria"/>
              </a:rPr>
              <a:t>)</a:t>
            </a:r>
          </a:p>
        </p:txBody>
      </p:sp>
      <p:sp>
        <p:nvSpPr>
          <p:cNvPr id="15" name="feature-search">
            <a:extLst xmlns:a="http://schemas.openxmlformats.org/drawingml/2006/main">
              <a:ext uri="{FF2B5EF4-FFF2-40B4-BE49-F238E27FC236}">
                <a16:creationId xmlns:a16="http://schemas.microsoft.com/office/drawing/2014/main" id="{DD5CC76A-F29C-49B0-8B41-1DC563FAB4B2}"/>
              </a:ext>
            </a:extLst>
          </p:cNvPr>
          <p:cNvSpPr>
            <a:spLocks xmlns:a="http://schemas.openxmlformats.org/drawingml/2006/main" noGrp="1"/>
          </p:cNvSpPr>
          <p:nvPr/>
        </p:nvSpPr>
        <p:spPr>
          <a:xfrm xmlns:a="http://schemas.openxmlformats.org/drawingml/2006/main">
            <a:off x="3714750" y="4648200"/>
            <a:ext cx="2819400" cy="942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Exact nearest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normal descriptor</a:t>
            </a:r>
          </a:p>
        </p:txBody>
      </p:sp>
      <p:cxnSp>
        <p:nvCxnSpPr>
          <p:cNvPr id="75" name=""/>
          <p:cNvCxnSpPr>
            <a:stCxn xmlns:a="http://schemas.openxmlformats.org/drawingml/2006/main" id="13" idx="3"/>
            <a:endCxn xmlns:a="http://schemas.openxmlformats.org/drawingml/2006/main" id="15" idx="1"/>
          </p:cNvCxnSpPr>
          <p:nvPr/>
        </p:nvCxnSpPr>
        <p:spPr>
          <a:xfrm xmlns:a="http://schemas.openxmlformats.org/drawingml/2006/main">
            <a:off x="2990850" y="5119688"/>
            <a:ext cx="7239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7" name="junction-15">
            <a:extLst xmlns:a="http://schemas.openxmlformats.org/drawingml/2006/main">
              <a:ext uri="{FF2B5EF4-FFF2-40B4-BE49-F238E27FC236}">
                <a16:creationId xmlns:a16="http://schemas.microsoft.com/office/drawing/2014/main" id="{8450854B-C8E8-4F95-9177-A2E85F77DCC3}"/>
              </a:ext>
            </a:extLst>
          </p:cNvPr>
          <p:cNvSpPr>
            <a:spLocks xmlns:a="http://schemas.openxmlformats.org/drawingml/2006/main" noGrp="1"/>
          </p:cNvSpPr>
          <p:nvPr/>
        </p:nvSpPr>
        <p:spPr>
          <a:xfrm xmlns:a="http://schemas.openxmlformats.org/drawingml/2006/main">
            <a:off x="9172575" y="30670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8" name="junction-16">
            <a:extLst xmlns:a="http://schemas.openxmlformats.org/drawingml/2006/main">
              <a:ext uri="{FF2B5EF4-FFF2-40B4-BE49-F238E27FC236}">
                <a16:creationId xmlns:a16="http://schemas.microsoft.com/office/drawing/2014/main" id="{408E4D2C-2503-45DE-81AB-904B3A803396}"/>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17" idx="2"/>
            <a:endCxn xmlns:a="http://schemas.openxmlformats.org/drawingml/2006/main" id="18" idx="0"/>
          </p:cNvCxnSpPr>
          <p:nvPr/>
        </p:nvCxnSpPr>
        <p:spPr>
          <a:xfrm xmlns:a="http://schemas.openxmlformats.org/drawingml/2006/main">
            <a:off x="9182100" y="3086100"/>
            <a:ext cx="0" cy="3524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0" name="junction-17">
            <a:extLst xmlns:a="http://schemas.openxmlformats.org/drawingml/2006/main">
              <a:ext uri="{FF2B5EF4-FFF2-40B4-BE49-F238E27FC236}">
                <a16:creationId xmlns:a16="http://schemas.microsoft.com/office/drawing/2014/main" id="{9C753A2A-74CF-4090-9E84-23AF67746C24}"/>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junction-18">
            <a:extLst xmlns:a="http://schemas.openxmlformats.org/drawingml/2006/main">
              <a:ext uri="{FF2B5EF4-FFF2-40B4-BE49-F238E27FC236}">
                <a16:creationId xmlns:a16="http://schemas.microsoft.com/office/drawing/2014/main" id="{4177CD0A-4FB7-4D99-BD73-2F578BE9CEC9}"/>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1" name=""/>
          <p:cNvCxnSpPr>
            <a:stCxn xmlns:a="http://schemas.openxmlformats.org/drawingml/2006/main" id="20" idx="1"/>
            <a:endCxn xmlns:a="http://schemas.openxmlformats.org/drawingml/2006/main" id="21" idx="3"/>
          </p:cNvCxnSpPr>
          <p:nvPr/>
        </p:nvCxnSpPr>
        <p:spPr>
          <a:xfrm xmlns:a="http://schemas.openxmlformats.org/drawingml/2006/main" flipH="1">
            <a:off x="5133975" y="3448050"/>
            <a:ext cx="4038600"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3" name="junction-19">
            <a:extLst xmlns:a="http://schemas.openxmlformats.org/drawingml/2006/main">
              <a:ext uri="{FF2B5EF4-FFF2-40B4-BE49-F238E27FC236}">
                <a16:creationId xmlns:a16="http://schemas.microsoft.com/office/drawing/2014/main" id="{07640E52-A5B0-42E7-AF6E-A8EC0793CB1F}"/>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4" name="junction-20">
            <a:extLst xmlns:a="http://schemas.openxmlformats.org/drawingml/2006/main">
              <a:ext uri="{FF2B5EF4-FFF2-40B4-BE49-F238E27FC236}">
                <a16:creationId xmlns:a16="http://schemas.microsoft.com/office/drawing/2014/main" id="{2097099E-1EAE-49BC-9EFA-D3E010AA1366}"/>
              </a:ext>
            </a:extLst>
          </p:cNvPr>
          <p:cNvSpPr>
            <a:spLocks xmlns:a="http://schemas.openxmlformats.org/drawingml/2006/main" noGrp="1"/>
          </p:cNvSpPr>
          <p:nvPr/>
        </p:nvSpPr>
        <p:spPr>
          <a:xfrm xmlns:a="http://schemas.openxmlformats.org/drawingml/2006/main">
            <a:off x="5114925" y="4610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23" idx="2"/>
            <a:endCxn xmlns:a="http://schemas.openxmlformats.org/drawingml/2006/main" id="24" idx="0"/>
          </p:cNvCxnSpPr>
          <p:nvPr/>
        </p:nvCxnSpPr>
        <p:spPr>
          <a:xfrm xmlns:a="http://schemas.openxmlformats.org/drawingml/2006/main">
            <a:off x="5124450" y="3457575"/>
            <a:ext cx="0" cy="115252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6" name="search-domain">
            <a:extLst xmlns:a="http://schemas.openxmlformats.org/drawingml/2006/main">
              <a:ext uri="{FF2B5EF4-FFF2-40B4-BE49-F238E27FC236}">
                <a16:creationId xmlns:a16="http://schemas.microsoft.com/office/drawing/2014/main" id="{A25EDD67-15C4-481A-8077-2B0CD22A3C07}"/>
              </a:ext>
            </a:extLst>
          </p:cNvPr>
          <p:cNvSpPr>
            <a:spLocks xmlns:a="http://schemas.openxmlformats.org/drawingml/2006/main" noGrp="1"/>
          </p:cNvSpPr>
          <p:nvPr/>
        </p:nvSpPr>
        <p:spPr>
          <a:xfrm xmlns:a="http://schemas.openxmlformats.org/drawingml/2006/main">
            <a:off x="3629025" y="5667375"/>
            <a:ext cx="3648075"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Search all support locations</a:t>
            </a:r>
          </a:p>
        </p:txBody>
      </p:sp>
      <p:sp>
        <p:nvSpPr>
          <p:cNvPr id="27" name="patch-score-grid-anchor">
            <a:extLst xmlns:a="http://schemas.openxmlformats.org/drawingml/2006/main">
              <a:ext uri="{FF2B5EF4-FFF2-40B4-BE49-F238E27FC236}">
                <a16:creationId xmlns:a16="http://schemas.microsoft.com/office/drawing/2014/main" id="{CE3677FB-11A9-415A-9740-F3D814A4235B}"/>
              </a:ext>
            </a:extLst>
          </p:cNvPr>
          <p:cNvSpPr>
            <a:spLocks xmlns:a="http://schemas.openxmlformats.org/drawingml/2006/main" noGrp="1"/>
          </p:cNvSpPr>
          <p:nvPr/>
        </p:nvSpPr>
        <p:spPr>
          <a:xfrm xmlns:a="http://schemas.openxmlformats.org/drawingml/2006/main">
            <a:off x="7229475" y="4743450"/>
            <a:ext cx="1095375" cy="876300"/>
          </a:xfrm>
          <a:prstGeom xmlns:a="http://schemas.openxmlformats.org/drawingml/2006/main" prst="rect">
            <a:avLst/>
          </a:prstGeom>
          <a:noFill xmlns:a="http://schemas.openxmlformats.org/drawingml/2006/main"/>
          <a:ln xmlns:a="http://schemas.openxmlformats.org/drawingml/2006/main" w="0">
            <a:noFill/>
          </a:ln>
        </p:spPr>
      </p:sp>
      <p:sp>
        <p:nvSpPr>
          <p:cNvPr id="28" name="patch-score-grid-0-0">
            <a:extLst xmlns:a="http://schemas.openxmlformats.org/drawingml/2006/main">
              <a:ext uri="{FF2B5EF4-FFF2-40B4-BE49-F238E27FC236}">
                <a16:creationId xmlns:a16="http://schemas.microsoft.com/office/drawing/2014/main" id="{2CD9C403-66AB-400B-A336-AB46CC75EA18}"/>
              </a:ext>
            </a:extLst>
          </p:cNvPr>
          <p:cNvSpPr>
            <a:spLocks xmlns:a="http://schemas.openxmlformats.org/drawingml/2006/main" noGrp="1"/>
          </p:cNvSpPr>
          <p:nvPr/>
        </p:nvSpPr>
        <p:spPr>
          <a:xfrm xmlns:a="http://schemas.openxmlformats.org/drawingml/2006/main">
            <a:off x="72294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29" name="patch-score-grid-0-1">
            <a:extLst xmlns:a="http://schemas.openxmlformats.org/drawingml/2006/main">
              <a:ext uri="{FF2B5EF4-FFF2-40B4-BE49-F238E27FC236}">
                <a16:creationId xmlns:a16="http://schemas.microsoft.com/office/drawing/2014/main" id="{28B6A4C5-FDDF-4F6B-80A1-DF2C00006E3D}"/>
              </a:ext>
            </a:extLst>
          </p:cNvPr>
          <p:cNvSpPr>
            <a:spLocks xmlns:a="http://schemas.openxmlformats.org/drawingml/2006/main" noGrp="1"/>
          </p:cNvSpPr>
          <p:nvPr/>
        </p:nvSpPr>
        <p:spPr>
          <a:xfrm xmlns:a="http://schemas.openxmlformats.org/drawingml/2006/main">
            <a:off x="744855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0" name="patch-score-grid-0-2">
            <a:extLst xmlns:a="http://schemas.openxmlformats.org/drawingml/2006/main">
              <a:ext uri="{FF2B5EF4-FFF2-40B4-BE49-F238E27FC236}">
                <a16:creationId xmlns:a16="http://schemas.microsoft.com/office/drawing/2014/main" id="{2B7F7540-8A1E-4FE6-8A69-70EBF31D99ED}"/>
              </a:ext>
            </a:extLst>
          </p:cNvPr>
          <p:cNvSpPr>
            <a:spLocks xmlns:a="http://schemas.openxmlformats.org/drawingml/2006/main" noGrp="1"/>
          </p:cNvSpPr>
          <p:nvPr/>
        </p:nvSpPr>
        <p:spPr>
          <a:xfrm xmlns:a="http://schemas.openxmlformats.org/drawingml/2006/main">
            <a:off x="766762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1" name="patch-score-grid-0-3">
            <a:extLst xmlns:a="http://schemas.openxmlformats.org/drawingml/2006/main">
              <a:ext uri="{FF2B5EF4-FFF2-40B4-BE49-F238E27FC236}">
                <a16:creationId xmlns:a16="http://schemas.microsoft.com/office/drawing/2014/main" id="{EE5141B3-7DA8-4C86-960A-87D9EFDD4278}"/>
              </a:ext>
            </a:extLst>
          </p:cNvPr>
          <p:cNvSpPr>
            <a:spLocks xmlns:a="http://schemas.openxmlformats.org/drawingml/2006/main" noGrp="1"/>
          </p:cNvSpPr>
          <p:nvPr/>
        </p:nvSpPr>
        <p:spPr>
          <a:xfrm xmlns:a="http://schemas.openxmlformats.org/drawingml/2006/main">
            <a:off x="788670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2" name="patch-score-grid-0-4">
            <a:extLst xmlns:a="http://schemas.openxmlformats.org/drawingml/2006/main">
              <a:ext uri="{FF2B5EF4-FFF2-40B4-BE49-F238E27FC236}">
                <a16:creationId xmlns:a16="http://schemas.microsoft.com/office/drawing/2014/main" id="{1FDE7182-C3F2-4293-9560-AA8F1204A426}"/>
              </a:ext>
            </a:extLst>
          </p:cNvPr>
          <p:cNvSpPr>
            <a:spLocks xmlns:a="http://schemas.openxmlformats.org/drawingml/2006/main" noGrp="1"/>
          </p:cNvSpPr>
          <p:nvPr/>
        </p:nvSpPr>
        <p:spPr>
          <a:xfrm xmlns:a="http://schemas.openxmlformats.org/drawingml/2006/main">
            <a:off x="81057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3" name="patch-score-grid-1-0">
            <a:extLst xmlns:a="http://schemas.openxmlformats.org/drawingml/2006/main">
              <a:ext uri="{FF2B5EF4-FFF2-40B4-BE49-F238E27FC236}">
                <a16:creationId xmlns:a16="http://schemas.microsoft.com/office/drawing/2014/main" id="{51E3F040-5876-4FFD-A5AA-530CB114C481}"/>
              </a:ext>
            </a:extLst>
          </p:cNvPr>
          <p:cNvSpPr>
            <a:spLocks xmlns:a="http://schemas.openxmlformats.org/drawingml/2006/main" noGrp="1"/>
          </p:cNvSpPr>
          <p:nvPr/>
        </p:nvSpPr>
        <p:spPr>
          <a:xfrm xmlns:a="http://schemas.openxmlformats.org/drawingml/2006/main">
            <a:off x="72294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4" name="patch-score-grid-1-1">
            <a:extLst xmlns:a="http://schemas.openxmlformats.org/drawingml/2006/main">
              <a:ext uri="{FF2B5EF4-FFF2-40B4-BE49-F238E27FC236}">
                <a16:creationId xmlns:a16="http://schemas.microsoft.com/office/drawing/2014/main" id="{A343346B-6DCC-4050-A3CF-4D48325FE54E}"/>
              </a:ext>
            </a:extLst>
          </p:cNvPr>
          <p:cNvSpPr>
            <a:spLocks xmlns:a="http://schemas.openxmlformats.org/drawingml/2006/main" noGrp="1"/>
          </p:cNvSpPr>
          <p:nvPr/>
        </p:nvSpPr>
        <p:spPr>
          <a:xfrm xmlns:a="http://schemas.openxmlformats.org/drawingml/2006/main">
            <a:off x="744855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5" name="patch-score-grid-1-2">
            <a:extLst xmlns:a="http://schemas.openxmlformats.org/drawingml/2006/main">
              <a:ext uri="{FF2B5EF4-FFF2-40B4-BE49-F238E27FC236}">
                <a16:creationId xmlns:a16="http://schemas.microsoft.com/office/drawing/2014/main" id="{39E14101-177F-43C9-967C-CF6499C0CF49}"/>
              </a:ext>
            </a:extLst>
          </p:cNvPr>
          <p:cNvSpPr>
            <a:spLocks xmlns:a="http://schemas.openxmlformats.org/drawingml/2006/main" noGrp="1"/>
          </p:cNvSpPr>
          <p:nvPr/>
        </p:nvSpPr>
        <p:spPr>
          <a:xfrm xmlns:a="http://schemas.openxmlformats.org/drawingml/2006/main">
            <a:off x="7667625" y="4962525"/>
            <a:ext cx="219075" cy="219075"/>
          </a:xfrm>
          <a:prstGeom xmlns:a="http://schemas.openxmlformats.org/drawingml/2006/main" prst="rect">
            <a:avLst/>
          </a:prstGeom>
          <a:solidFill xmlns:a="http://schemas.openxmlformats.org/drawingml/2006/main">
            <a:srgbClr val="548773"/>
          </a:solidFill>
          <a:ln xmlns:a="http://schemas.openxmlformats.org/drawingml/2006/main" w="8573">
            <a:solidFill>
              <a:srgbClr val="548773"/>
            </a:solidFill>
          </a:ln>
        </p:spPr>
      </p:sp>
      <p:sp>
        <p:nvSpPr>
          <p:cNvPr id="36" name="patch-score-grid-1-3">
            <a:extLst xmlns:a="http://schemas.openxmlformats.org/drawingml/2006/main">
              <a:ext uri="{FF2B5EF4-FFF2-40B4-BE49-F238E27FC236}">
                <a16:creationId xmlns:a16="http://schemas.microsoft.com/office/drawing/2014/main" id="{33D07F69-4283-4471-874B-C9642F0D8149}"/>
              </a:ext>
            </a:extLst>
          </p:cNvPr>
          <p:cNvSpPr>
            <a:spLocks xmlns:a="http://schemas.openxmlformats.org/drawingml/2006/main" noGrp="1"/>
          </p:cNvSpPr>
          <p:nvPr/>
        </p:nvSpPr>
        <p:spPr>
          <a:xfrm xmlns:a="http://schemas.openxmlformats.org/drawingml/2006/main">
            <a:off x="788670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7" name="patch-score-grid-1-4">
            <a:extLst xmlns:a="http://schemas.openxmlformats.org/drawingml/2006/main">
              <a:ext uri="{FF2B5EF4-FFF2-40B4-BE49-F238E27FC236}">
                <a16:creationId xmlns:a16="http://schemas.microsoft.com/office/drawing/2014/main" id="{43CAB05D-096A-4BA6-A31D-AF1AE2C89FD4}"/>
              </a:ext>
            </a:extLst>
          </p:cNvPr>
          <p:cNvSpPr>
            <a:spLocks xmlns:a="http://schemas.openxmlformats.org/drawingml/2006/main" noGrp="1"/>
          </p:cNvSpPr>
          <p:nvPr/>
        </p:nvSpPr>
        <p:spPr>
          <a:xfrm xmlns:a="http://schemas.openxmlformats.org/drawingml/2006/main">
            <a:off x="81057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8" name="patch-score-grid-2-0">
            <a:extLst xmlns:a="http://schemas.openxmlformats.org/drawingml/2006/main">
              <a:ext uri="{FF2B5EF4-FFF2-40B4-BE49-F238E27FC236}">
                <a16:creationId xmlns:a16="http://schemas.microsoft.com/office/drawing/2014/main" id="{80859631-BDF7-4A65-8BB3-BFF9D0CEA44C}"/>
              </a:ext>
            </a:extLst>
          </p:cNvPr>
          <p:cNvSpPr>
            <a:spLocks xmlns:a="http://schemas.openxmlformats.org/drawingml/2006/main" noGrp="1"/>
          </p:cNvSpPr>
          <p:nvPr/>
        </p:nvSpPr>
        <p:spPr>
          <a:xfrm xmlns:a="http://schemas.openxmlformats.org/drawingml/2006/main">
            <a:off x="72294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9" name="patch-score-grid-2-1">
            <a:extLst xmlns:a="http://schemas.openxmlformats.org/drawingml/2006/main">
              <a:ext uri="{FF2B5EF4-FFF2-40B4-BE49-F238E27FC236}">
                <a16:creationId xmlns:a16="http://schemas.microsoft.com/office/drawing/2014/main" id="{CA127A67-1BE4-4680-A79D-87C7570EA478}"/>
              </a:ext>
            </a:extLst>
          </p:cNvPr>
          <p:cNvSpPr>
            <a:spLocks xmlns:a="http://schemas.openxmlformats.org/drawingml/2006/main" noGrp="1"/>
          </p:cNvSpPr>
          <p:nvPr/>
        </p:nvSpPr>
        <p:spPr>
          <a:xfrm xmlns:a="http://schemas.openxmlformats.org/drawingml/2006/main">
            <a:off x="744855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0" name="patch-score-grid-2-2">
            <a:extLst xmlns:a="http://schemas.openxmlformats.org/drawingml/2006/main">
              <a:ext uri="{FF2B5EF4-FFF2-40B4-BE49-F238E27FC236}">
                <a16:creationId xmlns:a16="http://schemas.microsoft.com/office/drawing/2014/main" id="{4A228FAB-256E-4752-9F91-737A2457CFD3}"/>
              </a:ext>
            </a:extLst>
          </p:cNvPr>
          <p:cNvSpPr>
            <a:spLocks xmlns:a="http://schemas.openxmlformats.org/drawingml/2006/main" noGrp="1"/>
          </p:cNvSpPr>
          <p:nvPr/>
        </p:nvSpPr>
        <p:spPr>
          <a:xfrm xmlns:a="http://schemas.openxmlformats.org/drawingml/2006/main">
            <a:off x="766762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1" name="patch-score-grid-2-3">
            <a:extLst xmlns:a="http://schemas.openxmlformats.org/drawingml/2006/main">
              <a:ext uri="{FF2B5EF4-FFF2-40B4-BE49-F238E27FC236}">
                <a16:creationId xmlns:a16="http://schemas.microsoft.com/office/drawing/2014/main" id="{BF8B5E36-4316-407C-BC22-E83FF63281A7}"/>
              </a:ext>
            </a:extLst>
          </p:cNvPr>
          <p:cNvSpPr>
            <a:spLocks xmlns:a="http://schemas.openxmlformats.org/drawingml/2006/main" noGrp="1"/>
          </p:cNvSpPr>
          <p:nvPr/>
        </p:nvSpPr>
        <p:spPr>
          <a:xfrm xmlns:a="http://schemas.openxmlformats.org/drawingml/2006/main">
            <a:off x="788670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2" name="patch-score-grid-2-4">
            <a:extLst xmlns:a="http://schemas.openxmlformats.org/drawingml/2006/main">
              <a:ext uri="{FF2B5EF4-FFF2-40B4-BE49-F238E27FC236}">
                <a16:creationId xmlns:a16="http://schemas.microsoft.com/office/drawing/2014/main" id="{26D2DBE3-BA88-4061-B6D4-D04676126D12}"/>
              </a:ext>
            </a:extLst>
          </p:cNvPr>
          <p:cNvSpPr>
            <a:spLocks xmlns:a="http://schemas.openxmlformats.org/drawingml/2006/main" noGrp="1"/>
          </p:cNvSpPr>
          <p:nvPr/>
        </p:nvSpPr>
        <p:spPr>
          <a:xfrm xmlns:a="http://schemas.openxmlformats.org/drawingml/2006/main">
            <a:off x="81057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3" name="patch-score-grid-3-0">
            <a:extLst xmlns:a="http://schemas.openxmlformats.org/drawingml/2006/main">
              <a:ext uri="{FF2B5EF4-FFF2-40B4-BE49-F238E27FC236}">
                <a16:creationId xmlns:a16="http://schemas.microsoft.com/office/drawing/2014/main" id="{F52AD21F-8C93-4E73-ABB7-B4114A16AE7B}"/>
              </a:ext>
            </a:extLst>
          </p:cNvPr>
          <p:cNvSpPr>
            <a:spLocks xmlns:a="http://schemas.openxmlformats.org/drawingml/2006/main" noGrp="1"/>
          </p:cNvSpPr>
          <p:nvPr/>
        </p:nvSpPr>
        <p:spPr>
          <a:xfrm xmlns:a="http://schemas.openxmlformats.org/drawingml/2006/main">
            <a:off x="72294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4" name="patch-score-grid-3-1">
            <a:extLst xmlns:a="http://schemas.openxmlformats.org/drawingml/2006/main">
              <a:ext uri="{FF2B5EF4-FFF2-40B4-BE49-F238E27FC236}">
                <a16:creationId xmlns:a16="http://schemas.microsoft.com/office/drawing/2014/main" id="{B1F2D0BB-39CA-48C8-96A5-CD0BFEA519D3}"/>
              </a:ext>
            </a:extLst>
          </p:cNvPr>
          <p:cNvSpPr>
            <a:spLocks xmlns:a="http://schemas.openxmlformats.org/drawingml/2006/main" noGrp="1"/>
          </p:cNvSpPr>
          <p:nvPr/>
        </p:nvSpPr>
        <p:spPr>
          <a:xfrm xmlns:a="http://schemas.openxmlformats.org/drawingml/2006/main">
            <a:off x="744855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5" name="patch-score-grid-3-2">
            <a:extLst xmlns:a="http://schemas.openxmlformats.org/drawingml/2006/main">
              <a:ext uri="{FF2B5EF4-FFF2-40B4-BE49-F238E27FC236}">
                <a16:creationId xmlns:a16="http://schemas.microsoft.com/office/drawing/2014/main" id="{F55B41E2-0A95-4C28-B65F-931FD71A0697}"/>
              </a:ext>
            </a:extLst>
          </p:cNvPr>
          <p:cNvSpPr>
            <a:spLocks xmlns:a="http://schemas.openxmlformats.org/drawingml/2006/main" noGrp="1"/>
          </p:cNvSpPr>
          <p:nvPr/>
        </p:nvSpPr>
        <p:spPr>
          <a:xfrm xmlns:a="http://schemas.openxmlformats.org/drawingml/2006/main">
            <a:off x="766762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6" name="patch-score-grid-3-3">
            <a:extLst xmlns:a="http://schemas.openxmlformats.org/drawingml/2006/main">
              <a:ext uri="{FF2B5EF4-FFF2-40B4-BE49-F238E27FC236}">
                <a16:creationId xmlns:a16="http://schemas.microsoft.com/office/drawing/2014/main" id="{0FF44AA1-EC1C-451E-BFA7-CEBF1B557955}"/>
              </a:ext>
            </a:extLst>
          </p:cNvPr>
          <p:cNvSpPr>
            <a:spLocks xmlns:a="http://schemas.openxmlformats.org/drawingml/2006/main" noGrp="1"/>
          </p:cNvSpPr>
          <p:nvPr/>
        </p:nvSpPr>
        <p:spPr>
          <a:xfrm xmlns:a="http://schemas.openxmlformats.org/drawingml/2006/main">
            <a:off x="788670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7" name="patch-score-grid-3-4">
            <a:extLst xmlns:a="http://schemas.openxmlformats.org/drawingml/2006/main">
              <a:ext uri="{FF2B5EF4-FFF2-40B4-BE49-F238E27FC236}">
                <a16:creationId xmlns:a16="http://schemas.microsoft.com/office/drawing/2014/main" id="{0815BCE6-D440-49BB-9E0C-0EFF72F2EF39}"/>
              </a:ext>
            </a:extLst>
          </p:cNvPr>
          <p:cNvSpPr>
            <a:spLocks xmlns:a="http://schemas.openxmlformats.org/drawingml/2006/main" noGrp="1"/>
          </p:cNvSpPr>
          <p:nvPr/>
        </p:nvSpPr>
        <p:spPr>
          <a:xfrm xmlns:a="http://schemas.openxmlformats.org/drawingml/2006/main">
            <a:off x="81057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cxnSp>
        <p:nvCxnSpPr>
          <p:cNvPr id="107" name=""/>
          <p:cNvCxnSpPr>
            <a:stCxn xmlns:a="http://schemas.openxmlformats.org/drawingml/2006/main" id="15" idx="3"/>
            <a:endCxn xmlns:a="http://schemas.openxmlformats.org/drawingml/2006/main" id="27" idx="1"/>
          </p:cNvCxnSpPr>
          <p:nvPr/>
        </p:nvCxnSpPr>
        <p:spPr>
          <a:xfrm xmlns:a="http://schemas.openxmlformats.org/drawingml/2006/main">
            <a:off x="6534150" y="5119688"/>
            <a:ext cx="695325" cy="619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raw-score">
            <a:extLst xmlns:a="http://schemas.openxmlformats.org/drawingml/2006/main">
              <a:ext uri="{FF2B5EF4-FFF2-40B4-BE49-F238E27FC236}">
                <a16:creationId xmlns:a16="http://schemas.microsoft.com/office/drawing/2014/main" id="{00E16709-4F9F-4990-8E57-4238AF62974D}"/>
              </a:ext>
            </a:extLst>
          </p:cNvPr>
          <p:cNvSpPr>
            <a:spLocks xmlns:a="http://schemas.openxmlformats.org/drawingml/2006/main" noGrp="1"/>
          </p:cNvSpPr>
          <p:nvPr/>
        </p:nvSpPr>
        <p:spPr>
          <a:xfrm xmlns:a="http://schemas.openxmlformats.org/drawingml/2006/main">
            <a:off x="7334250" y="5686425"/>
            <a:ext cx="10953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0" i="1">
                <a:latin typeface="Cambria"/>
                <a:ea typeface="Cambria"/>
                <a:cs typeface="Cambria"/>
              </a:rPr>
              <a:t>a</a:t>
            </a:r>
            <a:r>
              <a:rPr sz="1728" b="0" i="0" baseline="-25000">
                <a:latin typeface="Cambria"/>
                <a:ea typeface="Cambria"/>
                <a:cs typeface="Cambria"/>
              </a:rPr>
              <a:t>p</a:t>
            </a:r>
          </a:p>
        </p:txBody>
      </p:sp>
      <p:sp>
        <p:nvSpPr>
          <p:cNvPr id="50" name="resize-and-smooth">
            <a:extLst xmlns:a="http://schemas.openxmlformats.org/drawingml/2006/main">
              <a:ext uri="{FF2B5EF4-FFF2-40B4-BE49-F238E27FC236}">
                <a16:creationId xmlns:a16="http://schemas.microsoft.com/office/drawing/2014/main" id="{257A984E-228E-4FB6-ACD8-BED9FEC697E1}"/>
              </a:ext>
            </a:extLst>
          </p:cNvPr>
          <p:cNvSpPr>
            <a:spLocks xmlns:a="http://schemas.openxmlformats.org/drawingml/2006/main" noGrp="1"/>
          </p:cNvSpPr>
          <p:nvPr/>
        </p:nvSpPr>
        <p:spPr>
          <a:xfrm xmlns:a="http://schemas.openxmlformats.org/drawingml/2006/main">
            <a:off x="8915400" y="4581525"/>
            <a:ext cx="2209800" cy="13049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Bilinear resize</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448 × 448</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Gaussian σ = 4</a:t>
            </a:r>
          </a:p>
        </p:txBody>
      </p:sp>
      <p:cxnSp>
        <p:nvCxnSpPr>
          <p:cNvPr id="110" name=""/>
          <p:cNvCxnSpPr>
            <a:stCxn xmlns:a="http://schemas.openxmlformats.org/drawingml/2006/main" id="27" idx="3"/>
            <a:endCxn xmlns:a="http://schemas.openxmlformats.org/drawingml/2006/main" id="50" idx="1"/>
          </p:cNvCxnSpPr>
          <p:nvPr/>
        </p:nvCxnSpPr>
        <p:spPr>
          <a:xfrm xmlns:a="http://schemas.openxmlformats.org/drawingml/2006/main">
            <a:off x="8324850" y="5181600"/>
            <a:ext cx="590550"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pic>
        <p:nvPicPr>
          <p:cNvPr id="111" name="Existing A1 map for scoring illustration"/>
          <p:cNvPicPr>
            <a:picLocks xmlns:a="http://schemas.openxmlformats.org/drawingml/2006/main" noChangeAspect="1"/>
          </p:cNvPicPr>
          <p:nvPr/>
        </p:nvPicPr>
        <p:blipFill>
          <a:blip xmlns:r="http://schemas.openxmlformats.org/officeDocument/2006/relationships" xmlns:a="http://schemas.openxmlformats.org/drawingml/2006/main" r:embed="R773f58d51083408a"/>
          <ns0:srcRect xmlns:ns0="http://schemas.openxmlformats.org/drawingml/2006/main" l="79543" t="22084" r="490" b="2022"/>
          <a:stretch xmlns:a="http://schemas.openxmlformats.org/drawingml/2006/main"/>
        </p:blipFill>
        <p:spPr>
          <a:xfrm xmlns:a="http://schemas.openxmlformats.org/drawingml/2006/main">
            <a:off x="11763375" y="4572000"/>
            <a:ext cx="1228725" cy="1228725"/>
          </a:xfrm>
          <a:prstGeom xmlns:a="http://schemas.openxmlformats.org/drawingml/2006/main" prst="rect">
            <a:avLst/>
          </a:prstGeom>
        </p:spPr>
      </p:pic>
      <p:sp>
        <p:nvSpPr>
          <p:cNvPr id="53" name="Existing A1 map for scoring illustration-anchor">
            <a:extLst xmlns:a="http://schemas.openxmlformats.org/drawingml/2006/main">
              <a:ext uri="{FF2B5EF4-FFF2-40B4-BE49-F238E27FC236}">
                <a16:creationId xmlns:a16="http://schemas.microsoft.com/office/drawing/2014/main" id="{45054115-E59C-42F6-9D40-1EC3B10682DF}"/>
              </a:ext>
            </a:extLst>
          </p:cNvPr>
          <p:cNvSpPr>
            <a:spLocks xmlns:a="http://schemas.openxmlformats.org/drawingml/2006/main" noGrp="1"/>
          </p:cNvSpPr>
          <p:nvPr/>
        </p:nvSpPr>
        <p:spPr>
          <a:xfrm xmlns:a="http://schemas.openxmlformats.org/drawingml/2006/main">
            <a:off x="11763375" y="4572000"/>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54" name="junction-21">
            <a:extLst xmlns:a="http://schemas.openxmlformats.org/drawingml/2006/main">
              <a:ext uri="{FF2B5EF4-FFF2-40B4-BE49-F238E27FC236}">
                <a16:creationId xmlns:a16="http://schemas.microsoft.com/office/drawing/2014/main" id="{4BCFD5E8-B50B-402E-BEF8-AD59F43BD516}"/>
              </a:ext>
            </a:extLst>
          </p:cNvPr>
          <p:cNvSpPr>
            <a:spLocks xmlns:a="http://schemas.openxmlformats.org/drawingml/2006/main" noGrp="1"/>
          </p:cNvSpPr>
          <p:nvPr/>
        </p:nvSpPr>
        <p:spPr>
          <a:xfrm xmlns:a="http://schemas.openxmlformats.org/drawingml/2006/main">
            <a:off x="11706225" y="52197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50" idx="3"/>
            <a:endCxn xmlns:a="http://schemas.openxmlformats.org/drawingml/2006/main" id="54" idx="1"/>
          </p:cNvCxnSpPr>
          <p:nvPr/>
        </p:nvCxnSpPr>
        <p:spPr>
          <a:xfrm xmlns:a="http://schemas.openxmlformats.org/drawingml/2006/main" flipV="1">
            <a:off x="11125200" y="5229225"/>
            <a:ext cx="581025" cy="47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56" name="output-map">
            <a:extLst xmlns:a="http://schemas.openxmlformats.org/drawingml/2006/main">
              <a:ext uri="{FF2B5EF4-FFF2-40B4-BE49-F238E27FC236}">
                <a16:creationId xmlns:a16="http://schemas.microsoft.com/office/drawing/2014/main" id="{EDEFD0A8-CECD-4C10-9C0E-9478FD9199B2}"/>
              </a:ext>
            </a:extLst>
          </p:cNvPr>
          <p:cNvSpPr>
            <a:spLocks xmlns:a="http://schemas.openxmlformats.org/drawingml/2006/main" noGrp="1"/>
          </p:cNvSpPr>
          <p:nvPr/>
        </p:nvSpPr>
        <p:spPr>
          <a:xfrm xmlns:a="http://schemas.openxmlformats.org/drawingml/2006/main">
            <a:off x="11449050" y="5915025"/>
            <a:ext cx="18288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S</a:t>
            </a:r>
            <a:r>
              <a:rPr sz="1674" b="1" i="0" baseline="-25000">
                <a:latin typeface="Cambria"/>
                <a:ea typeface="Cambria"/>
                <a:cs typeface="Cambria"/>
              </a:rPr>
              <a:t>448</a:t>
            </a:r>
            <a:r>
              <a:rPr sz="2325">
                <a:latin typeface="Cambria"/>
                <a:ea typeface="Cambria"/>
                <a:cs typeface="Cambria"/>
              </a:rPr>
              <a:t>(</a:t>
            </a:r>
            <a:r>
              <a:rPr sz="2325" b="0" i="1">
                <a:latin typeface="Cambria"/>
                <a:ea typeface="Cambria"/>
                <a:cs typeface="Cambria"/>
              </a:rPr>
              <a:t>x</a:t>
            </a:r>
            <a:r>
              <a:rPr sz="2325">
                <a:latin typeface="Cambria"/>
                <a:ea typeface="Cambria"/>
                <a:cs typeface="Cambria"/>
              </a:rPr>
              <a:t>)</a:t>
            </a:r>
          </a:p>
        </p:txBody>
      </p:sp>
      <p:sp>
        <p:nvSpPr>
          <p:cNvPr id="57" name="nn-equation">
            <a:extLst xmlns:a="http://schemas.openxmlformats.org/drawingml/2006/main">
              <a:ext uri="{FF2B5EF4-FFF2-40B4-BE49-F238E27FC236}">
                <a16:creationId xmlns:a16="http://schemas.microsoft.com/office/drawing/2014/main" id="{3F4D8CD3-2F1D-44F5-90E9-E570E969F2CF}"/>
              </a:ext>
            </a:extLst>
          </p:cNvPr>
          <p:cNvSpPr>
            <a:spLocks xmlns:a="http://schemas.openxmlformats.org/drawingml/2006/main" noGrp="1"/>
          </p:cNvSpPr>
          <p:nvPr/>
        </p:nvSpPr>
        <p:spPr>
          <a:xfrm xmlns:a="http://schemas.openxmlformats.org/drawingml/2006/main">
            <a:off x="400050" y="6572250"/>
            <a:ext cx="7648575"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202832"/>
                </a:solidFill>
                <a:latin typeface="Cambria"/>
                <a:ea typeface="Cambria"/>
                <a:cs typeface="Cambria"/>
              </a:defRPr>
            </a:pPr>
            <a:r>
              <a:rPr sz="2400" b="0" i="1">
                <a:latin typeface="Cambria"/>
                <a:ea typeface="Cambria"/>
                <a:cs typeface="Cambria"/>
              </a:rPr>
              <a:t>a</a:t>
            </a:r>
            <a:r>
              <a:rPr sz="1728" b="0" i="0" baseline="-25000">
                <a:latin typeface="Cambria"/>
                <a:ea typeface="Cambria"/>
                <a:cs typeface="Cambria"/>
              </a:rPr>
              <a:t>p</a:t>
            </a:r>
            <a:r>
              <a:rPr sz="2400">
                <a:latin typeface="Cambria"/>
                <a:ea typeface="Cambria"/>
                <a:cs typeface="Cambria"/>
              </a:rPr>
              <a:t>(</a:t>
            </a:r>
            <a:r>
              <a:rPr sz="2400" b="0" i="1">
                <a:latin typeface="Cambria"/>
                <a:ea typeface="Cambria"/>
                <a:cs typeface="Cambria"/>
              </a:rPr>
              <a:t>x</a:t>
            </a:r>
            <a:r>
              <a:rPr sz="2400">
                <a:latin typeface="Cambria"/>
                <a:ea typeface="Cambria"/>
                <a:cs typeface="Cambria"/>
              </a:rPr>
              <a:t>) = ½ min</a:t>
            </a:r>
            <a:r>
              <a:rPr sz="2400" b="0" i="1">
                <a:latin typeface="Cambria"/>
                <a:ea typeface="Cambria"/>
                <a:cs typeface="Cambria"/>
              </a:rPr>
              <a:t/>
            </a:r>
            <a:r>
              <a:rPr sz="1728" b="0" i="0" baseline="-25000">
                <a:latin typeface="Cambria"/>
                <a:ea typeface="Cambria"/>
                <a:cs typeface="Cambria"/>
              </a:rPr>
              <a:t>m ∈ </a:t>
            </a:r>
            <a:r>
              <a:rPr sz="1728" b="1" i="1" baseline="-25000">
                <a:latin typeface="Cambria"/>
                <a:ea typeface="Cambria"/>
                <a:cs typeface="Cambria"/>
              </a:rPr>
              <a:t>M</a:t>
            </a:r>
            <a:r>
              <a:rPr sz="1200" b="0" i="0" baseline="-43000">
                <a:latin typeface="Cambria"/>
                <a:ea typeface="Cambria"/>
                <a:cs typeface="Cambria"/>
              </a:rPr>
              <a:t>c</a:t>
            </a:r>
            <a:r>
              <a:rPr sz="2400">
                <a:latin typeface="Cambria"/>
                <a:ea typeface="Cambria"/>
                <a:cs typeface="Cambria"/>
              </a:rPr>
              <a:t> ‖</a:t>
            </a:r>
            <a:r>
              <a:rPr sz="2400" b="1" i="1">
                <a:latin typeface="Cambria"/>
                <a:ea typeface="Cambria"/>
                <a:cs typeface="Cambria"/>
              </a:rPr>
              <a:t>f</a:t>
            </a:r>
            <a:r>
              <a:rPr sz="1728" b="1" i="0" baseline="-25000">
                <a:latin typeface="Cambria"/>
                <a:ea typeface="Cambria"/>
                <a:cs typeface="Cambria"/>
              </a:rPr>
              <a:t>A,p</a:t>
            </a:r>
            <a:r>
              <a:rPr sz="2400">
                <a:latin typeface="Cambria"/>
                <a:ea typeface="Cambria"/>
                <a:cs typeface="Cambria"/>
              </a:rPr>
              <a:t>(</a:t>
            </a:r>
            <a:r>
              <a:rPr sz="2400" b="0" i="1">
                <a:latin typeface="Cambria"/>
                <a:ea typeface="Cambria"/>
                <a:cs typeface="Cambria"/>
              </a:rPr>
              <a:t>x</a:t>
            </a:r>
            <a:r>
              <a:rPr sz="2400">
                <a:latin typeface="Cambria"/>
                <a:ea typeface="Cambria"/>
                <a:cs typeface="Cambria"/>
              </a:rPr>
              <a:t>) − </a:t>
            </a:r>
            <a:r>
              <a:rPr sz="2400" b="1" i="1">
                <a:latin typeface="Cambria"/>
                <a:ea typeface="Cambria"/>
                <a:cs typeface="Cambria"/>
              </a:rPr>
              <a:t>m</a:t>
            </a:r>
            <a:r>
              <a:rPr sz="2400">
                <a:latin typeface="Cambria"/>
                <a:ea typeface="Cambria"/>
                <a:cs typeface="Cambria"/>
              </a:rPr>
              <a:t>‖₂²</a:t>
            </a:r>
          </a:p>
        </p:txBody>
      </p:sp>
      <p:sp>
        <p:nvSpPr>
          <p:cNvPr id="58" name="pool-equation">
            <a:extLst xmlns:a="http://schemas.openxmlformats.org/drawingml/2006/main">
              <a:ext uri="{FF2B5EF4-FFF2-40B4-BE49-F238E27FC236}">
                <a16:creationId xmlns:a16="http://schemas.microsoft.com/office/drawing/2014/main" id="{41A47593-1885-4738-97C5-5B743C7F764D}"/>
              </a:ext>
            </a:extLst>
          </p:cNvPr>
          <p:cNvSpPr>
            <a:spLocks xmlns:a="http://schemas.openxmlformats.org/drawingml/2006/main" noGrp="1"/>
          </p:cNvSpPr>
          <p:nvPr/>
        </p:nvSpPr>
        <p:spPr>
          <a:xfrm xmlns:a="http://schemas.openxmlformats.org/drawingml/2006/main">
            <a:off x="8382000" y="6705600"/>
            <a:ext cx="45910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s</a:t>
            </a:r>
            <a:r>
              <a:rPr sz="1620" b="0" i="0" baseline="-25000">
                <a:latin typeface="Cambria"/>
                <a:ea typeface="Cambria"/>
                <a:cs typeface="Cambria"/>
              </a:rPr>
              <a:t>img</a:t>
            </a:r>
            <a:r>
              <a:rPr sz="2250">
                <a:latin typeface="Cambria"/>
                <a:ea typeface="Cambria"/>
                <a:cs typeface="Cambria"/>
              </a:rPr>
              <a:t>(</a:t>
            </a:r>
            <a:r>
              <a:rPr sz="2250" b="0" i="1">
                <a:latin typeface="Cambria"/>
                <a:ea typeface="Cambria"/>
                <a:cs typeface="Cambria"/>
              </a:rPr>
              <a:t>x</a:t>
            </a:r>
            <a:r>
              <a:rPr sz="2250">
                <a:latin typeface="Cambria"/>
                <a:ea typeface="Cambria"/>
                <a:cs typeface="Cambria"/>
              </a:rPr>
              <a:t>) = max</a:t>
            </a:r>
            <a:r>
              <a:rPr sz="2250" b="0" i="1">
                <a:latin typeface="Cambria"/>
                <a:ea typeface="Cambria"/>
                <a:cs typeface="Cambria"/>
              </a:rPr>
              <a:t/>
            </a:r>
            <a:r>
              <a:rPr sz="1620" b="0" i="0" baseline="-25000">
                <a:latin typeface="Cambria"/>
                <a:ea typeface="Cambria"/>
                <a:cs typeface="Cambria"/>
              </a:rPr>
              <a:t>u</a:t>
            </a:r>
            <a:r>
              <a:rPr sz="2250">
                <a:latin typeface="Cambria"/>
                <a:ea typeface="Cambria"/>
                <a:cs typeface="Cambria"/>
              </a:rPr>
              <a:t> </a:t>
            </a:r>
            <a:r>
              <a:rPr sz="2250" b="1" i="1">
                <a:latin typeface="Cambria"/>
                <a:ea typeface="Cambria"/>
                <a:cs typeface="Cambria"/>
              </a:rPr>
              <a:t>S</a:t>
            </a:r>
            <a:r>
              <a:rPr sz="1620" b="1" i="0" baseline="-25000">
                <a:latin typeface="Cambria"/>
                <a:ea typeface="Cambria"/>
                <a:cs typeface="Cambria"/>
              </a:rPr>
              <a:t>448,u</a:t>
            </a:r>
            <a:r>
              <a:rPr sz="2250">
                <a:latin typeface="Cambria"/>
                <a:ea typeface="Cambria"/>
                <a:cs typeface="Cambria"/>
              </a:rPr>
              <a:t>(</a:t>
            </a:r>
            <a:r>
              <a:rPr sz="2250" b="0" i="1">
                <a:latin typeface="Cambria"/>
                <a:ea typeface="Cambria"/>
                <a:cs typeface="Cambria"/>
              </a:rPr>
              <a:t>x</a:t>
            </a:r>
            <a:r>
              <a:rPr sz="2250">
                <a:latin typeface="Cambria"/>
                <a:ea typeface="Cambria"/>
                <a:cs typeface="Cambria"/>
              </a:rPr>
              <a:t>)</a:t>
            </a:r>
          </a:p>
        </p:txBody>
      </p:sp>
      <p:sp>
        <p:nvSpPr>
          <p:cNvPr id="59" name="nearest-note">
            <a:extLst xmlns:a="http://schemas.openxmlformats.org/drawingml/2006/main">
              <a:ext uri="{FF2B5EF4-FFF2-40B4-BE49-F238E27FC236}">
                <a16:creationId xmlns:a16="http://schemas.microsoft.com/office/drawing/2014/main" id="{2AB3947C-DEE3-42A7-A257-302700E5DEBC}"/>
              </a:ext>
            </a:extLst>
          </p:cNvPr>
          <p:cNvSpPr>
            <a:spLocks xmlns:a="http://schemas.openxmlformats.org/drawingml/2006/main" noGrp="1"/>
          </p:cNvSpPr>
          <p:nvPr/>
        </p:nvSpPr>
        <p:spPr>
          <a:xfrm xmlns:a="http://schemas.openxmlformats.org/drawingml/2006/main">
            <a:off x="371475" y="7181850"/>
            <a:ext cx="73247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Nearest means closest in feature space</a:t>
            </a:r>
          </a:p>
        </p:txBody>
      </p:sp>
    </p:spTree>
    <p:extLst>
      <p:ext uri="{BB962C8B-B14F-4D97-AF65-F5344CB8AC3E}">
        <p14:creationId xmlns:p14="http://schemas.microsoft.com/office/powerpoint/2010/main" val="5644053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itle">
            <a:extLst xmlns:a="http://schemas.openxmlformats.org/drawingml/2006/main">
              <a:ext uri="{FF2B5EF4-FFF2-40B4-BE49-F238E27FC236}">
                <a16:creationId xmlns:a16="http://schemas.microsoft.com/office/drawing/2014/main" id="{282E9378-3039-4913-AE1B-2B71F35E6936}"/>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Matched DINO-only control</a:t>
            </a:r>
          </a:p>
        </p:txBody>
      </p:sp>
      <p:sp>
        <p:nvSpPr>
          <p:cNvPr id="2" name="shared-control-context">
            <a:extLst xmlns:a="http://schemas.openxmlformats.org/drawingml/2006/main">
              <a:ext uri="{FF2B5EF4-FFF2-40B4-BE49-F238E27FC236}">
                <a16:creationId xmlns:a16="http://schemas.microsoft.com/office/drawing/2014/main" id="{C9B667C8-7EF2-445C-9A07-08A83F8BE9C1}"/>
              </a:ext>
            </a:extLst>
          </p:cNvPr>
          <p:cNvSpPr>
            <a:spLocks xmlns:a="http://schemas.openxmlformats.org/drawingml/2006/main" noGrp="1"/>
          </p:cNvSpPr>
          <p:nvPr/>
        </p:nvSpPr>
        <p:spPr>
          <a:xfrm xmlns:a="http://schemas.openxmlformats.org/drawingml/2006/main">
            <a:off x="342900" y="866775"/>
            <a:ext cx="12639675" cy="4572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52606B"/>
                </a:solidFill>
                <a:latin typeface="Arial"/>
                <a:ea typeface="Arial"/>
                <a:cs typeface="Arial"/>
              </a:defRPr>
            </a:pPr>
            <a:r>
              <a:rPr sz="2400" b="0">
                <a:solidFill>
                  <a:srgbClr val="52606B"/>
                </a:solidFill>
                <a:latin typeface="Arial"/>
                <a:ea typeface="Arial"/>
                <a:cs typeface="Arial"/>
              </a:rPr>
              <a:t>Identical support identities and query images</a:t>
            </a:r>
          </a:p>
        </p:txBody>
      </p:sp>
      <p:sp>
        <p:nvSpPr>
          <p:cNvPr id="3" name="a-method">
            <a:extLst xmlns:a="http://schemas.openxmlformats.org/drawingml/2006/main">
              <a:ext uri="{FF2B5EF4-FFF2-40B4-BE49-F238E27FC236}">
                <a16:creationId xmlns:a16="http://schemas.microsoft.com/office/drawing/2014/main" id="{0FD3A6AD-A862-4726-9C6F-C01350DB3FA8}"/>
              </a:ext>
            </a:extLst>
          </p:cNvPr>
          <p:cNvSpPr>
            <a:spLocks xmlns:a="http://schemas.openxmlformats.org/drawingml/2006/main" noGrp="1"/>
          </p:cNvSpPr>
          <p:nvPr/>
        </p:nvSpPr>
        <p:spPr>
          <a:xfrm xmlns:a="http://schemas.openxmlformats.org/drawingml/2006/main">
            <a:off x="342900" y="1628775"/>
            <a:ext cx="39052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(a) DCFnet</a:t>
            </a:r>
          </a:p>
        </p:txBody>
      </p:sp>
      <p:sp>
        <p:nvSpPr>
          <p:cNvPr id="4" name="control-dcfnet-features">
            <a:extLst xmlns:a="http://schemas.openxmlformats.org/drawingml/2006/main">
              <a:ext uri="{FF2B5EF4-FFF2-40B4-BE49-F238E27FC236}">
                <a16:creationId xmlns:a16="http://schemas.microsoft.com/office/drawing/2014/main" id="{19792249-E558-4BA5-AF69-EA4831D6AACD}"/>
              </a:ext>
            </a:extLst>
          </p:cNvPr>
          <p:cNvSpPr>
            <a:spLocks xmlns:a="http://schemas.openxmlformats.org/drawingml/2006/main" noGrp="1"/>
          </p:cNvSpPr>
          <p:nvPr/>
        </p:nvSpPr>
        <p:spPr>
          <a:xfrm xmlns:a="http://schemas.openxmlformats.org/drawingml/2006/main">
            <a:off x="361950" y="2257425"/>
            <a:ext cx="338137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DINOv2 + CLIP/DPAM</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Calibrated fixed fusion</a:t>
            </a:r>
          </a:p>
        </p:txBody>
      </p:sp>
      <p:sp>
        <p:nvSpPr>
          <p:cNvPr id="5" name="dcfnet-descriptor">
            <a:extLst xmlns:a="http://schemas.openxmlformats.org/drawingml/2006/main">
              <a:ext uri="{FF2B5EF4-FFF2-40B4-BE49-F238E27FC236}">
                <a16:creationId xmlns:a16="http://schemas.microsoft.com/office/drawing/2014/main" id="{2752A89E-DB21-4CB6-87D8-00DE66B115C0}"/>
              </a:ext>
            </a:extLst>
          </p:cNvPr>
          <p:cNvSpPr>
            <a:spLocks xmlns:a="http://schemas.openxmlformats.org/drawingml/2006/main" noGrp="1"/>
          </p:cNvSpPr>
          <p:nvPr/>
        </p:nvSpPr>
        <p:spPr>
          <a:xfrm xmlns:a="http://schemas.openxmlformats.org/drawingml/2006/main">
            <a:off x="4429125" y="2257425"/>
            <a:ext cx="225742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6" name="dcfnet-bank">
            <a:extLst xmlns:a="http://schemas.openxmlformats.org/drawingml/2006/main">
              <a:ext uri="{FF2B5EF4-FFF2-40B4-BE49-F238E27FC236}">
                <a16:creationId xmlns:a16="http://schemas.microsoft.com/office/drawing/2014/main" id="{CCD3EE14-E652-4BAB-B459-C6B297D30A85}"/>
              </a:ext>
            </a:extLst>
          </p:cNvPr>
          <p:cNvSpPr>
            <a:spLocks xmlns:a="http://schemas.openxmlformats.org/drawingml/2006/main" noGrp="1"/>
          </p:cNvSpPr>
          <p:nvPr/>
        </p:nvSpPr>
        <p:spPr>
          <a:xfrm xmlns:a="http://schemas.openxmlformats.org/drawingml/2006/main">
            <a:off x="7372350" y="2257425"/>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 memory</a:t>
            </a:r>
          </a:p>
        </p:txBody>
      </p:sp>
      <p:sp>
        <p:nvSpPr>
          <p:cNvPr id="7" name="dcfnet-score">
            <a:extLst xmlns:a="http://schemas.openxmlformats.org/drawingml/2006/main">
              <a:ext uri="{FF2B5EF4-FFF2-40B4-BE49-F238E27FC236}">
                <a16:creationId xmlns:a16="http://schemas.microsoft.com/office/drawing/2014/main" id="{715A4503-8ED3-4F0D-A341-585D4794CA86}"/>
              </a:ext>
            </a:extLst>
          </p:cNvPr>
          <p:cNvSpPr>
            <a:spLocks xmlns:a="http://schemas.openxmlformats.org/drawingml/2006/main" noGrp="1"/>
          </p:cNvSpPr>
          <p:nvPr/>
        </p:nvSpPr>
        <p:spPr>
          <a:xfrm xmlns:a="http://schemas.openxmlformats.org/drawingml/2006/main">
            <a:off x="10477500" y="2257425"/>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50" name=""/>
          <p:cNvCxnSpPr>
            <a:stCxn xmlns:a="http://schemas.openxmlformats.org/drawingml/2006/main" id="4" idx="3"/>
            <a:endCxn xmlns:a="http://schemas.openxmlformats.org/drawingml/2006/main" id="5" idx="1"/>
          </p:cNvCxnSpPr>
          <p:nvPr/>
        </p:nvCxnSpPr>
        <p:spPr>
          <a:xfrm xmlns:a="http://schemas.openxmlformats.org/drawingml/2006/main">
            <a:off x="3743325"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1" name=""/>
          <p:cNvCxnSpPr>
            <a:stCxn xmlns:a="http://schemas.openxmlformats.org/drawingml/2006/main" id="5" idx="3"/>
            <a:endCxn xmlns:a="http://schemas.openxmlformats.org/drawingml/2006/main" id="6" idx="1"/>
          </p:cNvCxnSpPr>
          <p:nvPr/>
        </p:nvCxnSpPr>
        <p:spPr>
          <a:xfrm xmlns:a="http://schemas.openxmlformats.org/drawingml/2006/main">
            <a:off x="6686550"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2" name=""/>
          <p:cNvCxnSpPr>
            <a:stCxn xmlns:a="http://schemas.openxmlformats.org/drawingml/2006/main" id="6" idx="3"/>
            <a:endCxn xmlns:a="http://schemas.openxmlformats.org/drawingml/2006/main" id="7" idx="1"/>
          </p:cNvCxnSpPr>
          <p:nvPr/>
        </p:nvCxnSpPr>
        <p:spPr>
          <a:xfrm xmlns:a="http://schemas.openxmlformats.org/drawingml/2006/main">
            <a:off x="9867900" y="2947988"/>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1" name="support-only-a">
            <a:extLst xmlns:a="http://schemas.openxmlformats.org/drawingml/2006/main">
              <a:ext uri="{FF2B5EF4-FFF2-40B4-BE49-F238E27FC236}">
                <a16:creationId xmlns:a16="http://schemas.microsoft.com/office/drawing/2014/main" id="{A246F138-7CB0-4536-AFB8-95EF296130FE}"/>
              </a:ext>
            </a:extLst>
          </p:cNvPr>
          <p:cNvSpPr>
            <a:spLocks xmlns:a="http://schemas.openxmlformats.org/drawingml/2006/main" noGrp="1"/>
          </p:cNvSpPr>
          <p:nvPr/>
        </p:nvSpPr>
        <p:spPr>
          <a:xfrm xmlns:a="http://schemas.openxmlformats.org/drawingml/2006/main">
            <a:off x="6619875" y="182880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12" name="junction-22">
            <a:extLst xmlns:a="http://schemas.openxmlformats.org/drawingml/2006/main">
              <a:ext uri="{FF2B5EF4-FFF2-40B4-BE49-F238E27FC236}">
                <a16:creationId xmlns:a16="http://schemas.microsoft.com/office/drawing/2014/main" id="{3D8B22A5-5561-4A41-83B2-C880D15A3ED2}"/>
              </a:ext>
            </a:extLst>
          </p:cNvPr>
          <p:cNvSpPr>
            <a:spLocks xmlns:a="http://schemas.openxmlformats.org/drawingml/2006/main" noGrp="1"/>
          </p:cNvSpPr>
          <p:nvPr/>
        </p:nvSpPr>
        <p:spPr>
          <a:xfrm xmlns:a="http://schemas.openxmlformats.org/drawingml/2006/main">
            <a:off x="5543550" y="3648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junction-23">
            <a:extLst xmlns:a="http://schemas.openxmlformats.org/drawingml/2006/main">
              <a:ext uri="{FF2B5EF4-FFF2-40B4-BE49-F238E27FC236}">
                <a16:creationId xmlns:a16="http://schemas.microsoft.com/office/drawing/2014/main" id="{E54CA052-8649-472A-809F-1DAD47B4C816}"/>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12" idx="2"/>
            <a:endCxn xmlns:a="http://schemas.openxmlformats.org/drawingml/2006/main" id="13" idx="0"/>
          </p:cNvCxnSpPr>
          <p:nvPr/>
        </p:nvCxnSpPr>
        <p:spPr>
          <a:xfrm xmlns:a="http://schemas.openxmlformats.org/drawingml/2006/main">
            <a:off x="5553075" y="3667125"/>
            <a:ext cx="0" cy="22860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5" name="junction-24">
            <a:extLst xmlns:a="http://schemas.openxmlformats.org/drawingml/2006/main">
              <a:ext uri="{FF2B5EF4-FFF2-40B4-BE49-F238E27FC236}">
                <a16:creationId xmlns:a16="http://schemas.microsoft.com/office/drawing/2014/main" id="{757F15DD-D5D7-4FB7-A799-03BBC564CD13}"/>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junction-25">
            <a:extLst xmlns:a="http://schemas.openxmlformats.org/drawingml/2006/main">
              <a:ext uri="{FF2B5EF4-FFF2-40B4-BE49-F238E27FC236}">
                <a16:creationId xmlns:a16="http://schemas.microsoft.com/office/drawing/2014/main" id="{E8A57057-BF72-4CB4-89E4-346F800F8305}"/>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15" idx="3"/>
            <a:endCxn xmlns:a="http://schemas.openxmlformats.org/drawingml/2006/main" id="16" idx="1"/>
          </p:cNvCxnSpPr>
          <p:nvPr/>
        </p:nvCxnSpPr>
        <p:spPr>
          <a:xfrm xmlns:a="http://schemas.openxmlformats.org/drawingml/2006/main">
            <a:off x="5562600" y="39052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8" name="junction-26">
            <a:extLst xmlns:a="http://schemas.openxmlformats.org/drawingml/2006/main">
              <a:ext uri="{FF2B5EF4-FFF2-40B4-BE49-F238E27FC236}">
                <a16:creationId xmlns:a16="http://schemas.microsoft.com/office/drawing/2014/main" id="{6F696425-5CF4-469A-8B4A-57DB023F724C}"/>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junction-27">
            <a:extLst xmlns:a="http://schemas.openxmlformats.org/drawingml/2006/main">
              <a:ext uri="{FF2B5EF4-FFF2-40B4-BE49-F238E27FC236}">
                <a16:creationId xmlns:a16="http://schemas.microsoft.com/office/drawing/2014/main" id="{D4FBDC5C-2E37-4939-80C8-6B90B5DD0872}"/>
              </a:ext>
            </a:extLst>
          </p:cNvPr>
          <p:cNvSpPr>
            <a:spLocks xmlns:a="http://schemas.openxmlformats.org/drawingml/2006/main" noGrp="1"/>
          </p:cNvSpPr>
          <p:nvPr/>
        </p:nvSpPr>
        <p:spPr>
          <a:xfrm xmlns:a="http://schemas.openxmlformats.org/drawingml/2006/main">
            <a:off x="11725275" y="3657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0"/>
            <a:endCxn xmlns:a="http://schemas.openxmlformats.org/drawingml/2006/main" id="19" idx="2"/>
          </p:cNvCxnSpPr>
          <p:nvPr/>
        </p:nvCxnSpPr>
        <p:spPr>
          <a:xfrm xmlns:a="http://schemas.openxmlformats.org/drawingml/2006/main" flipV="1">
            <a:off x="11734800" y="3676650"/>
            <a:ext cx="0" cy="2190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1" name="query-only-a">
            <a:extLst xmlns:a="http://schemas.openxmlformats.org/drawingml/2006/main">
              <a:ext uri="{FF2B5EF4-FFF2-40B4-BE49-F238E27FC236}">
                <a16:creationId xmlns:a16="http://schemas.microsoft.com/office/drawing/2014/main" id="{61BDB46E-7805-4D58-B5A7-C6CC4F5A1D71}"/>
              </a:ext>
            </a:extLst>
          </p:cNvPr>
          <p:cNvSpPr>
            <a:spLocks xmlns:a="http://schemas.openxmlformats.org/drawingml/2006/main" noGrp="1"/>
          </p:cNvSpPr>
          <p:nvPr/>
        </p:nvSpPr>
        <p:spPr>
          <a:xfrm xmlns:a="http://schemas.openxmlformats.org/drawingml/2006/main">
            <a:off x="7534275" y="363855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22" name="rule-28">
            <a:extLst xmlns:a="http://schemas.openxmlformats.org/drawingml/2006/main">
              <a:ext uri="{FF2B5EF4-FFF2-40B4-BE49-F238E27FC236}">
                <a16:creationId xmlns:a16="http://schemas.microsoft.com/office/drawing/2014/main" id="{D0570E32-B878-4424-BFA1-586E466098D1}"/>
              </a:ext>
            </a:extLst>
          </p:cNvPr>
          <p:cNvSpPr>
            <a:spLocks xmlns:a="http://schemas.openxmlformats.org/drawingml/2006/main" noGrp="1"/>
          </p:cNvSpPr>
          <p:nvPr/>
        </p:nvSpPr>
        <p:spPr>
          <a:xfrm xmlns:a="http://schemas.openxmlformats.org/drawingml/2006/main">
            <a:off x="342900" y="40767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3" name="b-method">
            <a:extLst xmlns:a="http://schemas.openxmlformats.org/drawingml/2006/main">
              <a:ext uri="{FF2B5EF4-FFF2-40B4-BE49-F238E27FC236}">
                <a16:creationId xmlns:a16="http://schemas.microsoft.com/office/drawing/2014/main" id="{E2160B01-D9C0-4876-8754-F22D977A73C4}"/>
              </a:ext>
            </a:extLst>
          </p:cNvPr>
          <p:cNvSpPr>
            <a:spLocks xmlns:a="http://schemas.openxmlformats.org/drawingml/2006/main" noGrp="1"/>
          </p:cNvSpPr>
          <p:nvPr/>
        </p:nvSpPr>
        <p:spPr>
          <a:xfrm xmlns:a="http://schemas.openxmlformats.org/drawingml/2006/main">
            <a:off x="342900" y="4276725"/>
            <a:ext cx="590550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(b) DINO-only control</a:t>
            </a:r>
          </a:p>
        </p:txBody>
      </p:sp>
      <p:sp>
        <p:nvSpPr>
          <p:cNvPr id="24" name="control-dino-features">
            <a:extLst xmlns:a="http://schemas.openxmlformats.org/drawingml/2006/main">
              <a:ext uri="{FF2B5EF4-FFF2-40B4-BE49-F238E27FC236}">
                <a16:creationId xmlns:a16="http://schemas.microsoft.com/office/drawing/2014/main" id="{14EEA669-42A9-4C2A-B4C6-96A7EB928136}"/>
              </a:ext>
            </a:extLst>
          </p:cNvPr>
          <p:cNvSpPr>
            <a:spLocks xmlns:a="http://schemas.openxmlformats.org/drawingml/2006/main" noGrp="1"/>
          </p:cNvSpPr>
          <p:nvPr/>
        </p:nvSpPr>
        <p:spPr>
          <a:xfrm xmlns:a="http://schemas.openxmlformats.org/drawingml/2006/main">
            <a:off x="361950" y="4914900"/>
            <a:ext cx="338137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Same frozen</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DINOv2 encoder</a:t>
            </a:r>
          </a:p>
        </p:txBody>
      </p:sp>
      <p:sp>
        <p:nvSpPr>
          <p:cNvPr id="25" name="dino-descriptor">
            <a:extLst xmlns:a="http://schemas.openxmlformats.org/drawingml/2006/main">
              <a:ext uri="{FF2B5EF4-FFF2-40B4-BE49-F238E27FC236}">
                <a16:creationId xmlns:a16="http://schemas.microsoft.com/office/drawing/2014/main" id="{443DC7C5-2947-4ED1-876F-75A8AFB51C32}"/>
              </a:ext>
            </a:extLst>
          </p:cNvPr>
          <p:cNvSpPr>
            <a:spLocks xmlns:a="http://schemas.openxmlformats.org/drawingml/2006/main" noGrp="1"/>
          </p:cNvSpPr>
          <p:nvPr/>
        </p:nvSpPr>
        <p:spPr>
          <a:xfrm xmlns:a="http://schemas.openxmlformats.org/drawingml/2006/main">
            <a:off x="4429125" y="4914900"/>
            <a:ext cx="225742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26" name="dino-bank">
            <a:extLst xmlns:a="http://schemas.openxmlformats.org/drawingml/2006/main">
              <a:ext uri="{FF2B5EF4-FFF2-40B4-BE49-F238E27FC236}">
                <a16:creationId xmlns:a16="http://schemas.microsoft.com/office/drawing/2014/main" id="{29B8C073-6AC9-494E-928C-E0ED75EF3837}"/>
              </a:ext>
            </a:extLst>
          </p:cNvPr>
          <p:cNvSpPr>
            <a:spLocks xmlns:a="http://schemas.openxmlformats.org/drawingml/2006/main" noGrp="1"/>
          </p:cNvSpPr>
          <p:nvPr/>
        </p:nvSpPr>
        <p:spPr>
          <a:xfrm xmlns:a="http://schemas.openxmlformats.org/drawingml/2006/main">
            <a:off x="7372350" y="4914900"/>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 memory</a:t>
            </a:r>
          </a:p>
        </p:txBody>
      </p:sp>
      <p:sp>
        <p:nvSpPr>
          <p:cNvPr id="27" name="dino-score">
            <a:extLst xmlns:a="http://schemas.openxmlformats.org/drawingml/2006/main">
              <a:ext uri="{FF2B5EF4-FFF2-40B4-BE49-F238E27FC236}">
                <a16:creationId xmlns:a16="http://schemas.microsoft.com/office/drawing/2014/main" id="{7C184FED-F501-4072-9F3B-AC4CA0242F62}"/>
              </a:ext>
            </a:extLst>
          </p:cNvPr>
          <p:cNvSpPr>
            <a:spLocks xmlns:a="http://schemas.openxmlformats.org/drawingml/2006/main" noGrp="1"/>
          </p:cNvSpPr>
          <p:nvPr/>
        </p:nvSpPr>
        <p:spPr>
          <a:xfrm xmlns:a="http://schemas.openxmlformats.org/drawingml/2006/main">
            <a:off x="10477500" y="4914900"/>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70" name=""/>
          <p:cNvCxnSpPr>
            <a:stCxn xmlns:a="http://schemas.openxmlformats.org/drawingml/2006/main" id="24" idx="3"/>
            <a:endCxn xmlns:a="http://schemas.openxmlformats.org/drawingml/2006/main" id="25" idx="1"/>
          </p:cNvCxnSpPr>
          <p:nvPr/>
        </p:nvCxnSpPr>
        <p:spPr>
          <a:xfrm xmlns:a="http://schemas.openxmlformats.org/drawingml/2006/main">
            <a:off x="3743325"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25" idx="3"/>
            <a:endCxn xmlns:a="http://schemas.openxmlformats.org/drawingml/2006/main" id="26" idx="1"/>
          </p:cNvCxnSpPr>
          <p:nvPr/>
        </p:nvCxnSpPr>
        <p:spPr>
          <a:xfrm xmlns:a="http://schemas.openxmlformats.org/drawingml/2006/main">
            <a:off x="6686550"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26" idx="3"/>
            <a:endCxn xmlns:a="http://schemas.openxmlformats.org/drawingml/2006/main" id="27" idx="1"/>
          </p:cNvCxnSpPr>
          <p:nvPr/>
        </p:nvCxnSpPr>
        <p:spPr>
          <a:xfrm xmlns:a="http://schemas.openxmlformats.org/drawingml/2006/main">
            <a:off x="9867900" y="5605463"/>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31" name="support-only-b">
            <a:extLst xmlns:a="http://schemas.openxmlformats.org/drawingml/2006/main">
              <a:ext uri="{FF2B5EF4-FFF2-40B4-BE49-F238E27FC236}">
                <a16:creationId xmlns:a16="http://schemas.microsoft.com/office/drawing/2014/main" id="{416CF5BA-C3F3-4328-A331-3CFB5840E362}"/>
              </a:ext>
            </a:extLst>
          </p:cNvPr>
          <p:cNvSpPr>
            <a:spLocks xmlns:a="http://schemas.openxmlformats.org/drawingml/2006/main" noGrp="1"/>
          </p:cNvSpPr>
          <p:nvPr/>
        </p:nvSpPr>
        <p:spPr>
          <a:xfrm xmlns:a="http://schemas.openxmlformats.org/drawingml/2006/main">
            <a:off x="6619875" y="451485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32" name="junction-29">
            <a:extLst xmlns:a="http://schemas.openxmlformats.org/drawingml/2006/main">
              <a:ext uri="{FF2B5EF4-FFF2-40B4-BE49-F238E27FC236}">
                <a16:creationId xmlns:a16="http://schemas.microsoft.com/office/drawing/2014/main" id="{F253538D-879B-4C13-B1EF-445F7463F7A2}"/>
              </a:ext>
            </a:extLst>
          </p:cNvPr>
          <p:cNvSpPr>
            <a:spLocks xmlns:a="http://schemas.openxmlformats.org/drawingml/2006/main" noGrp="1"/>
          </p:cNvSpPr>
          <p:nvPr/>
        </p:nvSpPr>
        <p:spPr>
          <a:xfrm xmlns:a="http://schemas.openxmlformats.org/drawingml/2006/main">
            <a:off x="5543550" y="63055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3" name="junction-30">
            <a:extLst xmlns:a="http://schemas.openxmlformats.org/drawingml/2006/main">
              <a:ext uri="{FF2B5EF4-FFF2-40B4-BE49-F238E27FC236}">
                <a16:creationId xmlns:a16="http://schemas.microsoft.com/office/drawing/2014/main" id="{BA64A5EA-10B3-4CE8-BDB0-0301A7CCE564}"/>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2" idx="2"/>
            <a:endCxn xmlns:a="http://schemas.openxmlformats.org/drawingml/2006/main" id="33" idx="0"/>
          </p:cNvCxnSpPr>
          <p:nvPr/>
        </p:nvCxnSpPr>
        <p:spPr>
          <a:xfrm xmlns:a="http://schemas.openxmlformats.org/drawingml/2006/main">
            <a:off x="5553075" y="6324600"/>
            <a:ext cx="0" cy="2762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5" name="junction-31">
            <a:extLst xmlns:a="http://schemas.openxmlformats.org/drawingml/2006/main">
              <a:ext uri="{FF2B5EF4-FFF2-40B4-BE49-F238E27FC236}">
                <a16:creationId xmlns:a16="http://schemas.microsoft.com/office/drawing/2014/main" id="{5D1103BE-E696-42F9-9352-9A6C7595204F}"/>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junction-32">
            <a:extLst xmlns:a="http://schemas.openxmlformats.org/drawingml/2006/main">
              <a:ext uri="{FF2B5EF4-FFF2-40B4-BE49-F238E27FC236}">
                <a16:creationId xmlns:a16="http://schemas.microsoft.com/office/drawing/2014/main" id="{5D129C65-EC15-4116-B47B-BCD91BDA2E40}"/>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35" idx="3"/>
            <a:endCxn xmlns:a="http://schemas.openxmlformats.org/drawingml/2006/main" id="36" idx="1"/>
          </p:cNvCxnSpPr>
          <p:nvPr/>
        </p:nvCxnSpPr>
        <p:spPr>
          <a:xfrm xmlns:a="http://schemas.openxmlformats.org/drawingml/2006/main">
            <a:off x="5562600" y="66103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8" name="junction-33">
            <a:extLst xmlns:a="http://schemas.openxmlformats.org/drawingml/2006/main">
              <a:ext uri="{FF2B5EF4-FFF2-40B4-BE49-F238E27FC236}">
                <a16:creationId xmlns:a16="http://schemas.microsoft.com/office/drawing/2014/main" id="{02DA954C-9C2F-46C3-96C7-FE7519460639}"/>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junction-34">
            <a:extLst xmlns:a="http://schemas.openxmlformats.org/drawingml/2006/main">
              <a:ext uri="{FF2B5EF4-FFF2-40B4-BE49-F238E27FC236}">
                <a16:creationId xmlns:a16="http://schemas.microsoft.com/office/drawing/2014/main" id="{865B42CB-F086-4B47-A243-CE94E2F6E985}"/>
              </a:ext>
            </a:extLst>
          </p:cNvPr>
          <p:cNvSpPr>
            <a:spLocks xmlns:a="http://schemas.openxmlformats.org/drawingml/2006/main" noGrp="1"/>
          </p:cNvSpPr>
          <p:nvPr/>
        </p:nvSpPr>
        <p:spPr>
          <a:xfrm xmlns:a="http://schemas.openxmlformats.org/drawingml/2006/main">
            <a:off x="11725275" y="6315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8" idx="0"/>
            <a:endCxn xmlns:a="http://schemas.openxmlformats.org/drawingml/2006/main" id="39" idx="2"/>
          </p:cNvCxnSpPr>
          <p:nvPr/>
        </p:nvCxnSpPr>
        <p:spPr>
          <a:xfrm xmlns:a="http://schemas.openxmlformats.org/drawingml/2006/main" flipV="1">
            <a:off x="11734800" y="6334125"/>
            <a:ext cx="0" cy="2667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1" name="query-only-b">
            <a:extLst xmlns:a="http://schemas.openxmlformats.org/drawingml/2006/main">
              <a:ext uri="{FF2B5EF4-FFF2-40B4-BE49-F238E27FC236}">
                <a16:creationId xmlns:a16="http://schemas.microsoft.com/office/drawing/2014/main" id="{B396D882-A179-460D-980F-4A05C4810099}"/>
              </a:ext>
            </a:extLst>
          </p:cNvPr>
          <p:cNvSpPr>
            <a:spLocks xmlns:a="http://schemas.openxmlformats.org/drawingml/2006/main" noGrp="1"/>
          </p:cNvSpPr>
          <p:nvPr/>
        </p:nvSpPr>
        <p:spPr>
          <a:xfrm xmlns:a="http://schemas.openxmlformats.org/drawingml/2006/main">
            <a:off x="7534275" y="632460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42" name="common-postprocessing">
            <a:extLst xmlns:a="http://schemas.openxmlformats.org/drawingml/2006/main">
              <a:ext uri="{FF2B5EF4-FFF2-40B4-BE49-F238E27FC236}">
                <a16:creationId xmlns:a16="http://schemas.microsoft.com/office/drawing/2014/main" id="{5A09090E-B6E9-4F30-8128-B459CDD5D7A5}"/>
              </a:ext>
            </a:extLst>
          </p:cNvPr>
          <p:cNvSpPr>
            <a:spLocks xmlns:a="http://schemas.openxmlformats.org/drawingml/2006/main" noGrp="1"/>
          </p:cNvSpPr>
          <p:nvPr/>
        </p:nvSpPr>
        <p:spPr>
          <a:xfrm xmlns:a="http://schemas.openxmlformats.org/drawingml/2006/main">
            <a:off x="342900" y="6924675"/>
            <a:ext cx="12649200" cy="5429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202832"/>
                </a:solidFill>
                <a:latin typeface="Arial"/>
                <a:ea typeface="Arial"/>
                <a:cs typeface="Arial"/>
              </a:defRPr>
            </a:pPr>
            <a:r>
              <a:rPr sz="2250" b="0">
                <a:solidFill>
                  <a:srgbClr val="202832"/>
                </a:solidFill>
                <a:latin typeface="Arial"/>
                <a:ea typeface="Arial"/>
                <a:cs typeface="Arial"/>
              </a:rPr>
              <a:t>Same bilinear resizing, Gaussian smoothing, image pooling and evaluator</a:t>
            </a:r>
          </a:p>
        </p:txBody>
      </p:sp>
    </p:spTree>
    <p:extLst>
      <p:ext uri="{BB962C8B-B14F-4D97-AF65-F5344CB8AC3E}">
        <p14:creationId xmlns:p14="http://schemas.microsoft.com/office/powerpoint/2010/main" val="9139823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4F963CC-261E-44C0-93BB-52EA1E3F6012}"/>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Microsoft YaHei"/>
                <a:ea typeface="Microsoft YaHei"/>
                <a:cs typeface="Microsoft YaHei"/>
              </a:defRPr>
            </a:pPr>
            <a:r>
              <a:rPr sz="2850" b="1">
                <a:solidFill>
                  <a:srgbClr val="202832"/>
                </a:solidFill>
                <a:latin typeface="Microsoft YaHei"/>
                <a:ea typeface="Microsoft YaHei"/>
                <a:cs typeface="Microsoft YaHei"/>
              </a:rPr>
              <a:t>图件安排与正文放置建议</a:t>
            </a:r>
          </a:p>
        </p:txBody>
      </p:sp>
      <p:graphicFrame>
        <p:nvGraphicFramePr>
          <p:cNvPr id="8" name=""/>
          <p:cNvGraphicFramePr/>
          <p:nvPr/>
        </p:nvGraphicFramePr>
        <p:xfrm>
          <a:off xmlns:a="http://schemas.openxmlformats.org/drawingml/2006/main" x="342900" y="1066800"/>
          <a:ext xmlns:a="http://schemas.openxmlformats.org/drawingml/2006/main" cx="12649200" cy="4000500"/>
        </p:xfrm>
        <a:graphic xmlns:a="http://schemas.openxmlformats.org/drawingml/2006/main">
          <a:graphicData uri="http://schemas.openxmlformats.org/drawingml/2006/table">
            <a:tbl>
              <a:tblPr/>
              <a:tblGrid>
                <a:gridCol w="1190625"/>
                <a:gridCol w="6067425"/>
                <a:gridCol w="5391150"/>
              </a:tblGrid>
              <a:tr h="666750">
                <a:tc>
                  <a:txBody>
                    <a:bodyPr lIns="114300" tIns="76200" rIns="114300" bIns="76200"/>
                    <a:lstStyle/>
                    <a:p>
                      <a:pPr algn="l"/>
                      <a:r>
                        <a:rPr sz="1875" b="1">
                          <a:solidFill>
                            <a:srgbClr val="202832"/>
                          </a:solidFill>
                          <a:latin typeface="Microsoft YaHei"/>
                          <a:ea typeface="Microsoft YaHei"/>
                          <a:cs typeface="Microsoft YaHei"/>
                        </a:rPr>
                        <a:t>PPT 页</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图件与用途</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建议位置</a:t>
                      </a:r>
                    </a:p>
                  </a:txBody>
                  <a:tcPr marL="91440" marR="91440" marT="45720" marB="45720" anchor="ctr">
                    <a:solidFill>
                      <a:srgbClr val="DEEBF7"/>
                    </a:solidFill>
                  </a:tcPr>
                </a:tc>
              </a:tr>
              <a:tr h="666750">
                <a:tc>
                  <a:txBody>
                    <a:bodyPr lIns="114300" tIns="76200" rIns="114300" bIns="76200"/>
                    <a:lstStyle/>
                    <a:p>
                      <a:pPr algn="l"/>
                      <a:r>
                        <a:rPr sz="1875" b="0">
                          <a:solidFill>
                            <a:srgbClr val="202832"/>
                          </a:solidFill>
                          <a:latin typeface="Microsoft YaHei"/>
                          <a:ea typeface="Microsoft YaHei"/>
                          <a:cs typeface="Microsoft YaHei"/>
                        </a:rPr>
                        <a:t>1</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1 主图：建库与查询的完整流程</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3.2 Overview 首次引用后，双栏通栏</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2</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2 双编码器：输入尺寸与保留的特征</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3.3 编码器说明后，可移入补充材料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3</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3 对齐与融合：空间及幅值校准</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3.4 对齐说明与融合公式附近，优先保留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4</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4 记忆与评分：匹配、异常图与图像分数</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3.5 记忆库和评分公式附近，优先保留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5</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S1 对照设计：两套独立特征与记忆库</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3.6 对照说明或消融实验，可用作附图</a:t>
                      </a:r>
                    </a:p>
                  </a:txBody>
                  <a:tcPr marL="91440" marR="91440" marT="45720" marB="45720" anchor="ctr">
                    <a:solidFill>
                      <a:srgbClr val="FFFFFF"/>
                    </a:solidFill>
                  </a:tcPr>
                </a:tc>
              </a:tr>
            </a:tbl>
          </a:graphicData>
        </a:graphic>
      </p:graphicFrame>
      <p:sp>
        <p:nvSpPr>
          <p:cNvPr id="3" name="usage-one">
            <a:extLst xmlns:a="http://schemas.openxmlformats.org/drawingml/2006/main">
              <a:ext uri="{FF2B5EF4-FFF2-40B4-BE49-F238E27FC236}">
                <a16:creationId xmlns:a16="http://schemas.microsoft.com/office/drawing/2014/main" id="{EEF455C8-2B3E-450F-873F-1C626A914401}"/>
              </a:ext>
            </a:extLst>
          </p:cNvPr>
          <p:cNvSpPr>
            <a:spLocks xmlns:a="http://schemas.openxmlformats.org/drawingml/2006/main" noGrp="1"/>
          </p:cNvSpPr>
          <p:nvPr/>
        </p:nvSpPr>
        <p:spPr>
          <a:xfrm xmlns:a="http://schemas.openxmlformats.org/drawingml/2006/main">
            <a:off x="342900" y="545782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版式：英文图件统一横向矩形。先引用，再就近放图。</a:t>
            </a:r>
          </a:p>
        </p:txBody>
      </p:sp>
      <p:sp>
        <p:nvSpPr>
          <p:cNvPr id="4" name="usage-two">
            <a:extLst xmlns:a="http://schemas.openxmlformats.org/drawingml/2006/main">
              <a:ext uri="{FF2B5EF4-FFF2-40B4-BE49-F238E27FC236}">
                <a16:creationId xmlns:a16="http://schemas.microsoft.com/office/drawing/2014/main" id="{1F8765FE-6837-43F6-9782-5A770E5F8BDC}"/>
              </a:ext>
            </a:extLst>
          </p:cNvPr>
          <p:cNvSpPr>
            <a:spLocks xmlns:a="http://schemas.openxmlformats.org/drawingml/2006/main" noGrp="1"/>
          </p:cNvSpPr>
          <p:nvPr/>
        </p:nvSpPr>
        <p:spPr>
          <a:xfrm xmlns:a="http://schemas.openxmlformats.org/drawingml/2006/main">
            <a:off x="342900" y="6038850"/>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字体：Arial 正文标签，Cambria 数学符号。变量下标保持可编辑。</a:t>
            </a:r>
          </a:p>
        </p:txBody>
      </p:sp>
      <p:sp>
        <p:nvSpPr>
          <p:cNvPr id="5" name="usage-three">
            <a:extLst xmlns:a="http://schemas.openxmlformats.org/drawingml/2006/main">
              <a:ext uri="{FF2B5EF4-FFF2-40B4-BE49-F238E27FC236}">
                <a16:creationId xmlns:a16="http://schemas.microsoft.com/office/drawing/2014/main" id="{027CEEF4-8BFD-4EC9-8A3B-940344970042}"/>
              </a:ext>
            </a:extLst>
          </p:cNvPr>
          <p:cNvSpPr>
            <a:spLocks xmlns:a="http://schemas.openxmlformats.org/drawingml/2006/main" noGrp="1"/>
          </p:cNvSpPr>
          <p:nvPr/>
        </p:nvSpPr>
        <p:spPr>
          <a:xfrm xmlns:a="http://schemas.openxmlformats.org/drawingml/2006/main">
            <a:off x="342900" y="661987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图注：每页备注附英文图注。图 3、图 4 的细节优先进入正文。</a:t>
            </a:r>
          </a:p>
        </p:txBody>
      </p:sp>
      <p:sp>
        <p:nvSpPr>
          <p:cNvPr id="6" name="usage-four">
            <a:extLst xmlns:a="http://schemas.openxmlformats.org/drawingml/2006/main">
              <a:ext uri="{FF2B5EF4-FFF2-40B4-BE49-F238E27FC236}">
                <a16:creationId xmlns:a16="http://schemas.microsoft.com/office/drawing/2014/main" id="{1B9A7E98-55C0-4B64-ABDB-CF3690D34DD2}"/>
              </a:ext>
            </a:extLst>
          </p:cNvPr>
          <p:cNvSpPr>
            <a:spLocks xmlns:a="http://schemas.openxmlformats.org/drawingml/2006/main" noGrp="1"/>
          </p:cNvSpPr>
          <p:nvPr/>
        </p:nvSpPr>
        <p:spPr>
          <a:xfrm xmlns:a="http://schemas.openxmlformats.org/drawingml/2006/main">
            <a:off x="342900" y="7200900"/>
            <a:ext cx="126492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00" b="0">
                <a:solidFill>
                  <a:srgbClr val="202832"/>
                </a:solidFill>
                <a:latin typeface="Microsoft YaHei"/>
                <a:ea typeface="Microsoft YaHei"/>
                <a:cs typeface="Microsoft YaHei"/>
              </a:defRPr>
            </a:pPr>
            <a:r>
              <a:rPr sz="2100" b="0">
                <a:solidFill>
                  <a:srgbClr val="202832"/>
                </a:solidFill>
                <a:latin typeface="Microsoft YaHei"/>
                <a:ea typeface="Microsoft YaHei"/>
                <a:cs typeface="Microsoft YaHei"/>
              </a:rPr>
              <a:t>篇幅压缩时：正文保留主图及融合、评分分图，其余作为附图。</a:t>
            </a:r>
          </a:p>
        </p:txBody>
      </p:sp>
    </p:spTree>
    <p:extLst>
      <p:ext uri="{BB962C8B-B14F-4D97-AF65-F5344CB8AC3E}">
        <p14:creationId xmlns:p14="http://schemas.microsoft.com/office/powerpoint/2010/main" val="962237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2026-09-05T11:58:27.0640000Z</dcterms:created>
  <dcterms:modified xsi:type="dcterms:W3CDTF">2026-09-05T11:58:27.0640000Z</dcterms:modified>
</coreProperties>
</file>