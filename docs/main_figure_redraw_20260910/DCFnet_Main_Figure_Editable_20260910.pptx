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97d19185f94052" /><Relationship Type="http://schemas.openxmlformats.org/officeDocument/2006/relationships/extended-properties" Target="/docProps/app.xml" Id="Rfd5a3cdf34fa40e6" /><Relationship Type="http://schemas.openxmlformats.org/officeDocument/2006/relationships/officeDocument" Target="/ppt/presentation.xml" Id="R4aceff3fdafa4b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ea03d130654b0b"/>
  </p:sldMasterIdLst>
  <p:notesMasterIdLst>
    <p:notesMasterId xmlns:r="http://schemas.openxmlformats.org/officeDocument/2006/relationships" r:id="Rd97877c08ded4552"/>
  </p:notesMasterIdLst>
  <p:sldIdLst>
    <p:sldId xmlns:r="http://schemas.openxmlformats.org/officeDocument/2006/relationships" id="256" r:id="Rb3ad3336a44141e6"/>
  </p:sldIdLst>
  <p:sldSz cx="1600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ca9d35552446a" /><Relationship Type="http://schemas.openxmlformats.org/officeDocument/2006/relationships/slideMaster" Target="/ppt/slideMasters/slideMaster1.xml" Id="Re1ea03d130654b0b" /><Relationship Type="http://schemas.openxmlformats.org/officeDocument/2006/relationships/notesMaster" Target="/ppt/notesMasters/notesMaster1.xml" Id="Rd97877c08ded4552" /><Relationship Type="http://schemas.openxmlformats.org/officeDocument/2006/relationships/presProps" Target="/ppt/presProps.xml" Id="R9bb2b40e10d24a48" /><Relationship Type="http://schemas.openxmlformats.org/officeDocument/2006/relationships/tableStyles" Target="/ppt/tableStyles.xml" Id="R70e6a11d9d6e4a47" /><Relationship Type="http://schemas.openxmlformats.org/officeDocument/2006/relationships/slide" Target="/ppt/slides/slide1.xml" Id="Rb3ad3336a44141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93750ffff743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d9e6d7d90946d2" /><Relationship Type="http://schemas.openxmlformats.org/officeDocument/2006/relationships/notesMaster" Target="/ppt/notesMasters/notesMaster1.xml" Id="R43cfd1ead08d43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1. DCFnet overview. (a) Verified normal support images construct a fixed category-specific memory. (b) The query passes through the same frozen encoders and deterministic fusion path. CLIP visual features are bilinearly resized to the DINO lattice; branch-wise L2 normalization, equal scaling, concatenation, and joint normalization yield 1536-dimensional descriptors. Exact nearest-neighbor scoring uses half the squared Euclidean distance in the joint space. Bilinear resizing and Gaussian smoothing (sigma = 4 pixels) produce the 448 x 448 anomaly map, whose spatial maximum is the image-level anomaly score. The query never updates the normal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Blue and ochre grids/vector blocks are editable structural schematics, not measured activations, and their cell count is illustrative. The DINO grid is h_D x w_D, not universally 32 x 32. The CLIP grid is 37 x 37 and retains projected layer-24 patch descriptors with DPAM_layer = 20. The illustration uses MPDD metal_plate train/good/029.png and test/scratches/026.png. The map is the existing A1 inference panel from outputs/p1_b_figures/mpdd_s0_k1_metal_plate_success.png; it is not a ground-truth mask, and no output values were regenerated. Support illustration shows one example, not all K images. Both encoders remain frozen, without target-domain parameter optimization or text-based inference. Norm formula assumes positive branch norms.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source: docs/manuscript_english_polished_20260906/English_content.md, sections 3.1–3.5, and DCFnet_Figure_Source_Polished_20260906_final.pptx. Design requirements: docs/lesson_notes_20260905/20260905_SCI论文辅导详细整理与修改清单.md, section 二, classroom 04:26–08:47 and 01:07:48–01:17:17.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c14271d6f4c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cbdc7973224128" /><Relationship Type="http://schemas.openxmlformats.org/officeDocument/2006/relationships/slideLayout" Target="/ppt/slideLayouts/slideLayout1.xml" Id="R7e6f2e7ce87e42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6f2e7ce87e42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721f9aa8748a3" /><Relationship Type="http://schemas.openxmlformats.org/officeDocument/2006/relationships/image" Target="/ppt/media/image.png" Id="R52b792ec470741d8" /><Relationship Type="http://schemas.openxmlformats.org/officeDocument/2006/relationships/image" Target="/ppt/media/image2.png" Id="R0fb4f5285b6a43bf" /><Relationship Type="http://schemas.openxmlformats.org/officeDocument/2006/relationships/image" Target="/ppt/media/image3.png" Id="Rac16aa371cfe4d07" /><Relationship Type="http://schemas.openxmlformats.org/officeDocument/2006/relationships/notesSlide" Target="/ppt/notesSlides/notesSlide1.xml" Id="R0cb586d55a0344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" name="title">
            <a:extLst xmlns:a="http://schemas.openxmlformats.org/drawingml/2006/main">
              <a:ext uri="{FF2B5EF4-FFF2-40B4-BE49-F238E27FC236}">
                <a16:creationId xmlns:a16="http://schemas.microsoft.com/office/drawing/2014/main" id="{60E958E5-18AC-49BB-96F5-F0473605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6192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DCFnet</a:t>
            </a:r>
          </a:p>
        </p:txBody>
      </p:sp>
      <p:sp>
        <p:nvSpPr>
          <p:cNvPr id="2" name="title-expansion">
            <a:extLst xmlns:a="http://schemas.openxmlformats.org/drawingml/2006/main">
              <a:ext uri="{FF2B5EF4-FFF2-40B4-BE49-F238E27FC236}">
                <a16:creationId xmlns:a16="http://schemas.microsoft.com/office/drawing/2014/main" id="{2F715C38-B83A-4671-8394-26E32073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8125"/>
            <a:ext cx="1304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Dual-Encoder Calibrated Fusion Network</a:t>
            </a:r>
          </a:p>
        </p:txBody>
      </p:sp>
      <p:sp>
        <p:nvSpPr>
          <p:cNvPr id="3" name="task">
            <a:extLst xmlns:a="http://schemas.openxmlformats.org/drawingml/2006/main">
              <a:ext uri="{FF2B5EF4-FFF2-40B4-BE49-F238E27FC236}">
                <a16:creationId xmlns:a16="http://schemas.microsoft.com/office/drawing/2014/main" id="{3AF2C615-C466-4043-8609-A24E7F33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Normal-only few-shot industrial anomaly localization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6E88BFE-193D-4F6B-918C-6E8FCF70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1920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AD4DA"/>
            </a:solidFill>
          </a:ln>
        </p:spPr>
      </p:sp>
      <p:sp>
        <p:nvSpPr>
          <p:cNvPr id="5" name="support-heading">
            <a:extLst xmlns:a="http://schemas.openxmlformats.org/drawingml/2006/main">
              <a:ext uri="{FF2B5EF4-FFF2-40B4-BE49-F238E27FC236}">
                <a16:creationId xmlns:a16="http://schemas.microsoft.com/office/drawing/2014/main" id="{E21F482F-63BB-4709-9CCA-3FA274F6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239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(a) Build the normal reference memory</a:t>
            </a:r>
          </a:p>
        </p:txBody>
      </p:sp>
      <p:pic>
        <p:nvPicPr>
          <p:cNvPr id="282" name="Normal support MPDD metal_plate good 0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792ec470741d8"/>
          <a:stretch xmlns:a="http://schemas.openxmlformats.org/drawingml/2006/main"/>
        </p:blipFill>
        <p:spPr>
          <a:xfrm xmlns:a="http://schemas.openxmlformats.org/drawingml/2006/main">
            <a:off x="381000" y="1885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7" name="support-symbol">
            <a:extLst xmlns:a="http://schemas.openxmlformats.org/drawingml/2006/main">
              <a:ext uri="{FF2B5EF4-FFF2-40B4-BE49-F238E27FC236}">
                <a16:creationId xmlns:a16="http://schemas.microsoft.com/office/drawing/2014/main" id="{0FD6F52B-D9C4-4B76-B34B-64A2AFA1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133725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R</a:t>
            </a:r>
            <a:r>
              <a:rPr sz="1512" i="1" baseline="-25000">
                <a:latin typeface="Cambria"/>
                <a:ea typeface="Cambria"/>
                <a:cs typeface="Cambria"/>
              </a:rPr>
              <a:t>c</a:t>
            </a:r>
            <a:r>
              <a:rPr sz="2100">
                <a:latin typeface="Cambria"/>
                <a:ea typeface="Cambria"/>
                <a:cs typeface="Cambria"/>
              </a:rPr>
              <a:t> = {</a:t>
            </a:r>
            <a:r>
              <a:rPr sz="2100" b="1" i="1">
                <a:latin typeface="Cambria"/>
                <a:ea typeface="Cambria"/>
                <a:cs typeface="Cambria"/>
              </a:rPr>
              <a:t>x</a:t>
            </a:r>
            <a:r>
              <a:rPr sz="1512" i="1" baseline="30000">
                <a:latin typeface="Cambria"/>
                <a:ea typeface="Cambria"/>
                <a:cs typeface="Cambria"/>
              </a:rPr>
              <a:t>c</a:t>
            </a:r>
            <a:r>
              <a:rPr sz="1512" i="1" baseline="-25000">
                <a:latin typeface="Cambria"/>
                <a:ea typeface="Cambria"/>
                <a:cs typeface="Cambria"/>
              </a:rPr>
              <a:t>i</a:t>
            </a:r>
            <a:r>
              <a:rPr sz="2100">
                <a:latin typeface="Cambria"/>
                <a:ea typeface="Cambria"/>
                <a:cs typeface="Cambria"/>
              </a:rPr>
              <a:t>}</a:t>
            </a:r>
          </a:p>
        </p:txBody>
      </p:sp>
      <p:sp>
        <p:nvSpPr>
          <p:cNvPr id="8" name="shots">
            <a:extLst xmlns:a="http://schemas.openxmlformats.org/drawingml/2006/main">
              <a:ext uri="{FF2B5EF4-FFF2-40B4-BE49-F238E27FC236}">
                <a16:creationId xmlns:a16="http://schemas.microsoft.com/office/drawing/2014/main" id="{19A8A246-D69F-4314-B89A-FF4A36B1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467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1950" b="0" i="1">
                <a:latin typeface="Cambria"/>
                <a:ea typeface="Cambria"/>
                <a:cs typeface="Cambria"/>
              </a:rPr>
              <a:t>K</a:t>
            </a:r>
            <a:r>
              <a:rPr sz="1950">
                <a:latin typeface="Cambria"/>
                <a:ea typeface="Cambria"/>
                <a:cs typeface="Cambria"/>
              </a:rPr>
              <a:t> ∈ {1, 2, 4}</a:t>
            </a:r>
          </a:p>
        </p:txBody>
      </p:sp>
      <p:sp>
        <p:nvSpPr>
          <p:cNvPr id="9" name="support-extraction">
            <a:extLst xmlns:a="http://schemas.openxmlformats.org/drawingml/2006/main">
              <a:ext uri="{FF2B5EF4-FFF2-40B4-BE49-F238E27FC236}">
                <a16:creationId xmlns:a16="http://schemas.microsoft.com/office/drawing/2014/main" id="{C0EF7C29-347F-407E-9D47-FE7214EB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71675"/>
            <a:ext cx="3000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AD4DA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upport-dino">
            <a:extLst xmlns:a="http://schemas.openxmlformats.org/drawingml/2006/main">
              <a:ext uri="{FF2B5EF4-FFF2-40B4-BE49-F238E27FC236}">
                <a16:creationId xmlns:a16="http://schemas.microsoft.com/office/drawing/2014/main" id="{F99D44F4-FC2C-475E-BB4A-99A7EA0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66925"/>
            <a:ext cx="13430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DINOv2</a:t>
            </a:r>
          </a:p>
        </p:txBody>
      </p:sp>
      <p:sp>
        <p:nvSpPr>
          <p:cNvPr id="11" name="support-clip">
            <a:extLst xmlns:a="http://schemas.openxmlformats.org/drawingml/2006/main">
              <a:ext uri="{FF2B5EF4-FFF2-40B4-BE49-F238E27FC236}">
                <a16:creationId xmlns:a16="http://schemas.microsoft.com/office/drawing/2014/main" id="{0BFB8C94-4928-49D0-8AE5-3267A316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27717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+ DPAM</a:t>
            </a:r>
          </a:p>
        </p:txBody>
      </p:sp>
      <p:sp>
        <p:nvSpPr>
          <p:cNvPr id="12" name="support-dino-grid0-0">
            <a:extLst xmlns:a="http://schemas.openxmlformats.org/drawingml/2006/main">
              <a:ext uri="{FF2B5EF4-FFF2-40B4-BE49-F238E27FC236}">
                <a16:creationId xmlns:a16="http://schemas.microsoft.com/office/drawing/2014/main" id="{CB772DA2-BCFB-4657-9406-B30BE91C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" name="support-dino-grid0-1">
            <a:extLst xmlns:a="http://schemas.openxmlformats.org/drawingml/2006/main">
              <a:ext uri="{FF2B5EF4-FFF2-40B4-BE49-F238E27FC236}">
                <a16:creationId xmlns:a16="http://schemas.microsoft.com/office/drawing/2014/main" id="{21386FBF-5922-4146-B288-9E1D78FB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4" name="support-dino-grid0-2">
            <a:extLst xmlns:a="http://schemas.openxmlformats.org/drawingml/2006/main">
              <a:ext uri="{FF2B5EF4-FFF2-40B4-BE49-F238E27FC236}">
                <a16:creationId xmlns:a16="http://schemas.microsoft.com/office/drawing/2014/main" id="{17E447B7-3D64-474E-801F-E3CE5784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5" name="support-dino-grid0-3">
            <a:extLst xmlns:a="http://schemas.openxmlformats.org/drawingml/2006/main">
              <a:ext uri="{FF2B5EF4-FFF2-40B4-BE49-F238E27FC236}">
                <a16:creationId xmlns:a16="http://schemas.microsoft.com/office/drawing/2014/main" id="{94FD116B-00C7-493B-A17F-AC8B4BCB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6" name="support-dino-grid0-4">
            <a:extLst xmlns:a="http://schemas.openxmlformats.org/drawingml/2006/main">
              <a:ext uri="{FF2B5EF4-FFF2-40B4-BE49-F238E27FC236}">
                <a16:creationId xmlns:a16="http://schemas.microsoft.com/office/drawing/2014/main" id="{0AD6ABA2-AE7F-4286-80C8-AFE55A4A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05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7" name="support-dino-grid1-0">
            <a:extLst xmlns:a="http://schemas.openxmlformats.org/drawingml/2006/main">
              <a:ext uri="{FF2B5EF4-FFF2-40B4-BE49-F238E27FC236}">
                <a16:creationId xmlns:a16="http://schemas.microsoft.com/office/drawing/2014/main" id="{554C6749-4203-49CE-BCF7-F75D1BB1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8" name="support-dino-grid1-1">
            <a:extLst xmlns:a="http://schemas.openxmlformats.org/drawingml/2006/main">
              <a:ext uri="{FF2B5EF4-FFF2-40B4-BE49-F238E27FC236}">
                <a16:creationId xmlns:a16="http://schemas.microsoft.com/office/drawing/2014/main" id="{3A119DFB-5DB3-43CC-AE06-E70551AD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9" name="support-dino-grid1-2">
            <a:extLst xmlns:a="http://schemas.openxmlformats.org/drawingml/2006/main">
              <a:ext uri="{FF2B5EF4-FFF2-40B4-BE49-F238E27FC236}">
                <a16:creationId xmlns:a16="http://schemas.microsoft.com/office/drawing/2014/main" id="{545DD138-56AE-4B06-816F-EFB1B85A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0" name="support-dino-grid1-3">
            <a:extLst xmlns:a="http://schemas.openxmlformats.org/drawingml/2006/main">
              <a:ext uri="{FF2B5EF4-FFF2-40B4-BE49-F238E27FC236}">
                <a16:creationId xmlns:a16="http://schemas.microsoft.com/office/drawing/2014/main" id="{C6F7C429-A75D-4ABE-BF12-FD8AE81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1" name="support-dino-grid1-4">
            <a:extLst xmlns:a="http://schemas.openxmlformats.org/drawingml/2006/main">
              <a:ext uri="{FF2B5EF4-FFF2-40B4-BE49-F238E27FC236}">
                <a16:creationId xmlns:a16="http://schemas.microsoft.com/office/drawing/2014/main" id="{7F81067C-6ACF-4DC7-9C4B-9AD9B0EA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38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2" name="support-dino-grid2-0">
            <a:extLst xmlns:a="http://schemas.openxmlformats.org/drawingml/2006/main">
              <a:ext uri="{FF2B5EF4-FFF2-40B4-BE49-F238E27FC236}">
                <a16:creationId xmlns:a16="http://schemas.microsoft.com/office/drawing/2014/main" id="{B3163E8E-05A4-4BFB-B19F-FAEB71FC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" name="support-dino-grid2-1">
            <a:extLst xmlns:a="http://schemas.openxmlformats.org/drawingml/2006/main">
              <a:ext uri="{FF2B5EF4-FFF2-40B4-BE49-F238E27FC236}">
                <a16:creationId xmlns:a16="http://schemas.microsoft.com/office/drawing/2014/main" id="{D955DACC-01B4-4211-88A0-11090909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4" name="support-dino-grid2-2">
            <a:extLst xmlns:a="http://schemas.openxmlformats.org/drawingml/2006/main">
              <a:ext uri="{FF2B5EF4-FFF2-40B4-BE49-F238E27FC236}">
                <a16:creationId xmlns:a16="http://schemas.microsoft.com/office/drawing/2014/main" id="{203E5507-DF97-4D89-A160-06E6D1F0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5" name="support-dino-grid2-3">
            <a:extLst xmlns:a="http://schemas.openxmlformats.org/drawingml/2006/main">
              <a:ext uri="{FF2B5EF4-FFF2-40B4-BE49-F238E27FC236}">
                <a16:creationId xmlns:a16="http://schemas.microsoft.com/office/drawing/2014/main" id="{DBD3A312-79B1-43B9-8320-12CB0B56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6" name="support-dino-grid2-4">
            <a:extLst xmlns:a="http://schemas.openxmlformats.org/drawingml/2006/main">
              <a:ext uri="{FF2B5EF4-FFF2-40B4-BE49-F238E27FC236}">
                <a16:creationId xmlns:a16="http://schemas.microsoft.com/office/drawing/2014/main" id="{B24F4139-955D-4D3F-B5DD-F2ACE1BA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71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7" name="support-frozen">
            <a:extLst xmlns:a="http://schemas.openxmlformats.org/drawingml/2006/main">
              <a:ext uri="{FF2B5EF4-FFF2-40B4-BE49-F238E27FC236}">
                <a16:creationId xmlns:a16="http://schemas.microsoft.com/office/drawing/2014/main" id="{B9F1BEB3-B63B-4F2C-94F8-2A00A169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38500"/>
            <a:ext cx="304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Frozen visual encoders</a:t>
            </a:r>
          </a:p>
        </p:txBody>
      </p:sp>
      <p:sp>
        <p:nvSpPr>
          <p:cNvPr id="28" name="support-fusion">
            <a:extLst xmlns:a="http://schemas.openxmlformats.org/drawingml/2006/main">
              <a:ext uri="{FF2B5EF4-FFF2-40B4-BE49-F238E27FC236}">
                <a16:creationId xmlns:a16="http://schemas.microsoft.com/office/drawing/2014/main" id="{EB58CCDB-9D4C-4D96-ADD8-ADFF7D39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71675"/>
            <a:ext cx="3057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Align grids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Normalize and concatenate</a:t>
            </a:r>
          </a:p>
        </p:txBody>
      </p:sp>
      <p:sp>
        <p:nvSpPr>
          <p:cNvPr id="29" name="support-shared">
            <a:extLst xmlns:a="http://schemas.openxmlformats.org/drawingml/2006/main">
              <a:ext uri="{FF2B5EF4-FFF2-40B4-BE49-F238E27FC236}">
                <a16:creationId xmlns:a16="http://schemas.microsoft.com/office/drawing/2014/main" id="{0AA4A997-C874-4777-916E-4C66E472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38500"/>
            <a:ext cx="357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Same feature pipeline as (b)</a:t>
            </a:r>
          </a:p>
        </p:txBody>
      </p:sp>
      <p:sp>
        <p:nvSpPr>
          <p:cNvPr id="30" name="support-vector0">
            <a:extLst xmlns:a="http://schemas.openxmlformats.org/drawingml/2006/main">
              <a:ext uri="{FF2B5EF4-FFF2-40B4-BE49-F238E27FC236}">
                <a16:creationId xmlns:a16="http://schemas.microsoft.com/office/drawing/2014/main" id="{DCC85BCE-9C85-45AC-AB3B-B1A3B097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1" name="support-vector1">
            <a:extLst xmlns:a="http://schemas.openxmlformats.org/drawingml/2006/main">
              <a:ext uri="{FF2B5EF4-FFF2-40B4-BE49-F238E27FC236}">
                <a16:creationId xmlns:a16="http://schemas.microsoft.com/office/drawing/2014/main" id="{4CF0CA3D-F1D2-4FB5-9616-8DEA4292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96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2" name="support-vector2">
            <a:extLst xmlns:a="http://schemas.openxmlformats.org/drawingml/2006/main">
              <a:ext uri="{FF2B5EF4-FFF2-40B4-BE49-F238E27FC236}">
                <a16:creationId xmlns:a16="http://schemas.microsoft.com/office/drawing/2014/main" id="{9218A6EB-B7AD-4DD8-BA51-C480C050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935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3" name="support-vector3">
            <a:extLst xmlns:a="http://schemas.openxmlformats.org/drawingml/2006/main">
              <a:ext uri="{FF2B5EF4-FFF2-40B4-BE49-F238E27FC236}">
                <a16:creationId xmlns:a16="http://schemas.microsoft.com/office/drawing/2014/main" id="{F5E83938-590E-4219-B046-9F2B769A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903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4" name="support-vector4">
            <a:extLst xmlns:a="http://schemas.openxmlformats.org/drawingml/2006/main">
              <a:ext uri="{FF2B5EF4-FFF2-40B4-BE49-F238E27FC236}">
                <a16:creationId xmlns:a16="http://schemas.microsoft.com/office/drawing/2014/main" id="{208913B9-2093-4C6B-A588-AF57C9D9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35" name="support-vector5">
            <a:extLst xmlns:a="http://schemas.openxmlformats.org/drawingml/2006/main">
              <a:ext uri="{FF2B5EF4-FFF2-40B4-BE49-F238E27FC236}">
                <a16:creationId xmlns:a16="http://schemas.microsoft.com/office/drawing/2014/main" id="{D8E162CC-1CF7-42DE-AB00-41B8752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983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6" name="support-vector6">
            <a:extLst xmlns:a="http://schemas.openxmlformats.org/drawingml/2006/main">
              <a:ext uri="{FF2B5EF4-FFF2-40B4-BE49-F238E27FC236}">
                <a16:creationId xmlns:a16="http://schemas.microsoft.com/office/drawing/2014/main" id="{F18BD5DF-2039-42B4-95D8-263E8C69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805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7" name="support-vector7">
            <a:extLst xmlns:a="http://schemas.openxmlformats.org/drawingml/2006/main">
              <a:ext uri="{FF2B5EF4-FFF2-40B4-BE49-F238E27FC236}">
                <a16:creationId xmlns:a16="http://schemas.microsoft.com/office/drawing/2014/main" id="{C034FDD7-DDD0-4147-81D7-07E367CC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773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8" name="support-vector8">
            <a:extLst xmlns:a="http://schemas.openxmlformats.org/drawingml/2006/main">
              <a:ext uri="{FF2B5EF4-FFF2-40B4-BE49-F238E27FC236}">
                <a16:creationId xmlns:a16="http://schemas.microsoft.com/office/drawing/2014/main" id="{CACC637F-7B76-4768-A88F-C7307EBD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740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39" name="support-vector9">
            <a:extLst xmlns:a="http://schemas.openxmlformats.org/drawingml/2006/main">
              <a:ext uri="{FF2B5EF4-FFF2-40B4-BE49-F238E27FC236}">
                <a16:creationId xmlns:a16="http://schemas.microsoft.com/office/drawing/2014/main" id="{1C09178F-A460-42CF-905C-39BD076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708" y="2371725"/>
            <a:ext cx="12096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0" name="support-dim">
            <a:extLst xmlns:a="http://schemas.openxmlformats.org/drawingml/2006/main">
              <a:ext uri="{FF2B5EF4-FFF2-40B4-BE49-F238E27FC236}">
                <a16:creationId xmlns:a16="http://schemas.microsoft.com/office/drawing/2014/main" id="{CAABF5D5-795D-421F-A89B-B201E5A0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81300"/>
            <a:ext cx="1438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1536-D</a:t>
            </a:r>
          </a:p>
        </p:txBody>
      </p:sp>
      <p:sp>
        <p:nvSpPr>
          <p:cNvPr id="41" name="normal-memory">
            <a:extLst xmlns:a="http://schemas.openxmlformats.org/drawingml/2006/main">
              <a:ext uri="{FF2B5EF4-FFF2-40B4-BE49-F238E27FC236}">
                <a16:creationId xmlns:a16="http://schemas.microsoft.com/office/drawing/2014/main" id="{01DF3388-00D1-465D-BB2C-187605A8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05000"/>
            <a:ext cx="2286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D2B5F4C1-15AB-4AF1-8697-B847B15D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9621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Normal memory</a:t>
            </a:r>
          </a:p>
        </p:txBody>
      </p:sp>
      <p:sp>
        <p:nvSpPr>
          <p:cNvPr id="43" name="memory-row00">
            <a:extLst xmlns:a="http://schemas.openxmlformats.org/drawingml/2006/main">
              <a:ext uri="{FF2B5EF4-FFF2-40B4-BE49-F238E27FC236}">
                <a16:creationId xmlns:a16="http://schemas.microsoft.com/office/drawing/2014/main" id="{EFEF752A-0BF0-40F1-A19C-42055309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4" name="memory-row01">
            <a:extLst xmlns:a="http://schemas.openxmlformats.org/drawingml/2006/main">
              <a:ext uri="{FF2B5EF4-FFF2-40B4-BE49-F238E27FC236}">
                <a16:creationId xmlns:a16="http://schemas.microsoft.com/office/drawing/2014/main" id="{3B76D9EC-7680-42D9-B4FC-3F6FE46C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5" name="memory-row02">
            <a:extLst xmlns:a="http://schemas.openxmlformats.org/drawingml/2006/main">
              <a:ext uri="{FF2B5EF4-FFF2-40B4-BE49-F238E27FC236}">
                <a16:creationId xmlns:a16="http://schemas.microsoft.com/office/drawing/2014/main" id="{C8D417E0-1F9C-41E5-AD88-E3521420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6" name="memory-row03">
            <a:extLst xmlns:a="http://schemas.openxmlformats.org/drawingml/2006/main">
              <a:ext uri="{FF2B5EF4-FFF2-40B4-BE49-F238E27FC236}">
                <a16:creationId xmlns:a16="http://schemas.microsoft.com/office/drawing/2014/main" id="{D909F003-959E-41A5-9154-D123118B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7" name="memory-row04">
            <a:extLst xmlns:a="http://schemas.openxmlformats.org/drawingml/2006/main">
              <a:ext uri="{FF2B5EF4-FFF2-40B4-BE49-F238E27FC236}">
                <a16:creationId xmlns:a16="http://schemas.microsoft.com/office/drawing/2014/main" id="{50577BA3-64EE-401C-9AEE-840550A5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48" name="memory-row05">
            <a:extLst xmlns:a="http://schemas.openxmlformats.org/drawingml/2006/main">
              <a:ext uri="{FF2B5EF4-FFF2-40B4-BE49-F238E27FC236}">
                <a16:creationId xmlns:a16="http://schemas.microsoft.com/office/drawing/2014/main" id="{0A8012ED-B535-46B7-A103-86BA61B6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49" name="memory-row06">
            <a:extLst xmlns:a="http://schemas.openxmlformats.org/drawingml/2006/main">
              <a:ext uri="{FF2B5EF4-FFF2-40B4-BE49-F238E27FC236}">
                <a16:creationId xmlns:a16="http://schemas.microsoft.com/office/drawing/2014/main" id="{24B45CF1-3F14-48BA-BAF5-C9D3C00D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0" name="memory-row07">
            <a:extLst xmlns:a="http://schemas.openxmlformats.org/drawingml/2006/main">
              <a:ext uri="{FF2B5EF4-FFF2-40B4-BE49-F238E27FC236}">
                <a16:creationId xmlns:a16="http://schemas.microsoft.com/office/drawing/2014/main" id="{D9C19049-CADC-4A42-8120-A2A862FC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1" name="memory-row08">
            <a:extLst xmlns:a="http://schemas.openxmlformats.org/drawingml/2006/main">
              <a:ext uri="{FF2B5EF4-FFF2-40B4-BE49-F238E27FC236}">
                <a16:creationId xmlns:a16="http://schemas.microsoft.com/office/drawing/2014/main" id="{6A38FD92-782F-4C0E-9CAC-F3254562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2" name="memory-row09">
            <a:extLst xmlns:a="http://schemas.openxmlformats.org/drawingml/2006/main">
              <a:ext uri="{FF2B5EF4-FFF2-40B4-BE49-F238E27FC236}">
                <a16:creationId xmlns:a16="http://schemas.microsoft.com/office/drawing/2014/main" id="{BD06A064-41BF-4021-A356-36958D8F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4288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3" name="memory-row10">
            <a:extLst xmlns:a="http://schemas.openxmlformats.org/drawingml/2006/main">
              <a:ext uri="{FF2B5EF4-FFF2-40B4-BE49-F238E27FC236}">
                <a16:creationId xmlns:a16="http://schemas.microsoft.com/office/drawing/2014/main" id="{4D2009B4-BC23-4D4E-92C2-631DD060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4" name="memory-row11">
            <a:extLst xmlns:a="http://schemas.openxmlformats.org/drawingml/2006/main">
              <a:ext uri="{FF2B5EF4-FFF2-40B4-BE49-F238E27FC236}">
                <a16:creationId xmlns:a16="http://schemas.microsoft.com/office/drawing/2014/main" id="{9BC1B8BC-73F4-4139-8C68-70451922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5" name="memory-row12">
            <a:extLst xmlns:a="http://schemas.openxmlformats.org/drawingml/2006/main">
              <a:ext uri="{FF2B5EF4-FFF2-40B4-BE49-F238E27FC236}">
                <a16:creationId xmlns:a16="http://schemas.microsoft.com/office/drawing/2014/main" id="{2E072CFF-FAAB-490A-8831-E367484B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6" name="memory-row13">
            <a:extLst xmlns:a="http://schemas.openxmlformats.org/drawingml/2006/main">
              <a:ext uri="{FF2B5EF4-FFF2-40B4-BE49-F238E27FC236}">
                <a16:creationId xmlns:a16="http://schemas.microsoft.com/office/drawing/2014/main" id="{9D2F45BC-B073-48C0-8399-B8E1A479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7" name="memory-row14">
            <a:extLst xmlns:a="http://schemas.openxmlformats.org/drawingml/2006/main">
              <a:ext uri="{FF2B5EF4-FFF2-40B4-BE49-F238E27FC236}">
                <a16:creationId xmlns:a16="http://schemas.microsoft.com/office/drawing/2014/main" id="{84F480FD-3D06-4E57-A5DA-A32BA714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58" name="memory-row15">
            <a:extLst xmlns:a="http://schemas.openxmlformats.org/drawingml/2006/main">
              <a:ext uri="{FF2B5EF4-FFF2-40B4-BE49-F238E27FC236}">
                <a16:creationId xmlns:a16="http://schemas.microsoft.com/office/drawing/2014/main" id="{9E21C00F-B5A8-407C-9559-55C5370D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59" name="memory-row16">
            <a:extLst xmlns:a="http://schemas.openxmlformats.org/drawingml/2006/main">
              <a:ext uri="{FF2B5EF4-FFF2-40B4-BE49-F238E27FC236}">
                <a16:creationId xmlns:a16="http://schemas.microsoft.com/office/drawing/2014/main" id="{CE5AE48A-E3D1-4EE9-A1BF-907E1BCC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0" name="memory-row17">
            <a:extLst xmlns:a="http://schemas.openxmlformats.org/drawingml/2006/main">
              <a:ext uri="{FF2B5EF4-FFF2-40B4-BE49-F238E27FC236}">
                <a16:creationId xmlns:a16="http://schemas.microsoft.com/office/drawing/2014/main" id="{96344E29-6BAF-4D22-916F-76768A18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1" name="memory-row18">
            <a:extLst xmlns:a="http://schemas.openxmlformats.org/drawingml/2006/main">
              <a:ext uri="{FF2B5EF4-FFF2-40B4-BE49-F238E27FC236}">
                <a16:creationId xmlns:a16="http://schemas.microsoft.com/office/drawing/2014/main" id="{5C6ACDFB-F79F-4A2A-B1DD-CFD0C7DB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2" name="memory-row19">
            <a:extLst xmlns:a="http://schemas.openxmlformats.org/drawingml/2006/main">
              <a:ext uri="{FF2B5EF4-FFF2-40B4-BE49-F238E27FC236}">
                <a16:creationId xmlns:a16="http://schemas.microsoft.com/office/drawing/2014/main" id="{7DD4D819-654A-4E5D-95D0-AFF32758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6574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3" name="memory-row20">
            <a:extLst xmlns:a="http://schemas.openxmlformats.org/drawingml/2006/main">
              <a:ext uri="{FF2B5EF4-FFF2-40B4-BE49-F238E27FC236}">
                <a16:creationId xmlns:a16="http://schemas.microsoft.com/office/drawing/2014/main" id="{B9B1CDC6-276B-4D3F-8A5A-8B8AA5EC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4" name="memory-row21">
            <a:extLst xmlns:a="http://schemas.openxmlformats.org/drawingml/2006/main">
              <a:ext uri="{FF2B5EF4-FFF2-40B4-BE49-F238E27FC236}">
                <a16:creationId xmlns:a16="http://schemas.microsoft.com/office/drawing/2014/main" id="{0332F965-C465-42F2-B212-7929D942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290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5" name="memory-row22">
            <a:extLst xmlns:a="http://schemas.openxmlformats.org/drawingml/2006/main">
              <a:ext uri="{FF2B5EF4-FFF2-40B4-BE49-F238E27FC236}">
                <a16:creationId xmlns:a16="http://schemas.microsoft.com/office/drawing/2014/main" id="{6D2F8D63-3A67-47D2-9C18-D84D659F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05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6" name="memory-row23">
            <a:extLst xmlns:a="http://schemas.openxmlformats.org/drawingml/2006/main">
              <a:ext uri="{FF2B5EF4-FFF2-40B4-BE49-F238E27FC236}">
                <a16:creationId xmlns:a16="http://schemas.microsoft.com/office/drawing/2014/main" id="{B08B2DDC-BFFD-41AC-8202-5C97830B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708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7" name="memory-row24">
            <a:extLst xmlns:a="http://schemas.openxmlformats.org/drawingml/2006/main">
              <a:ext uri="{FF2B5EF4-FFF2-40B4-BE49-F238E27FC236}">
                <a16:creationId xmlns:a16="http://schemas.microsoft.com/office/drawing/2014/main" id="{7133281A-EBE6-43C0-9FB8-C89119F1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011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68" name="memory-row25">
            <a:extLst xmlns:a="http://schemas.openxmlformats.org/drawingml/2006/main">
              <a:ext uri="{FF2B5EF4-FFF2-40B4-BE49-F238E27FC236}">
                <a16:creationId xmlns:a16="http://schemas.microsoft.com/office/drawing/2014/main" id="{DE2CFD3A-CAD7-4F94-BEAA-4FDBA248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51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69" name="memory-row26">
            <a:extLst xmlns:a="http://schemas.openxmlformats.org/drawingml/2006/main">
              <a:ext uri="{FF2B5EF4-FFF2-40B4-BE49-F238E27FC236}">
                <a16:creationId xmlns:a16="http://schemas.microsoft.com/office/drawing/2014/main" id="{AC10F107-D5AA-412E-9BB5-9425EC17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4915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0" name="memory-row27">
            <a:extLst xmlns:a="http://schemas.openxmlformats.org/drawingml/2006/main">
              <a:ext uri="{FF2B5EF4-FFF2-40B4-BE49-F238E27FC236}">
                <a16:creationId xmlns:a16="http://schemas.microsoft.com/office/drawing/2014/main" id="{914A1E2A-268E-429E-9AC1-102FA529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318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1" name="memory-row28">
            <a:extLst xmlns:a="http://schemas.openxmlformats.org/drawingml/2006/main">
              <a:ext uri="{FF2B5EF4-FFF2-40B4-BE49-F238E27FC236}">
                <a16:creationId xmlns:a16="http://schemas.microsoft.com/office/drawing/2014/main" id="{DE5DE267-BE97-4A3E-BE12-EF34F4FC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9720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2" name="memory-row29">
            <a:extLst xmlns:a="http://schemas.openxmlformats.org/drawingml/2006/main">
              <a:ext uri="{FF2B5EF4-FFF2-40B4-BE49-F238E27FC236}">
                <a16:creationId xmlns:a16="http://schemas.microsoft.com/office/drawing/2014/main" id="{0BA230E2-6BDA-440C-8F33-4DF88732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123" y="2886075"/>
            <a:ext cx="1724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73" name="memory-symbol">
            <a:extLst xmlns:a="http://schemas.openxmlformats.org/drawingml/2006/main">
              <a:ext uri="{FF2B5EF4-FFF2-40B4-BE49-F238E27FC236}">
                <a16:creationId xmlns:a16="http://schemas.microsoft.com/office/drawing/2014/main" id="{1CA3C323-F6E8-49D0-AC6D-E29CBCB8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371850"/>
            <a:ext cx="933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1" i="1">
                <a:latin typeface="Cambria"/>
                <a:ea typeface="Cambria"/>
                <a:cs typeface="Cambria"/>
              </a:rPr>
              <a:t>M</a:t>
            </a:r>
            <a:r>
              <a:rPr sz="1620" i="1" baseline="-25000">
                <a:latin typeface="Cambria"/>
                <a:ea typeface="Cambria"/>
                <a:cs typeface="Cambria"/>
              </a:rPr>
              <a:t>c</a:t>
            </a:r>
          </a:p>
        </p:txBody>
      </p:sp>
      <p:sp>
        <p:nvSpPr>
          <p:cNvPr id="74" name="all-patches">
            <a:extLst xmlns:a="http://schemas.openxmlformats.org/drawingml/2006/main">
              <a:ext uri="{FF2B5EF4-FFF2-40B4-BE49-F238E27FC236}">
                <a16:creationId xmlns:a16="http://schemas.microsoft.com/office/drawing/2014/main" id="{30BAC5D4-077C-451F-BC12-91972E4F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00977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All support patches</a:t>
            </a:r>
          </a:p>
          <a:p xmlns:a="http://schemas.openxmlformats.org/drawingml/2006/main">
            <a:pPr algn="l">
              <a:defRPr sz="202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Fixed after construction</a:t>
            </a:r>
          </a:p>
        </p:txBody>
      </p:sp>
      <p:sp>
        <p:nvSpPr>
          <p:cNvPr id="75" name="node0">
            <a:extLst xmlns:a="http://schemas.openxmlformats.org/drawingml/2006/main">
              <a:ext uri="{FF2B5EF4-FFF2-40B4-BE49-F238E27FC236}">
                <a16:creationId xmlns:a16="http://schemas.microsoft.com/office/drawing/2014/main" id="{39D6E9AA-A672-45B7-B04D-2B976C36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6" name="node1">
            <a:extLst xmlns:a="http://schemas.openxmlformats.org/drawingml/2006/main">
              <a:ext uri="{FF2B5EF4-FFF2-40B4-BE49-F238E27FC236}">
                <a16:creationId xmlns:a16="http://schemas.microsoft.com/office/drawing/2014/main" id="{641D799E-1BB5-46C9-BE8E-48D5F553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47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3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1696403" y="2505076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78" name="node2">
            <a:extLst xmlns:a="http://schemas.openxmlformats.org/drawingml/2006/main">
              <a:ext uri="{FF2B5EF4-FFF2-40B4-BE49-F238E27FC236}">
                <a16:creationId xmlns:a16="http://schemas.microsoft.com/office/drawing/2014/main" id="{EF0F5CE7-7B31-467E-9F3A-701ACA1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79" name="node3">
            <a:extLst xmlns:a="http://schemas.openxmlformats.org/drawingml/2006/main">
              <a:ext uri="{FF2B5EF4-FFF2-40B4-BE49-F238E27FC236}">
                <a16:creationId xmlns:a16="http://schemas.microsoft.com/office/drawing/2014/main" id="{F6F09B11-7725-4EBA-936A-5E85BAC6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7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6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5258753" y="2505076"/>
            <a:ext cx="7410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1" name="node4">
            <a:extLst xmlns:a="http://schemas.openxmlformats.org/drawingml/2006/main">
              <a:ext uri="{FF2B5EF4-FFF2-40B4-BE49-F238E27FC236}">
                <a16:creationId xmlns:a16="http://schemas.microsoft.com/office/drawing/2014/main" id="{B585E7BB-80E0-4C12-84F1-4939F6FB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3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2" name="node5">
            <a:extLst xmlns:a="http://schemas.openxmlformats.org/drawingml/2006/main">
              <a:ext uri="{FF2B5EF4-FFF2-40B4-BE49-F238E27FC236}">
                <a16:creationId xmlns:a16="http://schemas.microsoft.com/office/drawing/2014/main" id="{93037ACC-A63A-4368-BDF3-6B7798BA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37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59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9059228" y="2505076"/>
            <a:ext cx="3981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4" name="node6">
            <a:extLst xmlns:a="http://schemas.openxmlformats.org/drawingml/2006/main">
              <a:ext uri="{FF2B5EF4-FFF2-40B4-BE49-F238E27FC236}">
                <a16:creationId xmlns:a16="http://schemas.microsoft.com/office/drawing/2014/main" id="{F53861CE-0E79-4F4E-BFF1-3B56DEB6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37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5" name="node7">
            <a:extLst xmlns:a="http://schemas.openxmlformats.org/drawingml/2006/main">
              <a:ext uri="{FF2B5EF4-FFF2-40B4-BE49-F238E27FC236}">
                <a16:creationId xmlns:a16="http://schemas.microsoft.com/office/drawing/2014/main" id="{D414C83B-5734-4EAF-8A7E-8D7E1F18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79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2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10735628" y="2505076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87" name="node8">
            <a:extLst xmlns:a="http://schemas.openxmlformats.org/drawingml/2006/main">
              <a:ext uri="{FF2B5EF4-FFF2-40B4-BE49-F238E27FC236}">
                <a16:creationId xmlns:a16="http://schemas.microsoft.com/office/drawing/2014/main" id="{95144070-2B49-456B-9F53-DC54268D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798" y="3351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88" name="node9">
            <a:extLst xmlns:a="http://schemas.openxmlformats.org/drawingml/2006/main">
              <a:ext uri="{FF2B5EF4-FFF2-40B4-BE49-F238E27FC236}">
                <a16:creationId xmlns:a16="http://schemas.microsoft.com/office/drawing/2014/main" id="{17190B24-ADE6-41CC-9643-B1C49493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67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65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12477751" y="3353753"/>
            <a:ext cx="0" cy="19411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4856C"/>
            </a:solidFill>
            <a:prstDash val="solid"/>
            <a:tailEnd type="triangle" w="med" len="med"/>
          </a:ln>
        </p:spPr>
      </p:cxnSp>
      <p:sp>
        <p:nvSpPr>
          <p:cNvPr id="90" name="read-memory">
            <a:extLst xmlns:a="http://schemas.openxmlformats.org/drawingml/2006/main">
              <a:ext uri="{FF2B5EF4-FFF2-40B4-BE49-F238E27FC236}">
                <a16:creationId xmlns:a16="http://schemas.microsoft.com/office/drawing/2014/main" id="{F3823C23-3343-4F6D-9B70-935895FB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152900"/>
            <a:ext cx="1266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485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4856C"/>
                </a:solidFill>
                <a:latin typeface="Arial"/>
                <a:ea typeface="Arial"/>
                <a:cs typeface="Arial"/>
              </a:rPr>
              <a:t>read only</a:t>
            </a:r>
          </a:p>
        </p:txBody>
      </p:sp>
      <p:sp>
        <p:nvSpPr>
          <p:cNvPr id="91" name="lane-divider">
            <a:extLst xmlns:a="http://schemas.openxmlformats.org/drawingml/2006/main">
              <a:ext uri="{FF2B5EF4-FFF2-40B4-BE49-F238E27FC236}">
                <a16:creationId xmlns:a16="http://schemas.microsoft.com/office/drawing/2014/main" id="{6EF51E76-E9A4-42FA-AD9D-3014499F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905250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92" name="query-heading">
            <a:extLst xmlns:a="http://schemas.openxmlformats.org/drawingml/2006/main">
              <a:ext uri="{FF2B5EF4-FFF2-40B4-BE49-F238E27FC236}">
                <a16:creationId xmlns:a16="http://schemas.microsoft.com/office/drawing/2014/main" id="{B59981FD-E85F-45AF-B9EB-0D30DF7A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290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(b) Localize anomalies in a query image</a:t>
            </a:r>
          </a:p>
        </p:txBody>
      </p:sp>
      <p:pic>
        <p:nvPicPr>
          <p:cNvPr id="369" name="Query MPDD metal_plate scratches 0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4f5285b6a43bf"/>
          <a:stretch xmlns:a="http://schemas.openxmlformats.org/drawingml/2006/main"/>
        </p:blipFill>
        <p:spPr>
          <a:xfrm xmlns:a="http://schemas.openxmlformats.org/drawingml/2006/main">
            <a:off x="381000" y="5381625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4" name="query-symbol">
            <a:extLst xmlns:a="http://schemas.openxmlformats.org/drawingml/2006/main">
              <a:ext uri="{FF2B5EF4-FFF2-40B4-BE49-F238E27FC236}">
                <a16:creationId xmlns:a16="http://schemas.microsoft.com/office/drawing/2014/main" id="{FD137048-222A-4E88-93B4-651A9428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722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400" b="1" i="1">
                <a:latin typeface="Cambria"/>
                <a:ea typeface="Cambria"/>
                <a:cs typeface="Cambria"/>
              </a:rPr>
              <a:t>x</a:t>
            </a:r>
          </a:p>
        </p:txBody>
      </p:sp>
      <p:sp>
        <p:nvSpPr>
          <p:cNvPr id="95" name="node10">
            <a:extLst xmlns:a="http://schemas.openxmlformats.org/drawingml/2006/main">
              <a:ext uri="{FF2B5EF4-FFF2-40B4-BE49-F238E27FC236}">
                <a16:creationId xmlns:a16="http://schemas.microsoft.com/office/drawing/2014/main" id="{EB0F476E-9B66-4A0E-90E5-FEDC93E1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59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6" name="node11">
            <a:extLst xmlns:a="http://schemas.openxmlformats.org/drawingml/2006/main">
              <a:ext uri="{FF2B5EF4-FFF2-40B4-BE49-F238E27FC236}">
                <a16:creationId xmlns:a16="http://schemas.microsoft.com/office/drawing/2014/main" id="{6E9877B9-BBC0-47D8-85D9-B77958B6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3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1734503" y="60483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98" name="node12">
            <a:extLst xmlns:a="http://schemas.openxmlformats.org/drawingml/2006/main">
              <a:ext uri="{FF2B5EF4-FFF2-40B4-BE49-F238E27FC236}">
                <a16:creationId xmlns:a16="http://schemas.microsoft.com/office/drawing/2014/main" id="{A755266A-8B18-4AE7-B670-08AD78EF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99" name="node13">
            <a:extLst xmlns:a="http://schemas.openxmlformats.org/drawingml/2006/main">
              <a:ext uri="{FF2B5EF4-FFF2-40B4-BE49-F238E27FC236}">
                <a16:creationId xmlns:a16="http://schemas.microsoft.com/office/drawing/2014/main" id="{FE91423B-18AA-474F-B3BD-BDB73483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6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2019301" y="5087303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01" name="node14">
            <a:extLst xmlns:a="http://schemas.openxmlformats.org/drawingml/2006/main">
              <a:ext uri="{FF2B5EF4-FFF2-40B4-BE49-F238E27FC236}">
                <a16:creationId xmlns:a16="http://schemas.microsoft.com/office/drawing/2014/main" id="{D27BD514-560D-449D-BE1E-5826715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2" name="node15">
            <a:extLst xmlns:a="http://schemas.openxmlformats.org/drawingml/2006/main">
              <a:ext uri="{FF2B5EF4-FFF2-40B4-BE49-F238E27FC236}">
                <a16:creationId xmlns:a16="http://schemas.microsoft.com/office/drawing/2014/main" id="{98DC60A0-4AAD-41DA-95FC-B0660198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79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2020253" y="50863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04" name="node16">
            <a:extLst xmlns:a="http://schemas.openxmlformats.org/drawingml/2006/main">
              <a:ext uri="{FF2B5EF4-FFF2-40B4-BE49-F238E27FC236}">
                <a16:creationId xmlns:a16="http://schemas.microsoft.com/office/drawing/2014/main" id="{EC6AD8B9-8525-4C2D-908C-F811BFDC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047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5" name="node17">
            <a:extLst xmlns:a="http://schemas.openxmlformats.org/drawingml/2006/main">
              <a:ext uri="{FF2B5EF4-FFF2-40B4-BE49-F238E27FC236}">
                <a16:creationId xmlns:a16="http://schemas.microsoft.com/office/drawing/2014/main" id="{E3E16FA9-C5C4-456A-8CF4-E7714F25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82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2019301" y="6049328"/>
            <a:ext cx="0" cy="82677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107" name="node18">
            <a:extLst xmlns:a="http://schemas.openxmlformats.org/drawingml/2006/main">
              <a:ext uri="{FF2B5EF4-FFF2-40B4-BE49-F238E27FC236}">
                <a16:creationId xmlns:a16="http://schemas.microsoft.com/office/drawing/2014/main" id="{C4F05105-1162-48EB-99C9-54E79CB6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8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08" name="node19">
            <a:extLst xmlns:a="http://schemas.openxmlformats.org/drawingml/2006/main">
              <a:ext uri="{FF2B5EF4-FFF2-40B4-BE49-F238E27FC236}">
                <a16:creationId xmlns:a16="http://schemas.microsoft.com/office/drawing/2014/main" id="{233227F7-AB47-4FAB-AE87-7AE8E6E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385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2020253" y="6877051"/>
            <a:ext cx="2457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10" name="query-dino">
            <a:extLst xmlns:a="http://schemas.openxmlformats.org/drawingml/2006/main">
              <a:ext uri="{FF2B5EF4-FFF2-40B4-BE49-F238E27FC236}">
                <a16:creationId xmlns:a16="http://schemas.microsoft.com/office/drawing/2014/main" id="{8AD08826-4810-4330-AED9-72BB491F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2286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DINOv2</a:t>
            </a:r>
          </a:p>
          <a:p xmlns:a="http://schemas.openxmlformats.org/drawingml/2006/main">
            <a:pPr algn="ctr">
              <a:defRPr sz="225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ViT-B/14</a:t>
            </a:r>
          </a:p>
        </p:txBody>
      </p:sp>
      <p:sp>
        <p:nvSpPr>
          <p:cNvPr id="111" name="dino-input">
            <a:extLst xmlns:a="http://schemas.openxmlformats.org/drawingml/2006/main">
              <a:ext uri="{FF2B5EF4-FFF2-40B4-BE49-F238E27FC236}">
                <a16:creationId xmlns:a16="http://schemas.microsoft.com/office/drawing/2014/main" id="{B893C324-650A-4072-92DE-3321A81F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5245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Short side: 448</a:t>
            </a:r>
          </a:p>
        </p:txBody>
      </p:sp>
      <p:sp>
        <p:nvSpPr>
          <p:cNvPr id="112" name="query-clip">
            <a:extLst xmlns:a="http://schemas.openxmlformats.org/drawingml/2006/main">
              <a:ext uri="{FF2B5EF4-FFF2-40B4-BE49-F238E27FC236}">
                <a16:creationId xmlns:a16="http://schemas.microsoft.com/office/drawing/2014/main" id="{C3B36AAA-6A60-43E0-A40F-2B439FE0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448425"/>
            <a:ext cx="2286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CLIP visual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ViT-L/14 + DPAM</a:t>
            </a:r>
          </a:p>
        </p:txBody>
      </p:sp>
      <p:sp>
        <p:nvSpPr>
          <p:cNvPr id="113" name="clip-input">
            <a:extLst xmlns:a="http://schemas.openxmlformats.org/drawingml/2006/main">
              <a:ext uri="{FF2B5EF4-FFF2-40B4-BE49-F238E27FC236}">
                <a16:creationId xmlns:a16="http://schemas.microsoft.com/office/drawing/2014/main" id="{32A06FE3-84F1-4737-88A5-AABA6905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73628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Input: 518 × 518</a:t>
            </a:r>
          </a:p>
        </p:txBody>
      </p:sp>
      <p:sp>
        <p:nvSpPr>
          <p:cNvPr id="114" name="dino-features0-0">
            <a:extLst xmlns:a="http://schemas.openxmlformats.org/drawingml/2006/main">
              <a:ext uri="{FF2B5EF4-FFF2-40B4-BE49-F238E27FC236}">
                <a16:creationId xmlns:a16="http://schemas.microsoft.com/office/drawing/2014/main" id="{336CFF15-739C-49FA-8AF9-20A7FB96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5" name="dino-features0-1">
            <a:extLst xmlns:a="http://schemas.openxmlformats.org/drawingml/2006/main">
              <a:ext uri="{FF2B5EF4-FFF2-40B4-BE49-F238E27FC236}">
                <a16:creationId xmlns:a16="http://schemas.microsoft.com/office/drawing/2014/main" id="{7B2CEEC7-B9F7-4F7C-81DC-D48B70F9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6" name="dino-features0-2">
            <a:extLst xmlns:a="http://schemas.openxmlformats.org/drawingml/2006/main">
              <a:ext uri="{FF2B5EF4-FFF2-40B4-BE49-F238E27FC236}">
                <a16:creationId xmlns:a16="http://schemas.microsoft.com/office/drawing/2014/main" id="{F1748CA9-2B33-487A-AE05-AFA7F803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7" name="dino-features0-3">
            <a:extLst xmlns:a="http://schemas.openxmlformats.org/drawingml/2006/main">
              <a:ext uri="{FF2B5EF4-FFF2-40B4-BE49-F238E27FC236}">
                <a16:creationId xmlns:a16="http://schemas.microsoft.com/office/drawing/2014/main" id="{A15FC597-3C38-488F-82F0-3BDABB7E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8" name="dino-features0-4">
            <a:extLst xmlns:a="http://schemas.openxmlformats.org/drawingml/2006/main">
              <a:ext uri="{FF2B5EF4-FFF2-40B4-BE49-F238E27FC236}">
                <a16:creationId xmlns:a16="http://schemas.microsoft.com/office/drawing/2014/main" id="{03D6FF73-F25D-4BCF-AE17-ACE45B2A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714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19" name="dino-features1-0">
            <a:extLst xmlns:a="http://schemas.openxmlformats.org/drawingml/2006/main">
              <a:ext uri="{FF2B5EF4-FFF2-40B4-BE49-F238E27FC236}">
                <a16:creationId xmlns:a16="http://schemas.microsoft.com/office/drawing/2014/main" id="{95968253-7D4C-4825-85B5-235601F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0" name="dino-features1-1">
            <a:extLst xmlns:a="http://schemas.openxmlformats.org/drawingml/2006/main">
              <a:ext uri="{FF2B5EF4-FFF2-40B4-BE49-F238E27FC236}">
                <a16:creationId xmlns:a16="http://schemas.microsoft.com/office/drawing/2014/main" id="{55600F25-F4C7-4F13-B80B-D3AC6320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1" name="dino-features1-2">
            <a:extLst xmlns:a="http://schemas.openxmlformats.org/drawingml/2006/main">
              <a:ext uri="{FF2B5EF4-FFF2-40B4-BE49-F238E27FC236}">
                <a16:creationId xmlns:a16="http://schemas.microsoft.com/office/drawing/2014/main" id="{BD58E402-B912-4D03-A997-3BB76FB4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7C9C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2" name="dino-features1-3">
            <a:extLst xmlns:a="http://schemas.openxmlformats.org/drawingml/2006/main">
              <a:ext uri="{FF2B5EF4-FFF2-40B4-BE49-F238E27FC236}">
                <a16:creationId xmlns:a16="http://schemas.microsoft.com/office/drawing/2014/main" id="{709E90F8-27E5-416C-9D79-1030707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3" name="dino-features1-4">
            <a:extLst xmlns:a="http://schemas.openxmlformats.org/drawingml/2006/main">
              <a:ext uri="{FF2B5EF4-FFF2-40B4-BE49-F238E27FC236}">
                <a16:creationId xmlns:a16="http://schemas.microsoft.com/office/drawing/2014/main" id="{9777D0EC-B99C-465F-A4EB-FDAB5E29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863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4" name="dino-features2-0">
            <a:extLst xmlns:a="http://schemas.openxmlformats.org/drawingml/2006/main">
              <a:ext uri="{FF2B5EF4-FFF2-40B4-BE49-F238E27FC236}">
                <a16:creationId xmlns:a16="http://schemas.microsoft.com/office/drawing/2014/main" id="{E14B1201-E77E-4D34-8759-77508F80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5" name="dino-features2-1">
            <a:extLst xmlns:a="http://schemas.openxmlformats.org/drawingml/2006/main">
              <a:ext uri="{FF2B5EF4-FFF2-40B4-BE49-F238E27FC236}">
                <a16:creationId xmlns:a16="http://schemas.microsoft.com/office/drawing/2014/main" id="{33876EDD-0A70-406C-B513-5B4D46DD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6" name="dino-features2-2">
            <a:extLst xmlns:a="http://schemas.openxmlformats.org/drawingml/2006/main">
              <a:ext uri="{FF2B5EF4-FFF2-40B4-BE49-F238E27FC236}">
                <a16:creationId xmlns:a16="http://schemas.microsoft.com/office/drawing/2014/main" id="{C71C310C-AABD-4171-93EC-E6A3E228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7" name="dino-features2-3">
            <a:extLst xmlns:a="http://schemas.openxmlformats.org/drawingml/2006/main">
              <a:ext uri="{FF2B5EF4-FFF2-40B4-BE49-F238E27FC236}">
                <a16:creationId xmlns:a16="http://schemas.microsoft.com/office/drawing/2014/main" id="{CD8D1406-1DBE-47FD-9A6C-16C9A32B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8" name="dino-features2-4">
            <a:extLst xmlns:a="http://schemas.openxmlformats.org/drawingml/2006/main">
              <a:ext uri="{FF2B5EF4-FFF2-40B4-BE49-F238E27FC236}">
                <a16:creationId xmlns:a16="http://schemas.microsoft.com/office/drawing/2014/main" id="{07859E3D-263E-49CB-B8DD-81BA4F5E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29" name="dino-features3-0">
            <a:extLst xmlns:a="http://schemas.openxmlformats.org/drawingml/2006/main">
              <a:ext uri="{FF2B5EF4-FFF2-40B4-BE49-F238E27FC236}">
                <a16:creationId xmlns:a16="http://schemas.microsoft.com/office/drawing/2014/main" id="{8622E744-4246-4192-A91D-A8BE3173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0" name="dino-features3-1">
            <a:extLst xmlns:a="http://schemas.openxmlformats.org/drawingml/2006/main">
              <a:ext uri="{FF2B5EF4-FFF2-40B4-BE49-F238E27FC236}">
                <a16:creationId xmlns:a16="http://schemas.microsoft.com/office/drawing/2014/main" id="{A6CAD98B-7137-4744-A6ED-EFB43FA9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1" name="dino-features3-2">
            <a:extLst xmlns:a="http://schemas.openxmlformats.org/drawingml/2006/main">
              <a:ext uri="{FF2B5EF4-FFF2-40B4-BE49-F238E27FC236}">
                <a16:creationId xmlns:a16="http://schemas.microsoft.com/office/drawing/2014/main" id="{E15FCECD-EB66-4E0A-92F6-F2D29B6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2" name="dino-features3-3">
            <a:extLst xmlns:a="http://schemas.openxmlformats.org/drawingml/2006/main">
              <a:ext uri="{FF2B5EF4-FFF2-40B4-BE49-F238E27FC236}">
                <a16:creationId xmlns:a16="http://schemas.microsoft.com/office/drawing/2014/main" id="{1C5C825A-BA6B-4FF0-A296-92BDEF65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3" name="dino-features3-4">
            <a:extLst xmlns:a="http://schemas.openxmlformats.org/drawingml/2006/main">
              <a:ext uri="{FF2B5EF4-FFF2-40B4-BE49-F238E27FC236}">
                <a16:creationId xmlns:a16="http://schemas.microsoft.com/office/drawing/2014/main" id="{16211AB5-143E-404A-A0BA-D85A26F0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229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134" name="clip-features0-0">
            <a:extLst xmlns:a="http://schemas.openxmlformats.org/drawingml/2006/main">
              <a:ext uri="{FF2B5EF4-FFF2-40B4-BE49-F238E27FC236}">
                <a16:creationId xmlns:a16="http://schemas.microsoft.com/office/drawing/2014/main" id="{2991ED09-8939-4B5C-B217-A6639180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5" name="clip-features0-1">
            <a:extLst xmlns:a="http://schemas.openxmlformats.org/drawingml/2006/main">
              <a:ext uri="{FF2B5EF4-FFF2-40B4-BE49-F238E27FC236}">
                <a16:creationId xmlns:a16="http://schemas.microsoft.com/office/drawing/2014/main" id="{6F26C472-D087-4AD8-8BDE-AAB21DF0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6" name="clip-features0-2">
            <a:extLst xmlns:a="http://schemas.openxmlformats.org/drawingml/2006/main">
              <a:ext uri="{FF2B5EF4-FFF2-40B4-BE49-F238E27FC236}">
                <a16:creationId xmlns:a16="http://schemas.microsoft.com/office/drawing/2014/main" id="{9CD7C663-A18B-4E44-B346-FAE755EA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7" name="clip-features0-3">
            <a:extLst xmlns:a="http://schemas.openxmlformats.org/drawingml/2006/main">
              <a:ext uri="{FF2B5EF4-FFF2-40B4-BE49-F238E27FC236}">
                <a16:creationId xmlns:a16="http://schemas.microsoft.com/office/drawing/2014/main" id="{66B73285-BEEE-4971-8299-F0ABE88F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8" name="clip-features0-4">
            <a:extLst xmlns:a="http://schemas.openxmlformats.org/drawingml/2006/main">
              <a:ext uri="{FF2B5EF4-FFF2-40B4-BE49-F238E27FC236}">
                <a16:creationId xmlns:a16="http://schemas.microsoft.com/office/drawing/2014/main" id="{102E1C1B-BD4E-42B2-9BF8-9A99516C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39" name="clip-features0-5">
            <a:extLst xmlns:a="http://schemas.openxmlformats.org/drawingml/2006/main">
              <a:ext uri="{FF2B5EF4-FFF2-40B4-BE49-F238E27FC236}">
                <a16:creationId xmlns:a16="http://schemas.microsoft.com/office/drawing/2014/main" id="{4DCE4CE6-02F7-4BF9-A4FD-66658D50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4960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0" name="clip-features1-0">
            <a:extLst xmlns:a="http://schemas.openxmlformats.org/drawingml/2006/main">
              <a:ext uri="{FF2B5EF4-FFF2-40B4-BE49-F238E27FC236}">
                <a16:creationId xmlns:a16="http://schemas.microsoft.com/office/drawing/2014/main" id="{5225227E-676E-4EF5-A04D-F0A79028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1" name="clip-features1-1">
            <a:extLst xmlns:a="http://schemas.openxmlformats.org/drawingml/2006/main">
              <a:ext uri="{FF2B5EF4-FFF2-40B4-BE49-F238E27FC236}">
                <a16:creationId xmlns:a16="http://schemas.microsoft.com/office/drawing/2014/main" id="{CCC1EF1D-2058-4A06-8518-B946D73E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2" name="clip-features1-2">
            <a:extLst xmlns:a="http://schemas.openxmlformats.org/drawingml/2006/main">
              <a:ext uri="{FF2B5EF4-FFF2-40B4-BE49-F238E27FC236}">
                <a16:creationId xmlns:a16="http://schemas.microsoft.com/office/drawing/2014/main" id="{FC35376A-C101-43BA-A685-E51D802C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9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3" name="clip-features1-3">
            <a:extLst xmlns:a="http://schemas.openxmlformats.org/drawingml/2006/main">
              <a:ext uri="{FF2B5EF4-FFF2-40B4-BE49-F238E27FC236}">
                <a16:creationId xmlns:a16="http://schemas.microsoft.com/office/drawing/2014/main" id="{DDBC8F89-F19F-45CD-942A-50E0D066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4" name="clip-features1-4">
            <a:extLst xmlns:a="http://schemas.openxmlformats.org/drawingml/2006/main">
              <a:ext uri="{FF2B5EF4-FFF2-40B4-BE49-F238E27FC236}">
                <a16:creationId xmlns:a16="http://schemas.microsoft.com/office/drawing/2014/main" id="{B7449F20-3667-46F3-BFB3-78DBBB91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5" name="clip-features1-5">
            <a:extLst xmlns:a="http://schemas.openxmlformats.org/drawingml/2006/main">
              <a:ext uri="{FF2B5EF4-FFF2-40B4-BE49-F238E27FC236}">
                <a16:creationId xmlns:a16="http://schemas.microsoft.com/office/drawing/2014/main" id="{E1A71FDA-B014-4D4E-8387-34C50D3E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6389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6" name="clip-features2-0">
            <a:extLst xmlns:a="http://schemas.openxmlformats.org/drawingml/2006/main">
              <a:ext uri="{FF2B5EF4-FFF2-40B4-BE49-F238E27FC236}">
                <a16:creationId xmlns:a16="http://schemas.microsoft.com/office/drawing/2014/main" id="{D9414D79-FAF1-4F12-BDD8-54259C1E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7" name="clip-features2-1">
            <a:extLst xmlns:a="http://schemas.openxmlformats.org/drawingml/2006/main">
              <a:ext uri="{FF2B5EF4-FFF2-40B4-BE49-F238E27FC236}">
                <a16:creationId xmlns:a16="http://schemas.microsoft.com/office/drawing/2014/main" id="{08242AC8-E26A-42E3-A5ED-AA9817E9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8" name="clip-features2-2">
            <a:extLst xmlns:a="http://schemas.openxmlformats.org/drawingml/2006/main">
              <a:ext uri="{FF2B5EF4-FFF2-40B4-BE49-F238E27FC236}">
                <a16:creationId xmlns:a16="http://schemas.microsoft.com/office/drawing/2014/main" id="{4F2F91AB-449F-4C3A-B951-1C53D242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49" name="clip-features2-3">
            <a:extLst xmlns:a="http://schemas.openxmlformats.org/drawingml/2006/main">
              <a:ext uri="{FF2B5EF4-FFF2-40B4-BE49-F238E27FC236}">
                <a16:creationId xmlns:a16="http://schemas.microsoft.com/office/drawing/2014/main" id="{76FD6B97-1110-43B2-9640-4AF808A4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0" name="clip-features2-4">
            <a:extLst xmlns:a="http://schemas.openxmlformats.org/drawingml/2006/main">
              <a:ext uri="{FF2B5EF4-FFF2-40B4-BE49-F238E27FC236}">
                <a16:creationId xmlns:a16="http://schemas.microsoft.com/office/drawing/2014/main" id="{BEFB36E9-4E1C-4AF6-9BE5-6C875BDD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1" name="clip-features2-5">
            <a:extLst xmlns:a="http://schemas.openxmlformats.org/drawingml/2006/main">
              <a:ext uri="{FF2B5EF4-FFF2-40B4-BE49-F238E27FC236}">
                <a16:creationId xmlns:a16="http://schemas.microsoft.com/office/drawing/2014/main" id="{2A8F819A-2A5D-4E9A-A77E-981B2DCB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7818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2" name="clip-features3-0">
            <a:extLst xmlns:a="http://schemas.openxmlformats.org/drawingml/2006/main">
              <a:ext uri="{FF2B5EF4-FFF2-40B4-BE49-F238E27FC236}">
                <a16:creationId xmlns:a16="http://schemas.microsoft.com/office/drawing/2014/main" id="{A6F6CB28-F80B-4FC4-9465-DCB09C1B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3" name="clip-features3-1">
            <a:extLst xmlns:a="http://schemas.openxmlformats.org/drawingml/2006/main">
              <a:ext uri="{FF2B5EF4-FFF2-40B4-BE49-F238E27FC236}">
                <a16:creationId xmlns:a16="http://schemas.microsoft.com/office/drawing/2014/main" id="{8E449C2E-A15C-4B5C-84C1-0DE88F15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4" name="clip-features3-2">
            <a:extLst xmlns:a="http://schemas.openxmlformats.org/drawingml/2006/main">
              <a:ext uri="{FF2B5EF4-FFF2-40B4-BE49-F238E27FC236}">
                <a16:creationId xmlns:a16="http://schemas.microsoft.com/office/drawing/2014/main" id="{E860CF61-DE77-416E-866D-05AF386E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5" name="clip-features3-3">
            <a:extLst xmlns:a="http://schemas.openxmlformats.org/drawingml/2006/main">
              <a:ext uri="{FF2B5EF4-FFF2-40B4-BE49-F238E27FC236}">
                <a16:creationId xmlns:a16="http://schemas.microsoft.com/office/drawing/2014/main" id="{791795F7-90B4-4E30-BBB0-6A87756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6" name="clip-features3-4">
            <a:extLst xmlns:a="http://schemas.openxmlformats.org/drawingml/2006/main">
              <a:ext uri="{FF2B5EF4-FFF2-40B4-BE49-F238E27FC236}">
                <a16:creationId xmlns:a16="http://schemas.microsoft.com/office/drawing/2014/main" id="{5FC0FB20-7D0E-464C-8459-134056BA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7" name="clip-features3-5">
            <a:extLst xmlns:a="http://schemas.openxmlformats.org/drawingml/2006/main">
              <a:ext uri="{FF2B5EF4-FFF2-40B4-BE49-F238E27FC236}">
                <a16:creationId xmlns:a16="http://schemas.microsoft.com/office/drawing/2014/main" id="{99B34D68-903E-4E17-80DD-1A5863DD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924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8" name="clip-features4-0">
            <a:extLst xmlns:a="http://schemas.openxmlformats.org/drawingml/2006/main">
              <a:ext uri="{FF2B5EF4-FFF2-40B4-BE49-F238E27FC236}">
                <a16:creationId xmlns:a16="http://schemas.microsoft.com/office/drawing/2014/main" id="{43D49722-D5F0-4EC9-83BF-E1E290FC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59" name="clip-features4-1">
            <a:extLst xmlns:a="http://schemas.openxmlformats.org/drawingml/2006/main">
              <a:ext uri="{FF2B5EF4-FFF2-40B4-BE49-F238E27FC236}">
                <a16:creationId xmlns:a16="http://schemas.microsoft.com/office/drawing/2014/main" id="{7BB5D953-CD3E-4EBC-A3E2-03E87C0D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0" name="clip-features4-2">
            <a:extLst xmlns:a="http://schemas.openxmlformats.org/drawingml/2006/main">
              <a:ext uri="{FF2B5EF4-FFF2-40B4-BE49-F238E27FC236}">
                <a16:creationId xmlns:a16="http://schemas.microsoft.com/office/drawing/2014/main" id="{D7982650-2234-49B4-A98D-8472BDD4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1" name="clip-features4-3">
            <a:extLst xmlns:a="http://schemas.openxmlformats.org/drawingml/2006/main">
              <a:ext uri="{FF2B5EF4-FFF2-40B4-BE49-F238E27FC236}">
                <a16:creationId xmlns:a16="http://schemas.microsoft.com/office/drawing/2014/main" id="{B03DFE35-BD5B-40F1-9049-5B0AB388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2" name="clip-features4-4">
            <a:extLst xmlns:a="http://schemas.openxmlformats.org/drawingml/2006/main">
              <a:ext uri="{FF2B5EF4-FFF2-40B4-BE49-F238E27FC236}">
                <a16:creationId xmlns:a16="http://schemas.microsoft.com/office/drawing/2014/main" id="{57C63D62-03D4-406A-BDCB-61739807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3" name="clip-features4-5">
            <a:extLst xmlns:a="http://schemas.openxmlformats.org/drawingml/2006/main">
              <a:ext uri="{FF2B5EF4-FFF2-40B4-BE49-F238E27FC236}">
                <a16:creationId xmlns:a16="http://schemas.microsoft.com/office/drawing/2014/main" id="{C70CE518-37E7-4B37-BB4E-A7042FD5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067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4" name="clip-features5-0">
            <a:extLst xmlns:a="http://schemas.openxmlformats.org/drawingml/2006/main">
              <a:ext uri="{FF2B5EF4-FFF2-40B4-BE49-F238E27FC236}">
                <a16:creationId xmlns:a16="http://schemas.microsoft.com/office/drawing/2014/main" id="{FD9FA1ED-9E36-4533-AAB5-FCB50667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5" name="clip-features5-1">
            <a:extLst xmlns:a="http://schemas.openxmlformats.org/drawingml/2006/main">
              <a:ext uri="{FF2B5EF4-FFF2-40B4-BE49-F238E27FC236}">
                <a16:creationId xmlns:a16="http://schemas.microsoft.com/office/drawing/2014/main" id="{D561111D-EB94-427E-A2F8-15691A79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6" name="clip-features5-2">
            <a:extLst xmlns:a="http://schemas.openxmlformats.org/drawingml/2006/main">
              <a:ext uri="{FF2B5EF4-FFF2-40B4-BE49-F238E27FC236}">
                <a16:creationId xmlns:a16="http://schemas.microsoft.com/office/drawing/2014/main" id="{40B0AAD1-4482-409A-856F-E712073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7" name="clip-features5-3">
            <a:extLst xmlns:a="http://schemas.openxmlformats.org/drawingml/2006/main">
              <a:ext uri="{FF2B5EF4-FFF2-40B4-BE49-F238E27FC236}">
                <a16:creationId xmlns:a16="http://schemas.microsoft.com/office/drawing/2014/main" id="{944C5EC6-B232-49BF-A667-99EF278F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8" name="clip-features5-4">
            <a:extLst xmlns:a="http://schemas.openxmlformats.org/drawingml/2006/main">
              <a:ext uri="{FF2B5EF4-FFF2-40B4-BE49-F238E27FC236}">
                <a16:creationId xmlns:a16="http://schemas.microsoft.com/office/drawing/2014/main" id="{2A34835B-86EB-426E-BC27-C6E5AEF3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69" name="clip-features5-5">
            <a:extLst xmlns:a="http://schemas.openxmlformats.org/drawingml/2006/main">
              <a:ext uri="{FF2B5EF4-FFF2-40B4-BE49-F238E27FC236}">
                <a16:creationId xmlns:a16="http://schemas.microsoft.com/office/drawing/2014/main" id="{A9666F33-703D-4B20-96D1-72AE70B8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21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170" name="node20">
            <a:extLst xmlns:a="http://schemas.openxmlformats.org/drawingml/2006/main">
              <a:ext uri="{FF2B5EF4-FFF2-40B4-BE49-F238E27FC236}">
                <a16:creationId xmlns:a16="http://schemas.microsoft.com/office/drawing/2014/main" id="{3EE31F41-22A4-4131-A112-CB6DAB6E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1" name="node21">
            <a:extLst xmlns:a="http://schemas.openxmlformats.org/drawingml/2006/main">
              <a:ext uri="{FF2B5EF4-FFF2-40B4-BE49-F238E27FC236}">
                <a16:creationId xmlns:a16="http://schemas.microsoft.com/office/drawing/2014/main" id="{CAB54DF6-C129-492C-8F44-A960C166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48" name=""/>
          <p:cNvCxnSpPr>
            <a:stCxn xmlns:a="http://schemas.openxmlformats.org/drawingml/2006/main" id="170" idx="3"/>
            <a:endCxn xmlns:a="http://schemas.openxmlformats.org/drawingml/2006/main" id="171" idx="1"/>
          </p:cNvCxnSpPr>
          <p:nvPr/>
        </p:nvCxnSpPr>
        <p:spPr>
          <a:xfrm xmlns:a="http://schemas.openxmlformats.org/drawingml/2006/main">
            <a:off x="4553903" y="5086351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3" name="node22">
            <a:extLst xmlns:a="http://schemas.openxmlformats.org/drawingml/2006/main">
              <a:ext uri="{FF2B5EF4-FFF2-40B4-BE49-F238E27FC236}">
                <a16:creationId xmlns:a16="http://schemas.microsoft.com/office/drawing/2014/main" id="{EBB25E8A-54E6-4544-A98B-6B22C61A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9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74" name="node23">
            <a:extLst xmlns:a="http://schemas.openxmlformats.org/drawingml/2006/main">
              <a:ext uri="{FF2B5EF4-FFF2-40B4-BE49-F238E27FC236}">
                <a16:creationId xmlns:a16="http://schemas.microsoft.com/office/drawing/2014/main" id="{F488F250-95A0-43EA-AE4C-9B62908E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51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4553903" y="6877051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76" name="dino-dims">
            <a:extLst xmlns:a="http://schemas.openxmlformats.org/drawingml/2006/main">
              <a:ext uri="{FF2B5EF4-FFF2-40B4-BE49-F238E27FC236}">
                <a16:creationId xmlns:a16="http://schemas.microsoft.com/office/drawing/2014/main" id="{1E32A149-AF29-4ADC-BFB2-B278D089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5782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0" i="1">
                <a:latin typeface="Cambria"/>
                <a:ea typeface="Cambria"/>
                <a:cs typeface="Cambria"/>
              </a:rPr>
              <a:t>h</a:t>
            </a:r>
            <a:r>
              <a:rPr sz="1458" i="0" baseline="-25000">
                <a:latin typeface="Cambria"/>
                <a:ea typeface="Cambria"/>
                <a:cs typeface="Cambria"/>
              </a:rPr>
              <a:t>D</a:t>
            </a:r>
            <a:r>
              <a:rPr sz="2025">
                <a:latin typeface="Cambria"/>
                <a:ea typeface="Cambria"/>
                <a:cs typeface="Cambria"/>
              </a:rPr>
              <a:t> × </a:t>
            </a:r>
            <a:r>
              <a:rPr sz="2025" b="0" i="1">
                <a:latin typeface="Cambria"/>
                <a:ea typeface="Cambria"/>
                <a:cs typeface="Cambria"/>
              </a:rPr>
              <a:t>w</a:t>
            </a:r>
            <a:r>
              <a:rPr sz="1458" i="0" baseline="-25000">
                <a:latin typeface="Cambria"/>
                <a:ea typeface="Cambria"/>
                <a:cs typeface="Cambria"/>
              </a:rPr>
              <a:t>D</a:t>
            </a:r>
          </a:p>
        </p:txBody>
      </p:sp>
      <p:sp>
        <p:nvSpPr>
          <p:cNvPr id="177" name="dino-channels">
            <a:extLst xmlns:a="http://schemas.openxmlformats.org/drawingml/2006/main">
              <a:ext uri="{FF2B5EF4-FFF2-40B4-BE49-F238E27FC236}">
                <a16:creationId xmlns:a16="http://schemas.microsoft.com/office/drawing/2014/main" id="{8F601FE1-AB7E-4E09-9AE5-312AFDA5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9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</a:t>
            </a:r>
          </a:p>
        </p:txBody>
      </p:sp>
      <p:sp>
        <p:nvSpPr>
          <p:cNvPr id="178" name="clip-grid-dims">
            <a:extLst xmlns:a="http://schemas.openxmlformats.org/drawingml/2006/main">
              <a:ext uri="{FF2B5EF4-FFF2-40B4-BE49-F238E27FC236}">
                <a16:creationId xmlns:a16="http://schemas.microsoft.com/office/drawing/2014/main" id="{2944FA1E-3B1D-4688-B574-B8B4FF71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7400925"/>
            <a:ext cx="1123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37 × 37</a:t>
            </a:r>
          </a:p>
        </p:txBody>
      </p:sp>
      <p:sp>
        <p:nvSpPr>
          <p:cNvPr id="179" name="clip-channels">
            <a:extLst xmlns:a="http://schemas.openxmlformats.org/drawingml/2006/main">
              <a:ext uri="{FF2B5EF4-FFF2-40B4-BE49-F238E27FC236}">
                <a16:creationId xmlns:a16="http://schemas.microsoft.com/office/drawing/2014/main" id="{630B385C-E93F-497B-9444-CABE663E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724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768-D</a:t>
            </a:r>
          </a:p>
        </p:txBody>
      </p:sp>
      <p:sp>
        <p:nvSpPr>
          <p:cNvPr id="180" name="grid-align">
            <a:extLst xmlns:a="http://schemas.openxmlformats.org/drawingml/2006/main">
              <a:ext uri="{FF2B5EF4-FFF2-40B4-BE49-F238E27FC236}">
                <a16:creationId xmlns:a16="http://schemas.microsoft.com/office/drawing/2014/main" id="{BEDF455D-109C-42DF-BBE6-94BBE23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10325"/>
            <a:ext cx="13049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</a:t>
            </a:r>
          </a:p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grid alignment</a:t>
            </a:r>
          </a:p>
        </p:txBody>
      </p:sp>
      <p:sp>
        <p:nvSpPr>
          <p:cNvPr id="181" name="node24">
            <a:extLst xmlns:a="http://schemas.openxmlformats.org/drawingml/2006/main">
              <a:ext uri="{FF2B5EF4-FFF2-40B4-BE49-F238E27FC236}">
                <a16:creationId xmlns:a16="http://schemas.microsoft.com/office/drawing/2014/main" id="{7393148F-77F2-4B38-BEFA-2F5A237E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2" name="node25">
            <a:extLst xmlns:a="http://schemas.openxmlformats.org/drawingml/2006/main">
              <a:ext uri="{FF2B5EF4-FFF2-40B4-BE49-F238E27FC236}">
                <a16:creationId xmlns:a16="http://schemas.microsoft.com/office/drawing/2014/main" id="{9D57E256-BD18-490D-93AC-6500AAF6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4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59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5801678" y="68770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4" name="node26">
            <a:extLst xmlns:a="http://schemas.openxmlformats.org/drawingml/2006/main">
              <a:ext uri="{FF2B5EF4-FFF2-40B4-BE49-F238E27FC236}">
                <a16:creationId xmlns:a16="http://schemas.microsoft.com/office/drawing/2014/main" id="{66936024-5763-4E17-9884-7ED79FC5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5" name="node27">
            <a:extLst xmlns:a="http://schemas.openxmlformats.org/drawingml/2006/main">
              <a:ext uri="{FF2B5EF4-FFF2-40B4-BE49-F238E27FC236}">
                <a16:creationId xmlns:a16="http://schemas.microsoft.com/office/drawing/2014/main" id="{BC608B1F-8A1D-4B5A-B9FE-5C39BE6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2" name=""/>
          <p:cNvCxnSpPr>
            <a:stCxn xmlns:a="http://schemas.openxmlformats.org/drawingml/2006/main" id="184" idx="3"/>
            <a:endCxn xmlns:a="http://schemas.openxmlformats.org/drawingml/2006/main" id="185" idx="1"/>
          </p:cNvCxnSpPr>
          <p:nvPr/>
        </p:nvCxnSpPr>
        <p:spPr>
          <a:xfrm xmlns:a="http://schemas.openxmlformats.org/drawingml/2006/main">
            <a:off x="5801678" y="5086351"/>
            <a:ext cx="1998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87" name="node28">
            <a:extLst xmlns:a="http://schemas.openxmlformats.org/drawingml/2006/main">
              <a:ext uri="{FF2B5EF4-FFF2-40B4-BE49-F238E27FC236}">
                <a16:creationId xmlns:a16="http://schemas.microsoft.com/office/drawing/2014/main" id="{D3AFC10A-2445-4E19-BCF8-1909E0F1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88" name="node29">
            <a:extLst xmlns:a="http://schemas.openxmlformats.org/drawingml/2006/main">
              <a:ext uri="{FF2B5EF4-FFF2-40B4-BE49-F238E27FC236}">
                <a16:creationId xmlns:a16="http://schemas.microsoft.com/office/drawing/2014/main" id="{9E0CCFA6-0DD4-4337-8798-38D50D4E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6399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65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6715126" y="5087303"/>
            <a:ext cx="0" cy="131254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86B77"/>
            </a:solidFill>
            <a:prstDash val="dash"/>
            <a:tailEnd type="triangle" w="med" len="med"/>
          </a:ln>
        </p:spPr>
      </p:cxnSp>
      <p:sp>
        <p:nvSpPr>
          <p:cNvPr id="190" name="target-grid">
            <a:extLst xmlns:a="http://schemas.openxmlformats.org/drawingml/2006/main">
              <a:ext uri="{FF2B5EF4-FFF2-40B4-BE49-F238E27FC236}">
                <a16:creationId xmlns:a16="http://schemas.microsoft.com/office/drawing/2014/main" id="{5C9BE720-5544-4D8C-89E1-1F6D62B9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65785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target grid</a:t>
            </a:r>
          </a:p>
        </p:txBody>
      </p:sp>
      <p:sp>
        <p:nvSpPr>
          <p:cNvPr id="191" name="branch-norm-d">
            <a:extLst xmlns:a="http://schemas.openxmlformats.org/drawingml/2006/main">
              <a:ext uri="{FF2B5EF4-FFF2-40B4-BE49-F238E27FC236}">
                <a16:creationId xmlns:a16="http://schemas.microsoft.com/office/drawing/2014/main" id="{6F692068-F27A-4A17-9F86-36B37E48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91075"/>
            <a:ext cx="9810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17145">
            <a:solidFill>
              <a:srgbClr val="457C9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92" name="branch-norm-c">
            <a:extLst xmlns:a="http://schemas.openxmlformats.org/drawingml/2006/main">
              <a:ext uri="{FF2B5EF4-FFF2-40B4-BE49-F238E27FC236}">
                <a16:creationId xmlns:a16="http://schemas.microsoft.com/office/drawing/2014/main" id="{F2785FCD-6F9C-4541-95E8-B6CF2FC8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6581775"/>
            <a:ext cx="9810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17145">
            <a:solidFill>
              <a:srgbClr val="B08A39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ℓ₂ norm</a:t>
            </a:r>
          </a:p>
        </p:txBody>
      </p:sp>
      <p:sp>
        <p:nvSpPr>
          <p:cNvPr id="193" name="node30">
            <a:extLst xmlns:a="http://schemas.openxmlformats.org/drawingml/2006/main">
              <a:ext uri="{FF2B5EF4-FFF2-40B4-BE49-F238E27FC236}">
                <a16:creationId xmlns:a16="http://schemas.microsoft.com/office/drawing/2014/main" id="{B81E142B-C2EB-417E-B961-CF173430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27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194" name="node31">
            <a:extLst xmlns:a="http://schemas.openxmlformats.org/drawingml/2006/main">
              <a:ext uri="{FF2B5EF4-FFF2-40B4-BE49-F238E27FC236}">
                <a16:creationId xmlns:a16="http://schemas.microsoft.com/office/drawing/2014/main" id="{04CF4E22-44EF-4564-ADF0-9C26E535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71" name=""/>
          <p:cNvCxnSpPr>
            <a:stCxn xmlns:a="http://schemas.openxmlformats.org/drawingml/2006/main" id="193" idx="3"/>
            <a:endCxn xmlns:a="http://schemas.openxmlformats.org/drawingml/2006/main" id="194" idx="1"/>
          </p:cNvCxnSpPr>
          <p:nvPr/>
        </p:nvCxnSpPr>
        <p:spPr>
          <a:xfrm xmlns:a="http://schemas.openxmlformats.org/drawingml/2006/main">
            <a:off x="7516178" y="68770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196" name="norm-label">
            <a:extLst xmlns:a="http://schemas.openxmlformats.org/drawingml/2006/main">
              <a:ext uri="{FF2B5EF4-FFF2-40B4-BE49-F238E27FC236}">
                <a16:creationId xmlns:a16="http://schemas.microsoft.com/office/drawing/2014/main" id="{B57AFCF7-B1D3-4B7A-ACBD-CA7BEB02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33875"/>
            <a:ext cx="1362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86B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7"/>
                </a:solidFill>
                <a:latin typeface="Arial"/>
                <a:ea typeface="Arial"/>
                <a:cs typeface="Arial"/>
              </a:rPr>
              <a:t>Per patch</a:t>
            </a:r>
          </a:p>
        </p:txBody>
      </p:sp>
      <p:sp>
        <p:nvSpPr>
          <p:cNvPr id="197" name="joint-fusion">
            <a:extLst xmlns:a="http://schemas.openxmlformats.org/drawingml/2006/main">
              <a:ext uri="{FF2B5EF4-FFF2-40B4-BE49-F238E27FC236}">
                <a16:creationId xmlns:a16="http://schemas.microsoft.com/office/drawing/2014/main" id="{7683DD6C-B2EF-4478-AB26-53333C18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67275"/>
            <a:ext cx="165735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3"/>
          </a:solidFill>
          <a:ln xmlns:a="http://schemas.openxmlformats.org/drawingml/2006/main" w="17145">
            <a:solidFill>
              <a:srgbClr val="8871A5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8" name="concat-title">
            <a:extLst xmlns:a="http://schemas.openxmlformats.org/drawingml/2006/main">
              <a:ext uri="{FF2B5EF4-FFF2-40B4-BE49-F238E27FC236}">
                <a16:creationId xmlns:a16="http://schemas.microsoft.com/office/drawing/2014/main" id="{4B5CD25D-D017-4A1A-B851-8CD4DB47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943475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199" name="unit-dino0">
            <a:extLst xmlns:a="http://schemas.openxmlformats.org/drawingml/2006/main">
              <a:ext uri="{FF2B5EF4-FFF2-40B4-BE49-F238E27FC236}">
                <a16:creationId xmlns:a16="http://schemas.microsoft.com/office/drawing/2014/main" id="{52339DE7-8F42-4C87-853E-6725F907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0" name="unit-dino1">
            <a:extLst xmlns:a="http://schemas.openxmlformats.org/drawingml/2006/main">
              <a:ext uri="{FF2B5EF4-FFF2-40B4-BE49-F238E27FC236}">
                <a16:creationId xmlns:a16="http://schemas.microsoft.com/office/drawing/2014/main" id="{B25DBE17-6ED0-4605-9653-2BBD11FA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1" name="unit-dino2">
            <a:extLst xmlns:a="http://schemas.openxmlformats.org/drawingml/2006/main">
              <a:ext uri="{FF2B5EF4-FFF2-40B4-BE49-F238E27FC236}">
                <a16:creationId xmlns:a16="http://schemas.microsoft.com/office/drawing/2014/main" id="{CBB1D6B6-D3E8-4324-A045-E442F22C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2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2" name="unit-dino3">
            <a:extLst xmlns:a="http://schemas.openxmlformats.org/drawingml/2006/main">
              <a:ext uri="{FF2B5EF4-FFF2-40B4-BE49-F238E27FC236}">
                <a16:creationId xmlns:a16="http://schemas.microsoft.com/office/drawing/2014/main" id="{3EBC08B4-DF7C-4616-85AC-0C31DE7B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3" name="unit-dino4">
            <a:extLst xmlns:a="http://schemas.openxmlformats.org/drawingml/2006/main">
              <a:ext uri="{FF2B5EF4-FFF2-40B4-BE49-F238E27FC236}">
                <a16:creationId xmlns:a16="http://schemas.microsoft.com/office/drawing/2014/main" id="{12671436-5D67-45C5-991D-684D9202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5467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6668">
            <a:solidFill>
              <a:srgbClr val="457C9C"/>
            </a:solidFill>
          </a:ln>
        </p:spPr>
      </p:sp>
      <p:sp>
        <p:nvSpPr>
          <p:cNvPr id="204" name="unit-clip0">
            <a:extLst xmlns:a="http://schemas.openxmlformats.org/drawingml/2006/main">
              <a:ext uri="{FF2B5EF4-FFF2-40B4-BE49-F238E27FC236}">
                <a16:creationId xmlns:a16="http://schemas.microsoft.com/office/drawing/2014/main" id="{7457FDDA-C5AE-4477-9939-C5A2F4AD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5" name="unit-clip1">
            <a:extLst xmlns:a="http://schemas.openxmlformats.org/drawingml/2006/main">
              <a:ext uri="{FF2B5EF4-FFF2-40B4-BE49-F238E27FC236}">
                <a16:creationId xmlns:a16="http://schemas.microsoft.com/office/drawing/2014/main" id="{9B223CBD-5ED5-49EA-8492-836FD290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6" name="unit-clip2">
            <a:extLst xmlns:a="http://schemas.openxmlformats.org/drawingml/2006/main">
              <a:ext uri="{FF2B5EF4-FFF2-40B4-BE49-F238E27FC236}">
                <a16:creationId xmlns:a16="http://schemas.microsoft.com/office/drawing/2014/main" id="{65300B79-8BD8-4663-A0BD-9556E062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2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7" name="unit-clip3">
            <a:extLst xmlns:a="http://schemas.openxmlformats.org/drawingml/2006/main">
              <a:ext uri="{FF2B5EF4-FFF2-40B4-BE49-F238E27FC236}">
                <a16:creationId xmlns:a16="http://schemas.microsoft.com/office/drawing/2014/main" id="{3EA338B3-5BD0-4214-AC81-2FDB7873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18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8" name="unit-clip4">
            <a:extLst xmlns:a="http://schemas.openxmlformats.org/drawingml/2006/main">
              <a:ext uri="{FF2B5EF4-FFF2-40B4-BE49-F238E27FC236}">
                <a16:creationId xmlns:a16="http://schemas.microsoft.com/office/drawing/2014/main" id="{AB9305B7-18A8-4819-B0B7-BF6D2E23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5848350"/>
            <a:ext cx="251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6668">
            <a:solidFill>
              <a:srgbClr val="B08A39"/>
            </a:solidFill>
          </a:ln>
        </p:spPr>
      </p:sp>
      <p:sp>
        <p:nvSpPr>
          <p:cNvPr id="209" name="equal-weights">
            <a:extLst xmlns:a="http://schemas.openxmlformats.org/drawingml/2006/main">
              <a:ext uri="{FF2B5EF4-FFF2-40B4-BE49-F238E27FC236}">
                <a16:creationId xmlns:a16="http://schemas.microsoft.com/office/drawing/2014/main" id="{7A40F49E-351E-4EF9-8FC9-BB117DDF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14362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0.5 / 0.5</a:t>
            </a:r>
          </a:p>
        </p:txBody>
      </p:sp>
      <p:sp>
        <p:nvSpPr>
          <p:cNvPr id="210" name="joint-norm">
            <a:extLst xmlns:a="http://schemas.openxmlformats.org/drawingml/2006/main">
              <a:ext uri="{FF2B5EF4-FFF2-40B4-BE49-F238E27FC236}">
                <a16:creationId xmlns:a16="http://schemas.microsoft.com/office/drawing/2014/main" id="{698599A8-BA15-4FF8-91DB-A7003242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686550"/>
            <a:ext cx="154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Joint ℓ₂ norm</a:t>
            </a:r>
          </a:p>
        </p:txBody>
      </p:sp>
      <p:sp>
        <p:nvSpPr>
          <p:cNvPr id="211" name="node32">
            <a:extLst xmlns:a="http://schemas.openxmlformats.org/drawingml/2006/main">
              <a:ext uri="{FF2B5EF4-FFF2-40B4-BE49-F238E27FC236}">
                <a16:creationId xmlns:a16="http://schemas.microsoft.com/office/drawing/2014/main" id="{E2A5C14C-62BF-42BB-9B67-648D6DB2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2" name="node33">
            <a:extLst xmlns:a="http://schemas.openxmlformats.org/drawingml/2006/main">
              <a:ext uri="{FF2B5EF4-FFF2-40B4-BE49-F238E27FC236}">
                <a16:creationId xmlns:a16="http://schemas.microsoft.com/office/drawing/2014/main" id="{2EF61ABC-ADFA-49B8-B0B9-0D9243E8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89" name=""/>
          <p:cNvCxnSpPr>
            <a:stCxn xmlns:a="http://schemas.openxmlformats.org/drawingml/2006/main" id="211" idx="3"/>
            <a:endCxn xmlns:a="http://schemas.openxmlformats.org/drawingml/2006/main" id="212" idx="1"/>
          </p:cNvCxnSpPr>
          <p:nvPr/>
        </p:nvCxnSpPr>
        <p:spPr>
          <a:xfrm xmlns:a="http://schemas.openxmlformats.org/drawingml/2006/main">
            <a:off x="8783003" y="5086351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14" name="node34">
            <a:extLst xmlns:a="http://schemas.openxmlformats.org/drawingml/2006/main">
              <a:ext uri="{FF2B5EF4-FFF2-40B4-BE49-F238E27FC236}">
                <a16:creationId xmlns:a16="http://schemas.microsoft.com/office/drawing/2014/main" id="{46604AC5-0761-4900-8D4E-ECFD1A41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08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5" name="node35">
            <a:extLst xmlns:a="http://schemas.openxmlformats.org/drawingml/2006/main">
              <a:ext uri="{FF2B5EF4-FFF2-40B4-BE49-F238E27FC236}">
                <a16:creationId xmlns:a16="http://schemas.microsoft.com/office/drawing/2014/main" id="{7E3EAAD1-A625-4409-83CA-A0A927A1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92" name=""/>
          <p:cNvCxnSpPr>
            <a:stCxn xmlns:a="http://schemas.openxmlformats.org/drawingml/2006/main" id="214" idx="2"/>
            <a:endCxn xmlns:a="http://schemas.openxmlformats.org/drawingml/2006/main" id="215" idx="0"/>
          </p:cNvCxnSpPr>
          <p:nvPr/>
        </p:nvCxnSpPr>
        <p:spPr>
          <a:xfrm xmlns:a="http://schemas.openxmlformats.org/drawingml/2006/main">
            <a:off x="9020176" y="5087303"/>
            <a:ext cx="0" cy="4933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17" name="node36">
            <a:extLst xmlns:a="http://schemas.openxmlformats.org/drawingml/2006/main">
              <a:ext uri="{FF2B5EF4-FFF2-40B4-BE49-F238E27FC236}">
                <a16:creationId xmlns:a16="http://schemas.microsoft.com/office/drawing/2014/main" id="{72846477-728B-435A-BE89-DE41E8BE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18" name="node37">
            <a:extLst xmlns:a="http://schemas.openxmlformats.org/drawingml/2006/main">
              <a:ext uri="{FF2B5EF4-FFF2-40B4-BE49-F238E27FC236}">
                <a16:creationId xmlns:a16="http://schemas.microsoft.com/office/drawing/2014/main" id="{32C38271-6450-43EA-B941-827AA2AB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558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95" name="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9021128" y="5581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0" name="node38">
            <a:extLst xmlns:a="http://schemas.openxmlformats.org/drawingml/2006/main">
              <a:ext uri="{FF2B5EF4-FFF2-40B4-BE49-F238E27FC236}">
                <a16:creationId xmlns:a16="http://schemas.microsoft.com/office/drawing/2014/main" id="{58D0C387-61FD-4328-B59A-BC764FE3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1" name="node39">
            <a:extLst xmlns:a="http://schemas.openxmlformats.org/drawingml/2006/main">
              <a:ext uri="{FF2B5EF4-FFF2-40B4-BE49-F238E27FC236}">
                <a16:creationId xmlns:a16="http://schemas.microsoft.com/office/drawing/2014/main" id="{707C9974-0C92-4655-819A-B2E80D8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498" name=""/>
          <p:cNvCxnSpPr>
            <a:stCxn xmlns:a="http://schemas.openxmlformats.org/drawingml/2006/main" id="220" idx="3"/>
            <a:endCxn xmlns:a="http://schemas.openxmlformats.org/drawingml/2006/main" id="221" idx="1"/>
          </p:cNvCxnSpPr>
          <p:nvPr/>
        </p:nvCxnSpPr>
        <p:spPr>
          <a:xfrm xmlns:a="http://schemas.openxmlformats.org/drawingml/2006/main">
            <a:off x="8783003" y="6877051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23" name="node40">
            <a:extLst xmlns:a="http://schemas.openxmlformats.org/drawingml/2006/main">
              <a:ext uri="{FF2B5EF4-FFF2-40B4-BE49-F238E27FC236}">
                <a16:creationId xmlns:a16="http://schemas.microsoft.com/office/drawing/2014/main" id="{564908E9-5BF3-497C-BF7C-B5AD8194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687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4" name="node41">
            <a:extLst xmlns:a="http://schemas.openxmlformats.org/drawingml/2006/main">
              <a:ext uri="{FF2B5EF4-FFF2-40B4-BE49-F238E27FC236}">
                <a16:creationId xmlns:a16="http://schemas.microsoft.com/office/drawing/2014/main" id="{D8704916-AD40-4BE6-92E3-ED1DDD7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1" name=""/>
          <p:cNvCxnSpPr>
            <a:stCxn xmlns:a="http://schemas.openxmlformats.org/drawingml/2006/main" id="223" idx="0"/>
            <a:endCxn xmlns:a="http://schemas.openxmlformats.org/drawingml/2006/main" id="224" idx="2"/>
          </p:cNvCxnSpPr>
          <p:nvPr/>
        </p:nvCxnSpPr>
        <p:spPr>
          <a:xfrm xmlns:a="http://schemas.openxmlformats.org/drawingml/2006/main" flipV="1">
            <a:off x="9020176" y="5963603"/>
            <a:ext cx="0" cy="9124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26" name="node42">
            <a:extLst xmlns:a="http://schemas.openxmlformats.org/drawingml/2006/main">
              <a:ext uri="{FF2B5EF4-FFF2-40B4-BE49-F238E27FC236}">
                <a16:creationId xmlns:a16="http://schemas.microsoft.com/office/drawing/2014/main" id="{FE24523B-A508-444A-8A30-7701CF8A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223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27" name="node43">
            <a:extLst xmlns:a="http://schemas.openxmlformats.org/drawingml/2006/main">
              <a:ext uri="{FF2B5EF4-FFF2-40B4-BE49-F238E27FC236}">
                <a16:creationId xmlns:a16="http://schemas.microsoft.com/office/drawing/2014/main" id="{5D8074CE-B3BF-4605-89EA-FA927A5C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4" name=""/>
          <p:cNvCxnSpPr>
            <a:stCxn xmlns:a="http://schemas.openxmlformats.org/drawingml/2006/main" id="226" idx="3"/>
            <a:endCxn xmlns:a="http://schemas.openxmlformats.org/drawingml/2006/main" id="227" idx="1"/>
          </p:cNvCxnSpPr>
          <p:nvPr/>
        </p:nvCxnSpPr>
        <p:spPr>
          <a:xfrm xmlns:a="http://schemas.openxmlformats.org/drawingml/2006/main">
            <a:off x="9021128" y="5962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29" name="node44">
            <a:extLst xmlns:a="http://schemas.openxmlformats.org/drawingml/2006/main">
              <a:ext uri="{FF2B5EF4-FFF2-40B4-BE49-F238E27FC236}">
                <a16:creationId xmlns:a16="http://schemas.microsoft.com/office/drawing/2014/main" id="{00B5AB0B-210E-41CC-8FF3-8EACE9EC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6476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30" name="node45">
            <a:extLst xmlns:a="http://schemas.openxmlformats.org/drawingml/2006/main">
              <a:ext uri="{FF2B5EF4-FFF2-40B4-BE49-F238E27FC236}">
                <a16:creationId xmlns:a16="http://schemas.microsoft.com/office/drawing/2014/main" id="{9890B9E4-4AFD-4C82-9FF6-6204779A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6666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07" name=""/>
          <p:cNvCxnSpPr>
            <a:stCxn xmlns:a="http://schemas.openxmlformats.org/drawingml/2006/main" id="229" idx="2"/>
            <a:endCxn xmlns:a="http://schemas.openxmlformats.org/drawingml/2006/main" id="230" idx="0"/>
          </p:cNvCxnSpPr>
          <p:nvPr/>
        </p:nvCxnSpPr>
        <p:spPr>
          <a:xfrm xmlns:a="http://schemas.openxmlformats.org/drawingml/2006/main">
            <a:off x="10077451" y="6477953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71A5"/>
            </a:solidFill>
            <a:prstDash val="solid"/>
            <a:tailEnd type="triangle" w="med" len="med"/>
          </a:ln>
        </p:spPr>
      </p:cxnSp>
      <p:sp>
        <p:nvSpPr>
          <p:cNvPr id="232" name="query-fused-vector0">
            <a:extLst xmlns:a="http://schemas.openxmlformats.org/drawingml/2006/main">
              <a:ext uri="{FF2B5EF4-FFF2-40B4-BE49-F238E27FC236}">
                <a16:creationId xmlns:a16="http://schemas.microsoft.com/office/drawing/2014/main" id="{3207D63A-8E48-4627-A6C6-3DD508BE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3" name="query-fused-vector1">
            <a:extLst xmlns:a="http://schemas.openxmlformats.org/drawingml/2006/main">
              <a:ext uri="{FF2B5EF4-FFF2-40B4-BE49-F238E27FC236}">
                <a16:creationId xmlns:a16="http://schemas.microsoft.com/office/drawing/2014/main" id="{CC2534A9-7C66-4264-B2C4-FA3E7FAF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4" name="query-fused-vector2">
            <a:extLst xmlns:a="http://schemas.openxmlformats.org/drawingml/2006/main">
              <a:ext uri="{FF2B5EF4-FFF2-40B4-BE49-F238E27FC236}">
                <a16:creationId xmlns:a16="http://schemas.microsoft.com/office/drawing/2014/main" id="{89586CF4-3967-4633-A001-211E01D1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5" name="query-fused-vector3">
            <a:extLst xmlns:a="http://schemas.openxmlformats.org/drawingml/2006/main">
              <a:ext uri="{FF2B5EF4-FFF2-40B4-BE49-F238E27FC236}">
                <a16:creationId xmlns:a16="http://schemas.microsoft.com/office/drawing/2014/main" id="{DFE2DE4B-38CD-4687-A964-2F886472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6" name="query-fused-vector4">
            <a:extLst xmlns:a="http://schemas.openxmlformats.org/drawingml/2006/main">
              <a:ext uri="{FF2B5EF4-FFF2-40B4-BE49-F238E27FC236}">
                <a16:creationId xmlns:a16="http://schemas.microsoft.com/office/drawing/2014/main" id="{05430E01-22E4-43B3-A91B-F2CC199B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5"/>
          </a:solidFill>
          <a:ln xmlns:a="http://schemas.openxmlformats.org/drawingml/2006/main" w="7620">
            <a:solidFill>
              <a:srgbClr val="457C9C"/>
            </a:solidFill>
          </a:ln>
        </p:spPr>
      </p:sp>
      <p:sp>
        <p:nvSpPr>
          <p:cNvPr id="237" name="query-fused-vector5">
            <a:extLst xmlns:a="http://schemas.openxmlformats.org/drawingml/2006/main">
              <a:ext uri="{FF2B5EF4-FFF2-40B4-BE49-F238E27FC236}">
                <a16:creationId xmlns:a16="http://schemas.microsoft.com/office/drawing/2014/main" id="{1F58358F-579B-46CD-A723-888B68E3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8" name="query-fused-vector6">
            <a:extLst xmlns:a="http://schemas.openxmlformats.org/drawingml/2006/main">
              <a:ext uri="{FF2B5EF4-FFF2-40B4-BE49-F238E27FC236}">
                <a16:creationId xmlns:a16="http://schemas.microsoft.com/office/drawing/2014/main" id="{E31B9475-EE2F-4688-B7CF-15A918CF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39" name="query-fused-vector7">
            <a:extLst xmlns:a="http://schemas.openxmlformats.org/drawingml/2006/main">
              <a:ext uri="{FF2B5EF4-FFF2-40B4-BE49-F238E27FC236}">
                <a16:creationId xmlns:a16="http://schemas.microsoft.com/office/drawing/2014/main" id="{BCDFF72E-D4A1-4BDB-A9A5-393BD0F7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3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0" name="query-fused-vector8">
            <a:extLst xmlns:a="http://schemas.openxmlformats.org/drawingml/2006/main">
              <a:ext uri="{FF2B5EF4-FFF2-40B4-BE49-F238E27FC236}">
                <a16:creationId xmlns:a16="http://schemas.microsoft.com/office/drawing/2014/main" id="{44FAE00D-B63A-46F5-B444-922A0E5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1" name="query-fused-vector9">
            <a:extLst xmlns:a="http://schemas.openxmlformats.org/drawingml/2006/main">
              <a:ext uri="{FF2B5EF4-FFF2-40B4-BE49-F238E27FC236}">
                <a16:creationId xmlns:a16="http://schemas.microsoft.com/office/drawing/2014/main" id="{219DAE0C-60C3-4B98-AEA9-9F748219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038" y="7477125"/>
            <a:ext cx="12858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C7"/>
          </a:solidFill>
          <a:ln xmlns:a="http://schemas.openxmlformats.org/drawingml/2006/main" w="7620">
            <a:solidFill>
              <a:srgbClr val="B08A39"/>
            </a:solidFill>
          </a:ln>
        </p:spPr>
      </p:sp>
      <p:sp>
        <p:nvSpPr>
          <p:cNvPr id="242" name="node46">
            <a:extLst xmlns:a="http://schemas.openxmlformats.org/drawingml/2006/main">
              <a:ext uri="{FF2B5EF4-FFF2-40B4-BE49-F238E27FC236}">
                <a16:creationId xmlns:a16="http://schemas.microsoft.com/office/drawing/2014/main" id="{EF698C9F-0C70-4509-8092-89BD2DC0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7180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43" name="node47">
            <a:extLst xmlns:a="http://schemas.openxmlformats.org/drawingml/2006/main">
              <a:ext uri="{FF2B5EF4-FFF2-40B4-BE49-F238E27FC236}">
                <a16:creationId xmlns:a16="http://schemas.microsoft.com/office/drawing/2014/main" id="{93B2D6EB-BF56-4927-9C34-E90A5070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498" y="7457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20" name=""/>
          <p:cNvCxnSpPr>
            <a:stCxn xmlns:a="http://schemas.openxmlformats.org/drawingml/2006/main" id="242" idx="2"/>
            <a:endCxn xmlns:a="http://schemas.openxmlformats.org/drawingml/2006/main" id="243" idx="0"/>
          </p:cNvCxnSpPr>
          <p:nvPr/>
        </p:nvCxnSpPr>
        <p:spPr>
          <a:xfrm xmlns:a="http://schemas.openxmlformats.org/drawingml/2006/main">
            <a:off x="10077451" y="7182803"/>
            <a:ext cx="0" cy="2743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71A5"/>
            </a:solidFill>
            <a:prstDash val="solid"/>
            <a:tailEnd type="triangle" w="med" len="med"/>
          </a:ln>
        </p:spPr>
      </p:cxnSp>
      <p:sp>
        <p:nvSpPr>
          <p:cNvPr id="245" name="fused-symbol">
            <a:extLst xmlns:a="http://schemas.openxmlformats.org/drawingml/2006/main">
              <a:ext uri="{FF2B5EF4-FFF2-40B4-BE49-F238E27FC236}">
                <a16:creationId xmlns:a16="http://schemas.microsoft.com/office/drawing/2014/main" id="{CC977CD7-2577-4A03-A330-CCDEE8EA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7858125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025" b="1" i="1">
                <a:latin typeface="Cambria"/>
                <a:ea typeface="Cambria"/>
                <a:cs typeface="Cambria"/>
              </a:rPr>
              <a:t>f</a:t>
            </a:r>
            <a:r>
              <a:rPr sz="1458" i="0" baseline="-25000">
                <a:latin typeface="Cambria"/>
                <a:ea typeface="Cambria"/>
                <a:cs typeface="Cambria"/>
              </a:rPr>
              <a:t>A,p</a:t>
            </a:r>
            <a:r>
              <a:rPr sz="2025">
                <a:latin typeface="Cambria"/>
                <a:ea typeface="Cambria"/>
                <a:cs typeface="Cambria"/>
              </a:rPr>
              <a:t> ∈ ℝ</a:t>
            </a:r>
            <a:r>
              <a:rPr sz="2025" b="0" i="1">
                <a:latin typeface="Cambria"/>
                <a:ea typeface="Cambria"/>
                <a:cs typeface="Cambria"/>
              </a:rPr>
              <a:t/>
            </a:r>
            <a:r>
              <a:rPr sz="1458" i="0" baseline="30000">
                <a:latin typeface="Cambria"/>
                <a:ea typeface="Cambria"/>
                <a:cs typeface="Cambria"/>
              </a:rPr>
              <a:t>1536</a:t>
            </a:r>
          </a:p>
        </p:txBody>
      </p:sp>
      <p:sp>
        <p:nvSpPr>
          <p:cNvPr id="246" name="exact-search">
            <a:extLst xmlns:a="http://schemas.openxmlformats.org/drawingml/2006/main">
              <a:ext uri="{FF2B5EF4-FFF2-40B4-BE49-F238E27FC236}">
                <a16:creationId xmlns:a16="http://schemas.microsoft.com/office/drawing/2014/main" id="{F1965E0C-864A-4E5B-A89D-F4085067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295900"/>
            <a:ext cx="1657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5"/>
          </a:solidFill>
          <a:ln xmlns:a="http://schemas.openxmlformats.org/drawingml/2006/main" w="17145">
            <a:solidFill>
              <a:srgbClr val="54856C"/>
            </a:solidFill>
          </a:ln>
        </p:spPr>
        <p:txBody>
          <a:bodyPr xmlns:a="http://schemas.openxmlformats.org/drawingml/2006/main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Exact 1-NN</a:t>
            </a:r>
          </a:p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Fused space</a:t>
            </a:r>
          </a:p>
        </p:txBody>
      </p:sp>
      <p:sp>
        <p:nvSpPr>
          <p:cNvPr id="247" name="node48">
            <a:extLst xmlns:a="http://schemas.openxmlformats.org/drawingml/2006/main">
              <a:ext uri="{FF2B5EF4-FFF2-40B4-BE49-F238E27FC236}">
                <a16:creationId xmlns:a16="http://schemas.microsoft.com/office/drawing/2014/main" id="{5B8D65F7-1AC7-4EAA-9399-097B9C22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467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48" name="node49">
            <a:extLst xmlns:a="http://schemas.openxmlformats.org/drawingml/2006/main">
              <a:ext uri="{FF2B5EF4-FFF2-40B4-BE49-F238E27FC236}">
                <a16:creationId xmlns:a16="http://schemas.microsoft.com/office/drawing/2014/main" id="{9382D6A1-1957-4301-A806-133C3F27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25" name=""/>
          <p:cNvCxnSpPr>
            <a:stCxn xmlns:a="http://schemas.openxmlformats.org/drawingml/2006/main" id="247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10716578" y="7620001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50" name="node50">
            <a:extLst xmlns:a="http://schemas.openxmlformats.org/drawingml/2006/main">
              <a:ext uri="{FF2B5EF4-FFF2-40B4-BE49-F238E27FC236}">
                <a16:creationId xmlns:a16="http://schemas.microsoft.com/office/drawing/2014/main" id="{0DC5ABD8-2F50-475F-B2BB-730558D0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7619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1" name="node51">
            <a:extLst xmlns:a="http://schemas.openxmlformats.org/drawingml/2006/main">
              <a:ext uri="{FF2B5EF4-FFF2-40B4-BE49-F238E27FC236}">
                <a16:creationId xmlns:a16="http://schemas.microsoft.com/office/drawing/2014/main" id="{20741A46-14AB-47DF-A399-1E7298C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28" name=""/>
          <p:cNvCxnSpPr>
            <a:stCxn xmlns:a="http://schemas.openxmlformats.org/drawingml/2006/main" id="250" idx="0"/>
            <a:endCxn xmlns:a="http://schemas.openxmlformats.org/drawingml/2006/main" id="251" idx="2"/>
          </p:cNvCxnSpPr>
          <p:nvPr/>
        </p:nvCxnSpPr>
        <p:spPr>
          <a:xfrm xmlns:a="http://schemas.openxmlformats.org/drawingml/2006/main" flipV="1">
            <a:off x="11191876" y="5925503"/>
            <a:ext cx="0" cy="169354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53" name="node52">
            <a:extLst xmlns:a="http://schemas.openxmlformats.org/drawingml/2006/main">
              <a:ext uri="{FF2B5EF4-FFF2-40B4-BE49-F238E27FC236}">
                <a16:creationId xmlns:a16="http://schemas.microsoft.com/office/drawing/2014/main" id="{412104CF-32AB-4F7A-804E-D1AB6C81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923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4" name="node53">
            <a:extLst xmlns:a="http://schemas.openxmlformats.org/drawingml/2006/main">
              <a:ext uri="{FF2B5EF4-FFF2-40B4-BE49-F238E27FC236}">
                <a16:creationId xmlns:a16="http://schemas.microsoft.com/office/drawing/2014/main" id="{3916378B-9A6D-4BE6-A80B-53B81796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429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1" name=""/>
          <p:cNvCxnSpPr>
            <a:stCxn xmlns:a="http://schemas.openxmlformats.org/drawingml/2006/main" id="253" idx="3"/>
            <a:endCxn xmlns:a="http://schemas.openxmlformats.org/drawingml/2006/main" id="254" idx="1"/>
          </p:cNvCxnSpPr>
          <p:nvPr/>
        </p:nvCxnSpPr>
        <p:spPr>
          <a:xfrm xmlns:a="http://schemas.openxmlformats.org/drawingml/2006/main">
            <a:off x="11192828" y="5924551"/>
            <a:ext cx="33147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56" name="patch-score">
            <a:extLst xmlns:a="http://schemas.openxmlformats.org/drawingml/2006/main">
              <a:ext uri="{FF2B5EF4-FFF2-40B4-BE49-F238E27FC236}">
                <a16:creationId xmlns:a16="http://schemas.microsoft.com/office/drawing/2014/main" id="{4DD35254-ED20-43DE-8D9C-4CC0656D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6581775"/>
            <a:ext cx="866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75" b="0" i="1">
                <a:latin typeface="Cambria"/>
                <a:ea typeface="Cambria"/>
                <a:cs typeface="Cambria"/>
              </a:rPr>
              <a:t>a</a:t>
            </a:r>
            <a:r>
              <a:rPr sz="1566" i="1" baseline="-25000">
                <a:latin typeface="Cambria"/>
                <a:ea typeface="Cambria"/>
                <a:cs typeface="Cambria"/>
              </a:rPr>
              <a:t>p</a:t>
            </a:r>
          </a:p>
        </p:txBody>
      </p:sp>
      <p:sp>
        <p:nvSpPr>
          <p:cNvPr id="257" name="node54">
            <a:extLst xmlns:a="http://schemas.openxmlformats.org/drawingml/2006/main">
              <a:ext uri="{FF2B5EF4-FFF2-40B4-BE49-F238E27FC236}">
                <a16:creationId xmlns:a16="http://schemas.microsoft.com/office/drawing/2014/main" id="{0BEB964A-58F3-4481-BB6F-179CD7E7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6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58" name="node55">
            <a:extLst xmlns:a="http://schemas.openxmlformats.org/drawingml/2006/main">
              <a:ext uri="{FF2B5EF4-FFF2-40B4-BE49-F238E27FC236}">
                <a16:creationId xmlns:a16="http://schemas.microsoft.com/office/drawing/2014/main" id="{96B20947-82B5-4C6B-9D94-07D4B2E9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5" name=""/>
          <p:cNvCxnSpPr>
            <a:stCxn xmlns:a="http://schemas.openxmlformats.org/drawingml/2006/main" id="257" idx="3"/>
            <a:endCxn xmlns:a="http://schemas.openxmlformats.org/drawingml/2006/main" id="258" idx="1"/>
          </p:cNvCxnSpPr>
          <p:nvPr/>
        </p:nvCxnSpPr>
        <p:spPr>
          <a:xfrm xmlns:a="http://schemas.openxmlformats.org/drawingml/2006/main">
            <a:off x="13183553" y="5924551"/>
            <a:ext cx="226695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0" name="node56">
            <a:extLst xmlns:a="http://schemas.openxmlformats.org/drawingml/2006/main">
              <a:ext uri="{FF2B5EF4-FFF2-40B4-BE49-F238E27FC236}">
                <a16:creationId xmlns:a16="http://schemas.microsoft.com/office/drawing/2014/main" id="{205BD990-7881-4108-A465-6DFEAE44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5923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1" name="node57">
            <a:extLst xmlns:a="http://schemas.openxmlformats.org/drawingml/2006/main">
              <a:ext uri="{FF2B5EF4-FFF2-40B4-BE49-F238E27FC236}">
                <a16:creationId xmlns:a16="http://schemas.microsoft.com/office/drawing/2014/main" id="{FEA5A613-82C0-47F7-BF5C-35520E1F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38" name=""/>
          <p:cNvCxnSpPr>
            <a:stCxn xmlns:a="http://schemas.openxmlformats.org/drawingml/2006/main" id="260" idx="0"/>
            <a:endCxn xmlns:a="http://schemas.openxmlformats.org/drawingml/2006/main" id="261" idx="2"/>
          </p:cNvCxnSpPr>
          <p:nvPr/>
        </p:nvCxnSpPr>
        <p:spPr>
          <a:xfrm xmlns:a="http://schemas.openxmlformats.org/drawingml/2006/main" flipV="1">
            <a:off x="13411201" y="4934903"/>
            <a:ext cx="0" cy="9886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3" name="node58">
            <a:extLst xmlns:a="http://schemas.openxmlformats.org/drawingml/2006/main">
              <a:ext uri="{FF2B5EF4-FFF2-40B4-BE49-F238E27FC236}">
                <a16:creationId xmlns:a16="http://schemas.microsoft.com/office/drawing/2014/main" id="{AC29D3B7-665E-42FE-9EC8-80A36685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0248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4" name="node59">
            <a:extLst xmlns:a="http://schemas.openxmlformats.org/drawingml/2006/main">
              <a:ext uri="{FF2B5EF4-FFF2-40B4-BE49-F238E27FC236}">
                <a16:creationId xmlns:a16="http://schemas.microsoft.com/office/drawing/2014/main" id="{CEB3D6EC-CFB8-4BC3-A740-0EDAAD4B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1" name=""/>
          <p:cNvCxnSpPr>
            <a:stCxn xmlns:a="http://schemas.openxmlformats.org/drawingml/2006/main" id="263" idx="3"/>
            <a:endCxn xmlns:a="http://schemas.openxmlformats.org/drawingml/2006/main" id="264" idx="1"/>
          </p:cNvCxnSpPr>
          <p:nvPr/>
        </p:nvCxnSpPr>
        <p:spPr>
          <a:xfrm xmlns:a="http://schemas.openxmlformats.org/drawingml/2006/main">
            <a:off x="13412153" y="4933951"/>
            <a:ext cx="1150620" cy="0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none" w="med" len="med"/>
          </a:ln>
        </p:spPr>
      </p:cxnSp>
      <p:sp>
        <p:nvSpPr>
          <p:cNvPr id="266" name="node60">
            <a:extLst xmlns:a="http://schemas.openxmlformats.org/drawingml/2006/main">
              <a:ext uri="{FF2B5EF4-FFF2-40B4-BE49-F238E27FC236}">
                <a16:creationId xmlns:a16="http://schemas.microsoft.com/office/drawing/2014/main" id="{178A450B-C7AE-4E5B-9483-2DEA938F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493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sp>
        <p:nvSpPr>
          <p:cNvPr id="267" name="node61">
            <a:extLst xmlns:a="http://schemas.openxmlformats.org/drawingml/2006/main">
              <a:ext uri="{FF2B5EF4-FFF2-40B4-BE49-F238E27FC236}">
                <a16:creationId xmlns:a16="http://schemas.microsoft.com/office/drawing/2014/main" id="{2398E318-E772-40C7-A294-EEBE3D13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2773" y="5237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</p:sp>
      <p:cxnSp>
        <p:nvCxnSpPr>
          <p:cNvPr id="544" name=""/>
          <p:cNvCxnSpPr>
            <a:stCxn xmlns:a="http://schemas.openxmlformats.org/drawingml/2006/main" id="266" idx="2"/>
            <a:endCxn xmlns:a="http://schemas.openxmlformats.org/drawingml/2006/main" id="267" idx="0"/>
          </p:cNvCxnSpPr>
          <p:nvPr/>
        </p:nvCxnSpPr>
        <p:spPr>
          <a:xfrm xmlns:a="http://schemas.openxmlformats.org/drawingml/2006/main">
            <a:off x="14563726" y="4934903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5718">
            <a:solidFill>
              <a:srgbClr val="20313C"/>
            </a:solidFill>
            <a:prstDash val="solid"/>
            <a:tailEnd type="triangle" w="med" len="med"/>
          </a:ln>
        </p:spPr>
      </p:cxnSp>
      <p:sp>
        <p:nvSpPr>
          <p:cNvPr id="269" name="post-label">
            <a:extLst xmlns:a="http://schemas.openxmlformats.org/drawingml/2006/main">
              <a:ext uri="{FF2B5EF4-FFF2-40B4-BE49-F238E27FC236}">
                <a16:creationId xmlns:a16="http://schemas.microsoft.com/office/drawing/2014/main" id="{C3BCB7F1-933D-41C1-A4B7-610DAE69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219575"/>
            <a:ext cx="20669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Bilinear resize</a:t>
            </a:r>
          </a:p>
          <a:p xmlns:a="http://schemas.openxmlformats.org/drawingml/2006/main">
            <a:pPr algn="ctr">
              <a:defRPr sz="2025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Gaussian σ = 4</a:t>
            </a:r>
          </a:p>
        </p:txBody>
      </p:sp>
      <p:pic>
        <p:nvPicPr>
          <p:cNvPr id="546" name="DCFnet anomaly map existing infere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6aa371cfe4d07"/>
          <ns0:srcRect xmlns:ns0="http://schemas.openxmlformats.org/drawingml/2006/main" l="79543" t="22084" r="490" b="2022"/>
          <a:stretch xmlns:a="http://schemas.openxmlformats.org/drawingml/2006/main"/>
        </p:blipFill>
        <p:spPr>
          <a:xfrm xmlns:a="http://schemas.openxmlformats.org/drawingml/2006/main">
            <a:off x="13630275" y="5248275"/>
            <a:ext cx="1943100" cy="1943100"/>
          </a:xfrm>
          <a:prstGeom xmlns:a="http://schemas.openxmlformats.org/drawingml/2006/main" prst="rect">
            <a:avLst/>
          </a:prstGeom>
        </p:spPr>
      </p:pic>
      <p:sp>
        <p:nvSpPr>
          <p:cNvPr id="271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518B8A5A-3669-46CF-B1E2-04EF2116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7248525"/>
            <a:ext cx="209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13C"/>
                </a:solidFill>
                <a:latin typeface="Arial"/>
                <a:ea typeface="Arial"/>
                <a:cs typeface="Arial"/>
              </a:rPr>
              <a:t>Anomaly map</a:t>
            </a:r>
          </a:p>
        </p:txBody>
      </p:sp>
      <p:sp>
        <p:nvSpPr>
          <p:cNvPr id="272" name="map-symbol">
            <a:extLst xmlns:a="http://schemas.openxmlformats.org/drawingml/2006/main">
              <a:ext uri="{FF2B5EF4-FFF2-40B4-BE49-F238E27FC236}">
                <a16:creationId xmlns:a16="http://schemas.microsoft.com/office/drawing/2014/main" id="{6689A350-37D8-40C7-9CD5-019BCA7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7610475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100" b="1" i="1">
                <a:latin typeface="Cambria"/>
                <a:ea typeface="Cambria"/>
                <a:cs typeface="Cambria"/>
              </a:rPr>
              <a:t>S</a:t>
            </a:r>
            <a:r>
              <a:rPr sz="1512" i="0" baseline="-25000">
                <a:latin typeface="Cambria"/>
                <a:ea typeface="Cambria"/>
                <a:cs typeface="Cambria"/>
              </a:rPr>
              <a:t>448</a:t>
            </a:r>
            <a:r>
              <a:rPr sz="2100">
                <a:latin typeface="Cambria"/>
                <a:ea typeface="Cambria"/>
                <a:cs typeface="Cambria"/>
              </a:rPr>
              <a:t>(</a:t>
            </a:r>
            <a:r>
              <a:rPr sz="2100" b="1" i="1">
                <a:latin typeface="Cambria"/>
                <a:ea typeface="Cambria"/>
                <a:cs typeface="Cambria"/>
              </a:rPr>
              <a:t>x</a:t>
            </a:r>
            <a:r>
              <a:rPr sz="2100">
                <a:latin typeface="Cambria"/>
                <a:ea typeface="Cambria"/>
                <a:cs typeface="Cambria"/>
              </a:rPr>
              <a:t>)</a:t>
            </a:r>
          </a:p>
        </p:txBody>
      </p:sp>
      <p:sp>
        <p:nvSpPr>
          <p:cNvPr id="273" name="resolution">
            <a:extLst xmlns:a="http://schemas.openxmlformats.org/drawingml/2006/main">
              <a:ext uri="{FF2B5EF4-FFF2-40B4-BE49-F238E27FC236}">
                <a16:creationId xmlns:a16="http://schemas.microsoft.com/office/drawing/2014/main" id="{BA9FBA09-865C-486E-96CF-70CBD75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962900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031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13C"/>
                </a:solidFill>
                <a:latin typeface="Arial"/>
                <a:ea typeface="Arial"/>
                <a:cs typeface="Arial"/>
              </a:rPr>
              <a:t>448 × 448</a:t>
            </a:r>
          </a:p>
        </p:txBody>
      </p:sp>
      <p:sp>
        <p:nvSpPr>
          <p:cNvPr id="27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8229B7B-F4BD-49A1-B9B8-448413D5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353425"/>
            <a:ext cx="1531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AD4DA"/>
            </a:solidFill>
          </a:ln>
        </p:spPr>
      </p:sp>
      <p:sp>
        <p:nvSpPr>
          <p:cNvPr id="275" name="score-equation">
            <a:extLst xmlns:a="http://schemas.openxmlformats.org/drawingml/2006/main">
              <a:ext uri="{FF2B5EF4-FFF2-40B4-BE49-F238E27FC236}">
                <a16:creationId xmlns:a16="http://schemas.microsoft.com/office/drawing/2014/main" id="{3B93E940-7635-4851-934D-0D10099E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496300"/>
            <a:ext cx="7448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a</a:t>
            </a:r>
            <a:r>
              <a:rPr sz="1620" i="1" baseline="-25000">
                <a:latin typeface="Cambria"/>
                <a:ea typeface="Cambria"/>
                <a:cs typeface="Cambria"/>
              </a:rPr>
              <a:t>p</a:t>
            </a:r>
            <a:r>
              <a:rPr sz="2250">
                <a:latin typeface="Cambria"/>
                <a:ea typeface="Cambria"/>
                <a:cs typeface="Cambria"/>
              </a:rPr>
              <a:t> = ½ min</a:t>
            </a:r>
            <a:r>
              <a:rPr sz="2250" b="0" i="1">
                <a:latin typeface="Cambria"/>
                <a:ea typeface="Cambria"/>
                <a:cs typeface="Cambria"/>
              </a:rPr>
              <a:t/>
            </a:r>
            <a:r>
              <a:rPr sz="1620" i="0" baseline="-25000">
                <a:latin typeface="Cambria"/>
                <a:ea typeface="Cambria"/>
                <a:cs typeface="Cambria"/>
              </a:rPr>
              <a:t>m ∈ </a:t>
            </a:r>
            <a:r>
              <a:rPr sz="1620" i="1" baseline="-25000" b="1">
                <a:latin typeface="Cambria"/>
                <a:ea typeface="Cambria"/>
                <a:cs typeface="Cambria"/>
              </a:rPr>
              <a:t>M</a:t>
            </a:r>
            <a:r>
              <a:rPr sz="1200" i="0" baseline="-43000">
                <a:latin typeface="Cambria"/>
                <a:ea typeface="Cambria"/>
                <a:cs typeface="Cambria"/>
              </a:rPr>
              <a:t>c</a:t>
            </a:r>
            <a:r>
              <a:rPr sz="2250">
                <a:latin typeface="Cambria"/>
                <a:ea typeface="Cambria"/>
                <a:cs typeface="Cambria"/>
              </a:rPr>
              <a:t> ‖</a:t>
            </a:r>
            <a:r>
              <a:rPr sz="2250" b="1" i="1">
                <a:latin typeface="Cambria"/>
                <a:ea typeface="Cambria"/>
                <a:cs typeface="Cambria"/>
              </a:rPr>
              <a:t>f</a:t>
            </a:r>
            <a:r>
              <a:rPr sz="1620" i="0" baseline="-25000">
                <a:latin typeface="Cambria"/>
                <a:ea typeface="Cambria"/>
                <a:cs typeface="Cambria"/>
              </a:rPr>
              <a:t>A,p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 − </a:t>
            </a:r>
            <a:r>
              <a:rPr sz="2250" b="1" i="1">
                <a:latin typeface="Cambria"/>
                <a:ea typeface="Cambria"/>
                <a:cs typeface="Cambria"/>
              </a:rPr>
              <a:t>m</a:t>
            </a:r>
            <a:r>
              <a:rPr sz="2250">
                <a:latin typeface="Cambria"/>
                <a:ea typeface="Cambria"/>
                <a:cs typeface="Cambria"/>
              </a:rPr>
              <a:t>‖₂²</a:t>
            </a:r>
          </a:p>
        </p:txBody>
      </p:sp>
      <p:sp>
        <p:nvSpPr>
          <p:cNvPr id="276" name="image-equation">
            <a:extLst xmlns:a="http://schemas.openxmlformats.org/drawingml/2006/main">
              <a:ext uri="{FF2B5EF4-FFF2-40B4-BE49-F238E27FC236}">
                <a16:creationId xmlns:a16="http://schemas.microsoft.com/office/drawing/2014/main" id="{6094136D-AA5E-4F74-81E9-3E5BD48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8496300"/>
            <a:ext cx="577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13C"/>
                </a:solidFill>
                <a:latin typeface="Cambria"/>
                <a:ea typeface="Cambria"/>
                <a:cs typeface="Cambria"/>
              </a:defRPr>
            </a:pPr>
            <a:r>
              <a:rPr sz="2250" b="0" i="1">
                <a:latin typeface="Cambria"/>
                <a:ea typeface="Cambria"/>
                <a:cs typeface="Cambria"/>
              </a:rPr>
              <a:t>s</a:t>
            </a:r>
            <a:r>
              <a:rPr sz="1620" i="0" baseline="-25000">
                <a:latin typeface="Cambria"/>
                <a:ea typeface="Cambria"/>
                <a:cs typeface="Cambria"/>
              </a:rPr>
              <a:t>img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 = max</a:t>
            </a:r>
            <a:r>
              <a:rPr sz="2250" b="0" i="1">
                <a:latin typeface="Cambria"/>
                <a:ea typeface="Cambria"/>
                <a:cs typeface="Cambria"/>
              </a:rPr>
              <a:t/>
            </a:r>
            <a:r>
              <a:rPr sz="1620" i="1" baseline="-25000">
                <a:latin typeface="Cambria"/>
                <a:ea typeface="Cambria"/>
                <a:cs typeface="Cambria"/>
              </a:rPr>
              <a:t>u</a:t>
            </a:r>
            <a:r>
              <a:rPr sz="2250">
                <a:latin typeface="Cambria"/>
                <a:ea typeface="Cambria"/>
                <a:cs typeface="Cambria"/>
              </a:rPr>
              <a:t> </a:t>
            </a:r>
            <a:r>
              <a:rPr sz="2250" b="1" i="1">
                <a:latin typeface="Cambria"/>
                <a:ea typeface="Cambria"/>
                <a:cs typeface="Cambria"/>
              </a:rPr>
              <a:t>S</a:t>
            </a:r>
            <a:r>
              <a:rPr sz="1620" i="0" baseline="-25000">
                <a:latin typeface="Cambria"/>
                <a:ea typeface="Cambria"/>
                <a:cs typeface="Cambria"/>
              </a:rPr>
              <a:t>448,u</a:t>
            </a:r>
            <a:r>
              <a:rPr sz="2250">
                <a:latin typeface="Cambria"/>
                <a:ea typeface="Cambria"/>
                <a:cs typeface="Cambria"/>
              </a:rPr>
              <a:t>(</a:t>
            </a:r>
            <a:r>
              <a:rPr sz="2250" b="1" i="1">
                <a:latin typeface="Cambria"/>
                <a:ea typeface="Cambria"/>
                <a:cs typeface="Cambria"/>
              </a:rPr>
              <a:t>x</a:t>
            </a:r>
            <a:r>
              <a:rPr sz="2250">
                <a:latin typeface="Cambria"/>
                <a:ea typeface="Cambria"/>
                <a:cs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9636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2026-09-10T04:39:50.3200000Z</dcterms:created>
  <dcterms:modified xsi:type="dcterms:W3CDTF">2026-09-10T04:39:50.3200000Z</dcterms:modified>
</coreProperties>
</file>