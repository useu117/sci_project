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ee0149ffed4b70" /><Relationship Type="http://schemas.openxmlformats.org/officeDocument/2006/relationships/extended-properties" Target="/docProps/app.xml" Id="Rbfbf2d5cb9b942aa" /><Relationship Type="http://schemas.openxmlformats.org/officeDocument/2006/relationships/officeDocument" Target="/ppt/presentation.xml" Id="R552eefc888b44d22" /></Relationships>
</file>

<file path=ppt/presentation.xml><?xml version="1.0" encoding="utf-8"?>
<p:presentation xmlns:p="http://schemas.openxmlformats.org/presentationml/2006/main">
  <p:sldMasterIdLst>
    <p:sldMasterId xmlns:r="http://schemas.openxmlformats.org/officeDocument/2006/relationships" id="2147483648" r:id="Re5a1c7e540b54965"/>
  </p:sldMasterIdLst>
  <p:notesMasterIdLst>
    <p:notesMasterId xmlns:r="http://schemas.openxmlformats.org/officeDocument/2006/relationships" r:id="R067ff1bc0248438b"/>
  </p:notesMasterIdLst>
  <p:sldIdLst>
    <p:sldId xmlns:r="http://schemas.openxmlformats.org/officeDocument/2006/relationships" id="256" r:id="R2c2aa7697990457d"/>
    <p:sldId xmlns:r="http://schemas.openxmlformats.org/officeDocument/2006/relationships" id="257" r:id="R97807adaa92e4e12"/>
    <p:sldId xmlns:r="http://schemas.openxmlformats.org/officeDocument/2006/relationships" id="258" r:id="R19dbb91d3f1f405a"/>
    <p:sldId xmlns:r="http://schemas.openxmlformats.org/officeDocument/2006/relationships" id="259" r:id="R1944921d47f4492d"/>
    <p:sldId xmlns:r="http://schemas.openxmlformats.org/officeDocument/2006/relationships" id="260" r:id="R95458ca11381441f"/>
    <p:sldId xmlns:r="http://schemas.openxmlformats.org/officeDocument/2006/relationships" id="261" r:id="Rc20c9840927748b6"/>
  </p:sldIdLst>
  <p:sldSz cx="13335000" cy="7810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e188e8486d46f7" /><Relationship Type="http://schemas.openxmlformats.org/officeDocument/2006/relationships/slideMaster" Target="/ppt/slideMasters/slideMaster1.xml" Id="Re5a1c7e540b54965" /><Relationship Type="http://schemas.openxmlformats.org/officeDocument/2006/relationships/notesMaster" Target="/ppt/notesMasters/notesMaster1.xml" Id="R067ff1bc0248438b" /><Relationship Type="http://schemas.openxmlformats.org/officeDocument/2006/relationships/presProps" Target="/ppt/presProps.xml" Id="R9d851e04dd0048f7" /><Relationship Type="http://schemas.openxmlformats.org/officeDocument/2006/relationships/tableStyles" Target="/ppt/tableStyles.xml" Id="R770b1dfd0d45455c" /><Relationship Type="http://schemas.openxmlformats.org/officeDocument/2006/relationships/slide" Target="/ppt/slides/slide1.xml" Id="R2c2aa7697990457d" /><Relationship Type="http://schemas.openxmlformats.org/officeDocument/2006/relationships/slide" Target="/ppt/slides/slide2.xml" Id="R97807adaa92e4e12" /><Relationship Type="http://schemas.openxmlformats.org/officeDocument/2006/relationships/slide" Target="/ppt/slides/slide3.xml" Id="R19dbb91d3f1f405a" /><Relationship Type="http://schemas.openxmlformats.org/officeDocument/2006/relationships/slide" Target="/ppt/slides/slide4.xml" Id="R1944921d47f4492d" /><Relationship Type="http://schemas.openxmlformats.org/officeDocument/2006/relationships/slide" Target="/ppt/slides/slide5.xml" Id="R95458ca11381441f" /><Relationship Type="http://schemas.openxmlformats.org/officeDocument/2006/relationships/slide" Target="/ppt/slides/slide6.xml" Id="Rc20c9840927748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051673bd6740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940da1df60468a" /><Relationship Type="http://schemas.openxmlformats.org/officeDocument/2006/relationships/notesMaster" Target="/ppt/notesMasters/notesMaster1.xml" Id="R2b653ec301524a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972927cb214627" /><Relationship Type="http://schemas.openxmlformats.org/officeDocument/2006/relationships/notesMaster" Target="/ppt/notesMasters/notesMaster1.xml" Id="R5e9fbcac45ab41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4a28e224674003" /><Relationship Type="http://schemas.openxmlformats.org/officeDocument/2006/relationships/notesMaster" Target="/ppt/notesMasters/notesMaster1.xml" Id="Rfcd81d394f3846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ac5cff1f08449c" /><Relationship Type="http://schemas.openxmlformats.org/officeDocument/2006/relationships/notesMaster" Target="/ppt/notesMasters/notesMaster1.xml" Id="Rd8460b9e294743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bdf970af094019" /><Relationship Type="http://schemas.openxmlformats.org/officeDocument/2006/relationships/notesMaster" Target="/ppt/notesMasters/notesMaster1.xml" Id="R12de7982cdf34e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162e7c99bf4f03" /><Relationship Type="http://schemas.openxmlformats.org/officeDocument/2006/relationships/notesMaster" Target="/ppt/notesMasters/notesMaster1.xml" Id="Ra87102de748148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1，放在 3.2 Overview Structure 首次引用后，双栏通栏。主图保留正常支持集建库与查询评分的完整路径，详细算子见后续分图。</a:t>
            </a:r>
          </a:p>
          <a:p xmlns:a="http://schemas.openxmlformats.org/drawingml/2006/main">
            <a:r>
              <a:t>Caption: Overall workflow of DCFnet. Normal support images construct a category-specific memory. Query images use the same frozen visual encoders and calibrated fusion operator, and their descriptors are compared with the fixed memory. Exact nearest-neighbor distances are upsampled and Gaussian-smoothed to obtain the anomaly map. The image score is the spatial maximum of this map.</a:t>
            </a:r>
          </a:p>
          <a:p xmlns:a="http://schemas.openxmlformats.org/drawingml/2006/main">
            <a:r>
              <a:t>Illustrative image pair and output: MPDD, metal_plate, seed 0, K=1. Support: train/good/029.png. Query: test/scratches/026.png. Output cropped from existing mpdd_s0_k1_metal_plate_success.png (A1 concat panel), with display scaling inherited from that figure. This single example is a workflow illustration, not an aggregate performance claim.</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Supplementary Fig. S1，置于 3.3 Frozen Dual-Encoder Visual Representation 两个编码器说明后。若篇幅有限，可放补充材料，而保留 Fig. 3 的融合细节。</a:t>
            </a:r>
          </a:p>
          <a:p xmlns:a="http://schemas.openxmlformats.org/drawingml/2006/main">
            <a:r>
              <a:t>Caption: Frozen visual feature extraction. DINOv2 produces 768-dimensional patch descriptors on its native grid after aspect-ratio-preserving resizing and patch-compatible cropping. The CLIP visual encoder uses the fixed DPAM configuration and retains layer-24 patch descriptors on a 37 × 37 grid. Both branches process each support or query image independently. Only visual patch descriptors enter fusion.</a:t>
            </a:r>
          </a:p>
          <a:p xmlns:a="http://schemas.openxmlformats.org/drawingml/2006/main">
            <a:r>
              <a:t>CLIP implementation requests layers 6,12,18,24 and retains the last returned tensor (layer 24), discarding CLS. It is not four-layer concatenation. DPAM_layer=20. The general DINO grid is h_D × w_D, with shorter dimension 32 for short side 448 and patch size 14.</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2，置于 3.4 Spatial Calibration and Fixed Feature Fusion 首次介绍对齐和归一化后，靠近对应公式。该图优先保留在正文。</a:t>
            </a:r>
          </a:p>
          <a:p xmlns:a="http://schemas.openxmlformats.org/drawingml/2006/main">
            <a:r>
              <a:t>Caption: Spatial and magnitude calibration before fixed feature concatenation. The CLIP grid is bilinearly resized to the DINO grid. At each aligned location, the two 768-dimensional branch descriptors are independently normalized, scaled equally, concatenated along the channel dimension, and normalized again to obtain a 1536-dimensional descriptor. The coefficients are fixed at 0.5.</a:t>
            </a:r>
          </a:p>
          <a:p xmlns:a="http://schemas.openxmlformats.org/drawingml/2006/main">
            <a:r>
              <a:t>All colored grids and vector bars are schematic editable objects, not measured activation maps. Native grid dimensions are written explicitly; the number of drawn cells is illustrative. Norm(v)=v/||v||₂ for positive-norm descriptors. No epsilon guard is claimed. align_corners=False. The diagram shows feature concatenation, not averaging two separately searched anomaly maps.</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3，置于 3.5 Normal Reference Memory and Anomaly Scoring，紧邻记忆库与评分公式。优先保留正文。</a:t>
            </a:r>
          </a:p>
          <a:p xmlns:a="http://schemas.openxmlformats.org/drawingml/2006/main">
            <a:r>
              <a:t>Caption: Construction and use of the normal reference memory. All fused patch descriptors from the K normal support images populate a fixed category-specific FAISS IndexFlatL2 memory. Each query descriptor retrieves its nearest support descriptor in feature space across all stored locations. Half of the squared Euclidean distance produces the patch score. The patch-score grid is resized to 448 × 448 and smoothed with σ=4. The final map supplies both pixel-level scores and the spatial maximum for image-level scoring.</a:t>
            </a:r>
          </a:p>
          <a:p xmlns:a="http://schemas.openxmlformats.org/drawingml/2006/main">
            <a:r>
              <a:t>P=h_D w_D assumes a common retained grid. The memory has KP rows for K support images with P retained patches each. Query descriptors are never inserted into the normal memory. Schematic vectors are not actual activations. Example map source and display scaling are the same as Fig. 1.</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S1，放在 3.6 Matched Control 或实验消融小节。若正文空间足够，可改为正文图；编号应随最终全文排序。</a:t>
            </a:r>
          </a:p>
          <a:p xmlns:a="http://schemas.openxmlformats.org/drawingml/2006/main">
            <a:r>
              <a:t>Caption: Matched comparison isolating the calibrated second representation. DCFnet and the DINO-only control use the same support-image identities, query images, DINO features, exact nearest-neighbor search, distance convention, post-processing, and evaluation resolution. They maintain separate memories. The DCFnet descriptor has 1536 channels, while the control descriptor has 768 channels.</a:t>
            </a:r>
          </a:p>
          <a:p xmlns:a="http://schemas.openxmlformats.org/drawingml/2006/main">
            <a:r>
              <a:t>This is an experimental control diagram, not a third branch of DCFnet. No performance improvement is claimed by the diagram. The DCFnet setting has no PCA, whitening, learned gate, or target-domain optimization.</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本页为图件使用规划，不作为论文插图。暂定图号需要随最终正文顺序统一调整。正文图与实验结果图应避免编号冲突。所有图均围绕课堂稿的固定融合版本，不将后续研究候选架构写入已完成的方法。</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8ffffaee1f48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923e6d856f4c6e" /><Relationship Type="http://schemas.openxmlformats.org/officeDocument/2006/relationships/slideLayout" Target="/ppt/slideLayouts/slideLayout1.xml" Id="R7a6702ebd6f841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6702ebd6f841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7a01931be04999" /><Relationship Type="http://schemas.openxmlformats.org/officeDocument/2006/relationships/image" Target="/ppt/media/image.png" Id="Rd19a6e3f7b0c4a25" /><Relationship Type="http://schemas.openxmlformats.org/officeDocument/2006/relationships/image" Target="/ppt/media/image2.png" Id="R0345931646ae4ae4" /><Relationship Type="http://schemas.openxmlformats.org/officeDocument/2006/relationships/image" Target="/ppt/media/image3.png" Id="R720eec5ee6494795" /><Relationship Type="http://schemas.openxmlformats.org/officeDocument/2006/relationships/notesSlide" Target="/ppt/notesSlides/notesSlide1.xml" Id="R92de7ab54a2641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5f3826eb204d58" /><Relationship Type="http://schemas.openxmlformats.org/officeDocument/2006/relationships/notesSlide" Target="/ppt/notesSlides/notesSlide2.xml" Id="R7be7aa8fdf4b4f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b6fd477a084d11" /><Relationship Type="http://schemas.openxmlformats.org/officeDocument/2006/relationships/notesSlide" Target="/ppt/notesSlides/notesSlide3.xml" Id="R2cd55b545c5444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24f4d5102d42cf" /><Relationship Type="http://schemas.openxmlformats.org/officeDocument/2006/relationships/image" Target="/ppt/media/image4.png" Id="R7d035b28092b41b1" /><Relationship Type="http://schemas.openxmlformats.org/officeDocument/2006/relationships/notesSlide" Target="/ppt/notesSlides/notesSlide4.xml" Id="R4d6ad2fd6d0f43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513bd96ec64614" /><Relationship Type="http://schemas.openxmlformats.org/officeDocument/2006/relationships/notesSlide" Target="/ppt/notesSlides/notesSlide5.xml" Id="R941eccbb6a2f47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c52ca9a8814620" /><Relationship Type="http://schemas.openxmlformats.org/officeDocument/2006/relationships/notesSlide" Target="/ppt/notesSlides/notesSlide6.xml" Id="Rd58fcbe0a19848c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itle">
            <a:extLst xmlns:a="http://schemas.openxmlformats.org/drawingml/2006/main">
              <a:ext uri="{FF2B5EF4-FFF2-40B4-BE49-F238E27FC236}">
                <a16:creationId xmlns:a16="http://schemas.microsoft.com/office/drawing/2014/main" id="{F8020462-D9DC-4F02-9861-5500B2ABACC6}"/>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DCFnet overview</a:t>
            </a:r>
          </a:p>
        </p:txBody>
      </p:sp>
      <p:sp>
        <p:nvSpPr>
          <p:cNvPr id="2" name="support-heading">
            <a:extLst xmlns:a="http://schemas.openxmlformats.org/drawingml/2006/main">
              <a:ext uri="{FF2B5EF4-FFF2-40B4-BE49-F238E27FC236}">
                <a16:creationId xmlns:a16="http://schemas.microsoft.com/office/drawing/2014/main" id="{7385D337-E439-4701-B92D-90AD38404100}"/>
              </a:ext>
            </a:extLst>
          </p:cNvPr>
          <p:cNvSpPr>
            <a:spLocks xmlns:a="http://schemas.openxmlformats.org/drawingml/2006/main" noGrp="1"/>
          </p:cNvSpPr>
          <p:nvPr/>
        </p:nvSpPr>
        <p:spPr>
          <a:xfrm xmlns:a="http://schemas.openxmlformats.org/drawingml/2006/main">
            <a:off x="342900" y="857250"/>
            <a:ext cx="97155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Normal support memory construction</a:t>
            </a:r>
          </a:p>
        </p:txBody>
      </p:sp>
      <p:pic>
        <p:nvPicPr>
          <p:cNvPr id="54" name="Verified normal support image"/>
          <p:cNvPicPr>
            <a:picLocks xmlns:a="http://schemas.openxmlformats.org/drawingml/2006/main" noChangeAspect="1"/>
          </p:cNvPicPr>
          <p:nvPr/>
        </p:nvPicPr>
        <p:blipFill>
          <a:blip xmlns:r="http://schemas.openxmlformats.org/officeDocument/2006/relationships" xmlns:a="http://schemas.openxmlformats.org/drawingml/2006/main" r:embed="Rd19a6e3f7b0c4a25"/>
          <a:stretch xmlns:a="http://schemas.openxmlformats.org/drawingml/2006/main"/>
        </p:blipFill>
        <p:spPr>
          <a:xfrm xmlns:a="http://schemas.openxmlformats.org/drawingml/2006/main">
            <a:off x="381000" y="1666875"/>
            <a:ext cx="1285875" cy="1285875"/>
          </a:xfrm>
          <a:prstGeom xmlns:a="http://schemas.openxmlformats.org/drawingml/2006/main" prst="rect">
            <a:avLst/>
          </a:prstGeom>
        </p:spPr>
      </p:pic>
      <p:sp>
        <p:nvSpPr>
          <p:cNvPr id="4" name="Verified normal support image-anchor">
            <a:extLst xmlns:a="http://schemas.openxmlformats.org/drawingml/2006/main">
              <a:ext uri="{FF2B5EF4-FFF2-40B4-BE49-F238E27FC236}">
                <a16:creationId xmlns:a16="http://schemas.microsoft.com/office/drawing/2014/main" id="{E986D89D-6BB4-479D-B5B5-E0CF44BD7840}"/>
              </a:ext>
            </a:extLst>
          </p:cNvPr>
          <p:cNvSpPr>
            <a:spLocks xmlns:a="http://schemas.openxmlformats.org/drawingml/2006/main" noGrp="1"/>
          </p:cNvSpPr>
          <p:nvPr/>
        </p:nvSpPr>
        <p:spPr>
          <a:xfrm xmlns:a="http://schemas.openxmlformats.org/drawingml/2006/main">
            <a:off x="381000" y="1666875"/>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5" name="support-set">
            <a:extLst xmlns:a="http://schemas.openxmlformats.org/drawingml/2006/main">
              <a:ext uri="{FF2B5EF4-FFF2-40B4-BE49-F238E27FC236}">
                <a16:creationId xmlns:a16="http://schemas.microsoft.com/office/drawing/2014/main" id="{22BF9E9F-B767-4A3C-9B1B-4F779C3713EA}"/>
              </a:ext>
            </a:extLst>
          </p:cNvPr>
          <p:cNvSpPr>
            <a:spLocks xmlns:a="http://schemas.openxmlformats.org/drawingml/2006/main" noGrp="1"/>
          </p:cNvSpPr>
          <p:nvPr/>
        </p:nvSpPr>
        <p:spPr>
          <a:xfrm xmlns:a="http://schemas.openxmlformats.org/drawingml/2006/main">
            <a:off x="190500" y="3019425"/>
            <a:ext cx="16573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1">
                <a:latin typeface="Cambria"/>
                <a:ea typeface="Cambria"/>
                <a:cs typeface="Cambria"/>
              </a:rPr>
              <a:t>R</a:t>
            </a:r>
            <a:r>
              <a:rPr sz="1566" b="1" i="0" baseline="-25000">
                <a:latin typeface="Cambria"/>
                <a:ea typeface="Cambria"/>
                <a:cs typeface="Cambria"/>
              </a:rPr>
              <a:t>c</a:t>
            </a:r>
            <a:r>
              <a:rPr sz="2175">
                <a:latin typeface="Cambria"/>
                <a:ea typeface="Cambria"/>
                <a:cs typeface="Cambria"/>
              </a:rPr>
              <a:t> = {</a:t>
            </a:r>
            <a:r>
              <a:rPr sz="2175" b="1" i="1">
                <a:latin typeface="Cambria"/>
                <a:ea typeface="Cambria"/>
                <a:cs typeface="Cambria"/>
              </a:rPr>
              <a:t>x</a:t>
            </a:r>
            <a:r>
              <a:rPr sz="1566" i="1" baseline="30000">
                <a:latin typeface="Cambria"/>
                <a:ea typeface="Cambria"/>
                <a:cs typeface="Cambria"/>
              </a:rPr>
              <a:t>c</a:t>
            </a:r>
            <a:r>
              <a:rPr sz="1566" b="1" i="0" baseline="-25000">
                <a:latin typeface="Cambria"/>
                <a:ea typeface="Cambria"/>
                <a:cs typeface="Cambria"/>
              </a:rPr>
              <a:t>i</a:t>
            </a:r>
            <a:r>
              <a:rPr sz="2175">
                <a:latin typeface="Cambria"/>
                <a:ea typeface="Cambria"/>
                <a:cs typeface="Cambria"/>
              </a:rPr>
              <a:t>}</a:t>
            </a:r>
          </a:p>
        </p:txBody>
      </p:sp>
      <p:sp>
        <p:nvSpPr>
          <p:cNvPr id="6" name="shot-count">
            <a:extLst xmlns:a="http://schemas.openxmlformats.org/drawingml/2006/main">
              <a:ext uri="{FF2B5EF4-FFF2-40B4-BE49-F238E27FC236}">
                <a16:creationId xmlns:a16="http://schemas.microsoft.com/office/drawing/2014/main" id="{C5B47AB4-EC35-4912-B8CD-5F1C21F521E3}"/>
              </a:ext>
            </a:extLst>
          </p:cNvPr>
          <p:cNvSpPr>
            <a:spLocks xmlns:a="http://schemas.openxmlformats.org/drawingml/2006/main" noGrp="1"/>
          </p:cNvSpPr>
          <p:nvPr/>
        </p:nvSpPr>
        <p:spPr>
          <a:xfrm xmlns:a="http://schemas.openxmlformats.org/drawingml/2006/main">
            <a:off x="200025" y="3409950"/>
            <a:ext cx="16668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0" i="1">
                <a:latin typeface="Cambria"/>
                <a:ea typeface="Cambria"/>
                <a:cs typeface="Cambria"/>
              </a:rPr>
              <a:t>K</a:t>
            </a:r>
            <a:r>
              <a:rPr sz="2025">
                <a:latin typeface="Cambria"/>
                <a:ea typeface="Cambria"/>
                <a:cs typeface="Cambria"/>
              </a:rPr>
              <a:t> ∈ {1, 2, 4}</a:t>
            </a:r>
          </a:p>
        </p:txBody>
      </p:sp>
      <p:sp>
        <p:nvSpPr>
          <p:cNvPr id="7" name="support-encoder">
            <a:extLst xmlns:a="http://schemas.openxmlformats.org/drawingml/2006/main">
              <a:ext uri="{FF2B5EF4-FFF2-40B4-BE49-F238E27FC236}">
                <a16:creationId xmlns:a16="http://schemas.microsoft.com/office/drawing/2014/main" id="{8ECFE975-60AD-4ED9-BA88-088F6EFC15B3}"/>
              </a:ext>
            </a:extLst>
          </p:cNvPr>
          <p:cNvSpPr>
            <a:spLocks xmlns:a="http://schemas.openxmlformats.org/drawingml/2006/main" noGrp="1"/>
          </p:cNvSpPr>
          <p:nvPr/>
        </p:nvSpPr>
        <p:spPr>
          <a:xfrm xmlns:a="http://schemas.openxmlformats.org/drawingml/2006/main">
            <a:off x="2286000" y="1657350"/>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8" name="support-encoder-dino">
            <a:extLst xmlns:a="http://schemas.openxmlformats.org/drawingml/2006/main">
              <a:ext uri="{FF2B5EF4-FFF2-40B4-BE49-F238E27FC236}">
                <a16:creationId xmlns:a16="http://schemas.microsoft.com/office/drawing/2014/main" id="{61BBB558-F8C1-4469-87D3-B4327E9E6989}"/>
              </a:ext>
            </a:extLst>
          </p:cNvPr>
          <p:cNvSpPr>
            <a:spLocks xmlns:a="http://schemas.openxmlformats.org/drawingml/2006/main" noGrp="1"/>
          </p:cNvSpPr>
          <p:nvPr/>
        </p:nvSpPr>
        <p:spPr>
          <a:xfrm xmlns:a="http://schemas.openxmlformats.org/drawingml/2006/main">
            <a:off x="2381250" y="1752600"/>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9" name="support-encoder-clip">
            <a:extLst xmlns:a="http://schemas.openxmlformats.org/drawingml/2006/main">
              <a:ext uri="{FF2B5EF4-FFF2-40B4-BE49-F238E27FC236}">
                <a16:creationId xmlns:a16="http://schemas.microsoft.com/office/drawing/2014/main" id="{EC231278-D485-452E-8A45-D750A2BA8E4C}"/>
              </a:ext>
            </a:extLst>
          </p:cNvPr>
          <p:cNvSpPr>
            <a:spLocks xmlns:a="http://schemas.openxmlformats.org/drawingml/2006/main" noGrp="1"/>
          </p:cNvSpPr>
          <p:nvPr/>
        </p:nvSpPr>
        <p:spPr>
          <a:xfrm xmlns:a="http://schemas.openxmlformats.org/drawingml/2006/main">
            <a:off x="2381250" y="2524125"/>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a:t>
            </a:r>
          </a:p>
        </p:txBody>
      </p:sp>
      <p:sp>
        <p:nvSpPr>
          <p:cNvPr id="10" name="support-encoder-dim">
            <a:extLst xmlns:a="http://schemas.openxmlformats.org/drawingml/2006/main">
              <a:ext uri="{FF2B5EF4-FFF2-40B4-BE49-F238E27FC236}">
                <a16:creationId xmlns:a16="http://schemas.microsoft.com/office/drawing/2014/main" id="{DEB73703-8E34-4AC4-8C3B-6738910A16C1}"/>
              </a:ext>
            </a:extLst>
          </p:cNvPr>
          <p:cNvSpPr>
            <a:spLocks xmlns:a="http://schemas.openxmlformats.org/drawingml/2006/main" noGrp="1"/>
          </p:cNvSpPr>
          <p:nvPr/>
        </p:nvSpPr>
        <p:spPr>
          <a:xfrm xmlns:a="http://schemas.openxmlformats.org/drawingml/2006/main">
            <a:off x="2286000" y="3400425"/>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11" name="support-fusion">
            <a:extLst xmlns:a="http://schemas.openxmlformats.org/drawingml/2006/main">
              <a:ext uri="{FF2B5EF4-FFF2-40B4-BE49-F238E27FC236}">
                <a16:creationId xmlns:a16="http://schemas.microsoft.com/office/drawing/2014/main" id="{72CF6034-699A-45FA-AD74-144C2978D129}"/>
              </a:ext>
            </a:extLst>
          </p:cNvPr>
          <p:cNvSpPr>
            <a:spLocks xmlns:a="http://schemas.openxmlformats.org/drawingml/2006/main" noGrp="1"/>
          </p:cNvSpPr>
          <p:nvPr/>
        </p:nvSpPr>
        <p:spPr>
          <a:xfrm xmlns:a="http://schemas.openxmlformats.org/drawingml/2006/main">
            <a:off x="5715000" y="1657350"/>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12" name="support-fusion-heading">
            <a:extLst xmlns:a="http://schemas.openxmlformats.org/drawingml/2006/main">
              <a:ext uri="{FF2B5EF4-FFF2-40B4-BE49-F238E27FC236}">
                <a16:creationId xmlns:a16="http://schemas.microsoft.com/office/drawing/2014/main" id="{80FB9777-2209-407F-B2A9-B56BE1BBBEA6}"/>
              </a:ext>
            </a:extLst>
          </p:cNvPr>
          <p:cNvSpPr>
            <a:spLocks xmlns:a="http://schemas.openxmlformats.org/drawingml/2006/main" noGrp="1"/>
          </p:cNvSpPr>
          <p:nvPr/>
        </p:nvSpPr>
        <p:spPr>
          <a:xfrm xmlns:a="http://schemas.openxmlformats.org/drawingml/2006/main">
            <a:off x="5800725" y="1724025"/>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13" name="support-fusion-detail">
            <a:extLst xmlns:a="http://schemas.openxmlformats.org/drawingml/2006/main">
              <a:ext uri="{FF2B5EF4-FFF2-40B4-BE49-F238E27FC236}">
                <a16:creationId xmlns:a16="http://schemas.microsoft.com/office/drawing/2014/main" id="{CAAF8995-DA28-47AF-9B69-F8F16192CBDE}"/>
              </a:ext>
            </a:extLst>
          </p:cNvPr>
          <p:cNvSpPr>
            <a:spLocks xmlns:a="http://schemas.openxmlformats.org/drawingml/2006/main" noGrp="1"/>
          </p:cNvSpPr>
          <p:nvPr/>
        </p:nvSpPr>
        <p:spPr>
          <a:xfrm xmlns:a="http://schemas.openxmlformats.org/drawingml/2006/main">
            <a:off x="5791200" y="2105025"/>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14" name="support-fusion-dim">
            <a:extLst xmlns:a="http://schemas.openxmlformats.org/drawingml/2006/main">
              <a:ext uri="{FF2B5EF4-FFF2-40B4-BE49-F238E27FC236}">
                <a16:creationId xmlns:a16="http://schemas.microsoft.com/office/drawing/2014/main" id="{85369F9B-DCB6-49E8-BEF9-C8221F10F093}"/>
              </a:ext>
            </a:extLst>
          </p:cNvPr>
          <p:cNvSpPr>
            <a:spLocks xmlns:a="http://schemas.openxmlformats.org/drawingml/2006/main" noGrp="1"/>
          </p:cNvSpPr>
          <p:nvPr/>
        </p:nvSpPr>
        <p:spPr>
          <a:xfrm xmlns:a="http://schemas.openxmlformats.org/drawingml/2006/main">
            <a:off x="5715000" y="3400425"/>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15" name="fixed-memory">
            <a:extLst xmlns:a="http://schemas.openxmlformats.org/drawingml/2006/main">
              <a:ext uri="{FF2B5EF4-FFF2-40B4-BE49-F238E27FC236}">
                <a16:creationId xmlns:a16="http://schemas.microsoft.com/office/drawing/2014/main" id="{8EC9C470-9CB6-4CEC-9B49-040DEAAE69AC}"/>
              </a:ext>
            </a:extLst>
          </p:cNvPr>
          <p:cNvSpPr>
            <a:spLocks xmlns:a="http://schemas.openxmlformats.org/drawingml/2006/main" noGrp="1"/>
          </p:cNvSpPr>
          <p:nvPr/>
        </p:nvSpPr>
        <p:spPr>
          <a:xfrm xmlns:a="http://schemas.openxmlformats.org/drawingml/2006/main">
            <a:off x="9010650" y="1657350"/>
            <a:ext cx="2305050" cy="1704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16" name="memory-title">
            <a:extLst xmlns:a="http://schemas.openxmlformats.org/drawingml/2006/main">
              <a:ext uri="{FF2B5EF4-FFF2-40B4-BE49-F238E27FC236}">
                <a16:creationId xmlns:a16="http://schemas.microsoft.com/office/drawing/2014/main" id="{DCEF557B-4E93-4DAC-B73A-37FC9AA0B782}"/>
              </a:ext>
            </a:extLst>
          </p:cNvPr>
          <p:cNvSpPr>
            <a:spLocks xmlns:a="http://schemas.openxmlformats.org/drawingml/2006/main" noGrp="1"/>
          </p:cNvSpPr>
          <p:nvPr/>
        </p:nvSpPr>
        <p:spPr>
          <a:xfrm xmlns:a="http://schemas.openxmlformats.org/drawingml/2006/main">
            <a:off x="9077325" y="1809750"/>
            <a:ext cx="2171700" cy="9525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Normal memory</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1536-D</a:t>
            </a:r>
          </a:p>
        </p:txBody>
      </p:sp>
      <p:sp>
        <p:nvSpPr>
          <p:cNvPr id="17" name="memory-symbol">
            <a:extLst xmlns:a="http://schemas.openxmlformats.org/drawingml/2006/main">
              <a:ext uri="{FF2B5EF4-FFF2-40B4-BE49-F238E27FC236}">
                <a16:creationId xmlns:a16="http://schemas.microsoft.com/office/drawing/2014/main" id="{DE05C6B3-BD8C-4572-98DC-AB7C95D2C0CD}"/>
              </a:ext>
            </a:extLst>
          </p:cNvPr>
          <p:cNvSpPr>
            <a:spLocks xmlns:a="http://schemas.openxmlformats.org/drawingml/2006/main" noGrp="1"/>
          </p:cNvSpPr>
          <p:nvPr/>
        </p:nvSpPr>
        <p:spPr>
          <a:xfrm xmlns:a="http://schemas.openxmlformats.org/drawingml/2006/main">
            <a:off x="9477375" y="2838450"/>
            <a:ext cx="1400175"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M</a:t>
            </a:r>
            <a:r>
              <a:rPr sz="1728" b="1" i="0" baseline="-25000">
                <a:latin typeface="Cambria"/>
                <a:ea typeface="Cambria"/>
                <a:cs typeface="Cambria"/>
              </a:rPr>
              <a:t>c</a:t>
            </a:r>
          </a:p>
        </p:txBody>
      </p:sp>
      <p:sp>
        <p:nvSpPr>
          <p:cNvPr id="18" name="junction-0">
            <a:extLst xmlns:a="http://schemas.openxmlformats.org/drawingml/2006/main">
              <a:ext uri="{FF2B5EF4-FFF2-40B4-BE49-F238E27FC236}">
                <a16:creationId xmlns:a16="http://schemas.microsoft.com/office/drawing/2014/main" id="{00638A28-1FFD-468A-9175-B9142C54EAD0}"/>
              </a:ext>
            </a:extLst>
          </p:cNvPr>
          <p:cNvSpPr>
            <a:spLocks xmlns:a="http://schemas.openxmlformats.org/drawingml/2006/main" noGrp="1"/>
          </p:cNvSpPr>
          <p:nvPr/>
        </p:nvSpPr>
        <p:spPr>
          <a:xfrm xmlns:a="http://schemas.openxmlformats.org/drawingml/2006/main">
            <a:off x="1676400" y="2295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18" idx="3"/>
            <a:endCxn xmlns:a="http://schemas.openxmlformats.org/drawingml/2006/main" id="7" idx="1"/>
          </p:cNvCxnSpPr>
          <p:nvPr/>
        </p:nvCxnSpPr>
        <p:spPr>
          <a:xfrm xmlns:a="http://schemas.openxmlformats.org/drawingml/2006/main">
            <a:off x="1695450" y="2305050"/>
            <a:ext cx="590550" cy="2047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7" idx="3"/>
            <a:endCxn xmlns:a="http://schemas.openxmlformats.org/drawingml/2006/main" id="11" idx="1"/>
          </p:cNvCxnSpPr>
          <p:nvPr/>
        </p:nvCxnSpPr>
        <p:spPr>
          <a:xfrm xmlns:a="http://schemas.openxmlformats.org/drawingml/2006/main">
            <a:off x="5143500" y="2509838"/>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11" idx="3"/>
            <a:endCxn xmlns:a="http://schemas.openxmlformats.org/drawingml/2006/main" id="15" idx="1"/>
          </p:cNvCxnSpPr>
          <p:nvPr/>
        </p:nvCxnSpPr>
        <p:spPr>
          <a:xfrm xmlns:a="http://schemas.openxmlformats.org/drawingml/2006/main">
            <a:off x="8362950" y="2509838"/>
            <a:ext cx="6477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2" name="frozen-note">
            <a:extLst xmlns:a="http://schemas.openxmlformats.org/drawingml/2006/main">
              <a:ext uri="{FF2B5EF4-FFF2-40B4-BE49-F238E27FC236}">
                <a16:creationId xmlns:a16="http://schemas.microsoft.com/office/drawing/2014/main" id="{0BDA4D1D-8FEA-4747-98FC-E2F736950CC0}"/>
              </a:ext>
            </a:extLst>
          </p:cNvPr>
          <p:cNvSpPr>
            <a:spLocks xmlns:a="http://schemas.openxmlformats.org/drawingml/2006/main" noGrp="1"/>
          </p:cNvSpPr>
          <p:nvPr/>
        </p:nvSpPr>
        <p:spPr>
          <a:xfrm xmlns:a="http://schemas.openxmlformats.org/drawingml/2006/main">
            <a:off x="2286000" y="3810000"/>
            <a:ext cx="6838950"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Shared frozen encoders and fusion</a:t>
            </a:r>
          </a:p>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0 target-domain trainable parameters</a:t>
            </a:r>
          </a:p>
        </p:txBody>
      </p:sp>
      <p:sp>
        <p:nvSpPr>
          <p:cNvPr id="23" name="rule-1">
            <a:extLst xmlns:a="http://schemas.openxmlformats.org/drawingml/2006/main">
              <a:ext uri="{FF2B5EF4-FFF2-40B4-BE49-F238E27FC236}">
                <a16:creationId xmlns:a16="http://schemas.microsoft.com/office/drawing/2014/main" id="{D4D3D02A-22BB-4EEF-A86B-B215C4A03947}"/>
              </a:ext>
            </a:extLst>
          </p:cNvPr>
          <p:cNvSpPr>
            <a:spLocks xmlns:a="http://schemas.openxmlformats.org/drawingml/2006/main" noGrp="1"/>
          </p:cNvSpPr>
          <p:nvPr/>
        </p:nvSpPr>
        <p:spPr>
          <a:xfrm xmlns:a="http://schemas.openxmlformats.org/drawingml/2006/main">
            <a:off x="342900" y="437197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4" name="query-heading">
            <a:extLst xmlns:a="http://schemas.openxmlformats.org/drawingml/2006/main">
              <a:ext uri="{FF2B5EF4-FFF2-40B4-BE49-F238E27FC236}">
                <a16:creationId xmlns:a16="http://schemas.microsoft.com/office/drawing/2014/main" id="{F8F63FBE-3254-4147-BAD3-A11915C2CACC}"/>
              </a:ext>
            </a:extLst>
          </p:cNvPr>
          <p:cNvSpPr>
            <a:spLocks xmlns:a="http://schemas.openxmlformats.org/drawingml/2006/main" noGrp="1"/>
          </p:cNvSpPr>
          <p:nvPr/>
        </p:nvSpPr>
        <p:spPr>
          <a:xfrm xmlns:a="http://schemas.openxmlformats.org/drawingml/2006/main">
            <a:off x="342900" y="4457700"/>
            <a:ext cx="657225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inference</a:t>
            </a:r>
          </a:p>
        </p:txBody>
      </p:sp>
      <p:pic>
        <p:nvPicPr>
          <p:cNvPr id="76" name="Query image"/>
          <p:cNvPicPr>
            <a:picLocks xmlns:a="http://schemas.openxmlformats.org/drawingml/2006/main" noChangeAspect="1"/>
          </p:cNvPicPr>
          <p:nvPr/>
        </p:nvPicPr>
        <p:blipFill>
          <a:blip xmlns:r="http://schemas.openxmlformats.org/officeDocument/2006/relationships" xmlns:a="http://schemas.openxmlformats.org/drawingml/2006/main" r:embed="R0345931646ae4ae4"/>
          <a:stretch xmlns:a="http://schemas.openxmlformats.org/drawingml/2006/main"/>
        </p:blipFill>
        <p:spPr>
          <a:xfrm xmlns:a="http://schemas.openxmlformats.org/drawingml/2006/main">
            <a:off x="381000" y="5257800"/>
            <a:ext cx="1285875" cy="1285875"/>
          </a:xfrm>
          <a:prstGeom xmlns:a="http://schemas.openxmlformats.org/drawingml/2006/main" prst="rect">
            <a:avLst/>
          </a:prstGeom>
        </p:spPr>
      </p:pic>
      <p:sp>
        <p:nvSpPr>
          <p:cNvPr id="26" name="Query image-anchor">
            <a:extLst xmlns:a="http://schemas.openxmlformats.org/drawingml/2006/main">
              <a:ext uri="{FF2B5EF4-FFF2-40B4-BE49-F238E27FC236}">
                <a16:creationId xmlns:a16="http://schemas.microsoft.com/office/drawing/2014/main" id="{683C10A4-4113-4255-A735-4440FD34FDC0}"/>
              </a:ext>
            </a:extLst>
          </p:cNvPr>
          <p:cNvSpPr>
            <a:spLocks xmlns:a="http://schemas.openxmlformats.org/drawingml/2006/main" noGrp="1"/>
          </p:cNvSpPr>
          <p:nvPr/>
        </p:nvSpPr>
        <p:spPr>
          <a:xfrm xmlns:a="http://schemas.openxmlformats.org/drawingml/2006/main">
            <a:off x="381000" y="5257800"/>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27" name="query-symbol">
            <a:extLst xmlns:a="http://schemas.openxmlformats.org/drawingml/2006/main">
              <a:ext uri="{FF2B5EF4-FFF2-40B4-BE49-F238E27FC236}">
                <a16:creationId xmlns:a16="http://schemas.microsoft.com/office/drawing/2014/main" id="{D1503415-1422-46CB-B342-EA3CEBC91217}"/>
              </a:ext>
            </a:extLst>
          </p:cNvPr>
          <p:cNvSpPr>
            <a:spLocks xmlns:a="http://schemas.openxmlformats.org/drawingml/2006/main" noGrp="1"/>
          </p:cNvSpPr>
          <p:nvPr/>
        </p:nvSpPr>
        <p:spPr>
          <a:xfrm xmlns:a="http://schemas.openxmlformats.org/drawingml/2006/main">
            <a:off x="561975" y="6629400"/>
            <a:ext cx="952500" cy="3524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x</a:t>
            </a:r>
          </a:p>
        </p:txBody>
      </p:sp>
      <p:sp>
        <p:nvSpPr>
          <p:cNvPr id="28" name="query-encoder">
            <a:extLst xmlns:a="http://schemas.openxmlformats.org/drawingml/2006/main">
              <a:ext uri="{FF2B5EF4-FFF2-40B4-BE49-F238E27FC236}">
                <a16:creationId xmlns:a16="http://schemas.microsoft.com/office/drawing/2014/main" id="{2237EA75-8F8C-4C44-9B33-AE88433D255F}"/>
              </a:ext>
            </a:extLst>
          </p:cNvPr>
          <p:cNvSpPr>
            <a:spLocks xmlns:a="http://schemas.openxmlformats.org/drawingml/2006/main" noGrp="1"/>
          </p:cNvSpPr>
          <p:nvPr/>
        </p:nvSpPr>
        <p:spPr>
          <a:xfrm xmlns:a="http://schemas.openxmlformats.org/drawingml/2006/main">
            <a:off x="2286000" y="5172075"/>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29" name="query-encoder-dino">
            <a:extLst xmlns:a="http://schemas.openxmlformats.org/drawingml/2006/main">
              <a:ext uri="{FF2B5EF4-FFF2-40B4-BE49-F238E27FC236}">
                <a16:creationId xmlns:a16="http://schemas.microsoft.com/office/drawing/2014/main" id="{891D34D2-C0B9-425D-9F93-38503FE96406}"/>
              </a:ext>
            </a:extLst>
          </p:cNvPr>
          <p:cNvSpPr>
            <a:spLocks xmlns:a="http://schemas.openxmlformats.org/drawingml/2006/main" noGrp="1"/>
          </p:cNvSpPr>
          <p:nvPr/>
        </p:nvSpPr>
        <p:spPr>
          <a:xfrm xmlns:a="http://schemas.openxmlformats.org/drawingml/2006/main">
            <a:off x="2381250" y="5267325"/>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30" name="query-encoder-clip">
            <a:extLst xmlns:a="http://schemas.openxmlformats.org/drawingml/2006/main">
              <a:ext uri="{FF2B5EF4-FFF2-40B4-BE49-F238E27FC236}">
                <a16:creationId xmlns:a16="http://schemas.microsoft.com/office/drawing/2014/main" id="{CBACFE9E-7CD9-490C-8208-26AD2B38EE12}"/>
              </a:ext>
            </a:extLst>
          </p:cNvPr>
          <p:cNvSpPr>
            <a:spLocks xmlns:a="http://schemas.openxmlformats.org/drawingml/2006/main" noGrp="1"/>
          </p:cNvSpPr>
          <p:nvPr/>
        </p:nvSpPr>
        <p:spPr>
          <a:xfrm xmlns:a="http://schemas.openxmlformats.org/drawingml/2006/main">
            <a:off x="2381250" y="6038850"/>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a:t>
            </a:r>
          </a:p>
        </p:txBody>
      </p:sp>
      <p:sp>
        <p:nvSpPr>
          <p:cNvPr id="31" name="query-encoder-dim">
            <a:extLst xmlns:a="http://schemas.openxmlformats.org/drawingml/2006/main">
              <a:ext uri="{FF2B5EF4-FFF2-40B4-BE49-F238E27FC236}">
                <a16:creationId xmlns:a16="http://schemas.microsoft.com/office/drawing/2014/main" id="{DE76F294-C1C5-4511-94EE-080B2E9CF37C}"/>
              </a:ext>
            </a:extLst>
          </p:cNvPr>
          <p:cNvSpPr>
            <a:spLocks xmlns:a="http://schemas.openxmlformats.org/drawingml/2006/main" noGrp="1"/>
          </p:cNvSpPr>
          <p:nvPr/>
        </p:nvSpPr>
        <p:spPr>
          <a:xfrm xmlns:a="http://schemas.openxmlformats.org/drawingml/2006/main">
            <a:off x="2286000" y="6915150"/>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32" name="query-fusion">
            <a:extLst xmlns:a="http://schemas.openxmlformats.org/drawingml/2006/main">
              <a:ext uri="{FF2B5EF4-FFF2-40B4-BE49-F238E27FC236}">
                <a16:creationId xmlns:a16="http://schemas.microsoft.com/office/drawing/2014/main" id="{F388FEEC-B621-4809-86CF-A0A18728245B}"/>
              </a:ext>
            </a:extLst>
          </p:cNvPr>
          <p:cNvSpPr>
            <a:spLocks xmlns:a="http://schemas.openxmlformats.org/drawingml/2006/main" noGrp="1"/>
          </p:cNvSpPr>
          <p:nvPr/>
        </p:nvSpPr>
        <p:spPr>
          <a:xfrm xmlns:a="http://schemas.openxmlformats.org/drawingml/2006/main">
            <a:off x="5715000" y="5172075"/>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33" name="query-fusion-heading">
            <a:extLst xmlns:a="http://schemas.openxmlformats.org/drawingml/2006/main">
              <a:ext uri="{FF2B5EF4-FFF2-40B4-BE49-F238E27FC236}">
                <a16:creationId xmlns:a16="http://schemas.microsoft.com/office/drawing/2014/main" id="{BDCD182E-5EAC-446B-975A-5E6F235BA452}"/>
              </a:ext>
            </a:extLst>
          </p:cNvPr>
          <p:cNvSpPr>
            <a:spLocks xmlns:a="http://schemas.openxmlformats.org/drawingml/2006/main" noGrp="1"/>
          </p:cNvSpPr>
          <p:nvPr/>
        </p:nvSpPr>
        <p:spPr>
          <a:xfrm xmlns:a="http://schemas.openxmlformats.org/drawingml/2006/main">
            <a:off x="5800725" y="5238750"/>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34" name="query-fusion-detail">
            <a:extLst xmlns:a="http://schemas.openxmlformats.org/drawingml/2006/main">
              <a:ext uri="{FF2B5EF4-FFF2-40B4-BE49-F238E27FC236}">
                <a16:creationId xmlns:a16="http://schemas.microsoft.com/office/drawing/2014/main" id="{22383BBE-A640-40C4-A629-EBF56C6E4910}"/>
              </a:ext>
            </a:extLst>
          </p:cNvPr>
          <p:cNvSpPr>
            <a:spLocks xmlns:a="http://schemas.openxmlformats.org/drawingml/2006/main" noGrp="1"/>
          </p:cNvSpPr>
          <p:nvPr/>
        </p:nvSpPr>
        <p:spPr>
          <a:xfrm xmlns:a="http://schemas.openxmlformats.org/drawingml/2006/main">
            <a:off x="5791200" y="5619750"/>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35" name="query-fusion-dim">
            <a:extLst xmlns:a="http://schemas.openxmlformats.org/drawingml/2006/main">
              <a:ext uri="{FF2B5EF4-FFF2-40B4-BE49-F238E27FC236}">
                <a16:creationId xmlns:a16="http://schemas.microsoft.com/office/drawing/2014/main" id="{412DF89F-3E1A-45EF-BA37-A7EF5856480B}"/>
              </a:ext>
            </a:extLst>
          </p:cNvPr>
          <p:cNvSpPr>
            <a:spLocks xmlns:a="http://schemas.openxmlformats.org/drawingml/2006/main" noGrp="1"/>
          </p:cNvSpPr>
          <p:nvPr/>
        </p:nvSpPr>
        <p:spPr>
          <a:xfrm xmlns:a="http://schemas.openxmlformats.org/drawingml/2006/main">
            <a:off x="5715000" y="6915150"/>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36" name="exact-nn">
            <a:extLst xmlns:a="http://schemas.openxmlformats.org/drawingml/2006/main">
              <a:ext uri="{FF2B5EF4-FFF2-40B4-BE49-F238E27FC236}">
                <a16:creationId xmlns:a16="http://schemas.microsoft.com/office/drawing/2014/main" id="{30D6ABAD-6A46-47B1-B4C4-78221E66A25C}"/>
              </a:ext>
            </a:extLst>
          </p:cNvPr>
          <p:cNvSpPr>
            <a:spLocks xmlns:a="http://schemas.openxmlformats.org/drawingml/2006/main" noGrp="1"/>
          </p:cNvSpPr>
          <p:nvPr/>
        </p:nvSpPr>
        <p:spPr>
          <a:xfrm xmlns:a="http://schemas.openxmlformats.org/drawingml/2006/main">
            <a:off x="9010650" y="4953000"/>
            <a:ext cx="2305050" cy="838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sp>
        <p:nvSpPr>
          <p:cNvPr id="37" name="postprocessing">
            <a:extLst xmlns:a="http://schemas.openxmlformats.org/drawingml/2006/main">
              <a:ext uri="{FF2B5EF4-FFF2-40B4-BE49-F238E27FC236}">
                <a16:creationId xmlns:a16="http://schemas.microsoft.com/office/drawing/2014/main" id="{CA1CBC5D-ABAA-458B-819A-3D86AC37EED2}"/>
              </a:ext>
            </a:extLst>
          </p:cNvPr>
          <p:cNvSpPr>
            <a:spLocks xmlns:a="http://schemas.openxmlformats.org/drawingml/2006/main" noGrp="1"/>
          </p:cNvSpPr>
          <p:nvPr/>
        </p:nvSpPr>
        <p:spPr>
          <a:xfrm xmlns:a="http://schemas.openxmlformats.org/drawingml/2006/main">
            <a:off x="9010650" y="6134100"/>
            <a:ext cx="2305050" cy="7620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Bilinear resize</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Gaussian σ = 4</a:t>
            </a:r>
          </a:p>
        </p:txBody>
      </p:sp>
      <p:sp>
        <p:nvSpPr>
          <p:cNvPr id="38" name="junction-2">
            <a:extLst xmlns:a="http://schemas.openxmlformats.org/drawingml/2006/main">
              <a:ext uri="{FF2B5EF4-FFF2-40B4-BE49-F238E27FC236}">
                <a16:creationId xmlns:a16="http://schemas.microsoft.com/office/drawing/2014/main" id="{1A05079C-A2E9-4ACC-B10F-C1A573B43BA0}"/>
              </a:ext>
            </a:extLst>
          </p:cNvPr>
          <p:cNvSpPr>
            <a:spLocks xmlns:a="http://schemas.openxmlformats.org/drawingml/2006/main" noGrp="1"/>
          </p:cNvSpPr>
          <p:nvPr/>
        </p:nvSpPr>
        <p:spPr>
          <a:xfrm xmlns:a="http://schemas.openxmlformats.org/drawingml/2006/main">
            <a:off x="1676400" y="58864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38" idx="3"/>
            <a:endCxn xmlns:a="http://schemas.openxmlformats.org/drawingml/2006/main" id="28" idx="1"/>
          </p:cNvCxnSpPr>
          <p:nvPr/>
        </p:nvCxnSpPr>
        <p:spPr>
          <a:xfrm xmlns:a="http://schemas.openxmlformats.org/drawingml/2006/main">
            <a:off x="1695450" y="5895975"/>
            <a:ext cx="590550" cy="1285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1" name=""/>
          <p:cNvCxnSpPr>
            <a:stCxn xmlns:a="http://schemas.openxmlformats.org/drawingml/2006/main" id="28" idx="3"/>
            <a:endCxn xmlns:a="http://schemas.openxmlformats.org/drawingml/2006/main" id="32" idx="1"/>
          </p:cNvCxnSpPr>
          <p:nvPr/>
        </p:nvCxnSpPr>
        <p:spPr>
          <a:xfrm xmlns:a="http://schemas.openxmlformats.org/drawingml/2006/main">
            <a:off x="5143500" y="6024563"/>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2" name=""/>
          <p:cNvCxnSpPr>
            <a:stCxn xmlns:a="http://schemas.openxmlformats.org/drawingml/2006/main" id="32" idx="3"/>
            <a:endCxn xmlns:a="http://schemas.openxmlformats.org/drawingml/2006/main" id="36" idx="1"/>
          </p:cNvCxnSpPr>
          <p:nvPr/>
        </p:nvCxnSpPr>
        <p:spPr>
          <a:xfrm xmlns:a="http://schemas.openxmlformats.org/drawingml/2006/main" flipV="1">
            <a:off x="8362950" y="5372100"/>
            <a:ext cx="647700" cy="6524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3" name=""/>
          <p:cNvCxnSpPr>
            <a:stCxn xmlns:a="http://schemas.openxmlformats.org/drawingml/2006/main" id="15" idx="2"/>
            <a:endCxn xmlns:a="http://schemas.openxmlformats.org/drawingml/2006/main" id="36" idx="0"/>
          </p:cNvCxnSpPr>
          <p:nvPr/>
        </p:nvCxnSpPr>
        <p:spPr>
          <a:xfrm xmlns:a="http://schemas.openxmlformats.org/drawingml/2006/main">
            <a:off x="10163175" y="3362325"/>
            <a:ext cx="0" cy="15906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4" name=""/>
          <p:cNvCxnSpPr>
            <a:stCxn xmlns:a="http://schemas.openxmlformats.org/drawingml/2006/main" id="36" idx="2"/>
            <a:endCxn xmlns:a="http://schemas.openxmlformats.org/drawingml/2006/main" id="37" idx="0"/>
          </p:cNvCxnSpPr>
          <p:nvPr/>
        </p:nvCxnSpPr>
        <p:spPr>
          <a:xfrm xmlns:a="http://schemas.openxmlformats.org/drawingml/2006/main">
            <a:off x="10163175" y="5791200"/>
            <a:ext cx="0" cy="3429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4" name="memory-use">
            <a:extLst xmlns:a="http://schemas.openxmlformats.org/drawingml/2006/main">
              <a:ext uri="{FF2B5EF4-FFF2-40B4-BE49-F238E27FC236}">
                <a16:creationId xmlns:a16="http://schemas.microsoft.com/office/drawing/2014/main" id="{BE2EA205-F8E2-4C14-BB89-7ECFB1A68F20}"/>
              </a:ext>
            </a:extLst>
          </p:cNvPr>
          <p:cNvSpPr>
            <a:spLocks xmlns:a="http://schemas.openxmlformats.org/drawingml/2006/main" noGrp="1"/>
          </p:cNvSpPr>
          <p:nvPr/>
        </p:nvSpPr>
        <p:spPr>
          <a:xfrm xmlns:a="http://schemas.openxmlformats.org/drawingml/2006/main">
            <a:off x="10287000" y="4267200"/>
            <a:ext cx="9429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fixed</a:t>
            </a:r>
          </a:p>
        </p:txBody>
      </p:sp>
      <p:pic>
        <p:nvPicPr>
          <p:cNvPr id="96" name="Existing A1 anomaly map"/>
          <p:cNvPicPr>
            <a:picLocks xmlns:a="http://schemas.openxmlformats.org/drawingml/2006/main" noChangeAspect="1"/>
          </p:cNvPicPr>
          <p:nvPr/>
        </p:nvPicPr>
        <p:blipFill>
          <a:blip xmlns:r="http://schemas.openxmlformats.org/officeDocument/2006/relationships" xmlns:a="http://schemas.openxmlformats.org/drawingml/2006/main" r:embed="R720eec5ee6494795"/>
          <ns0:srcRect xmlns:ns0="http://schemas.openxmlformats.org/drawingml/2006/main" l="79543" t="22084" r="490" b="2022"/>
          <a:stretch xmlns:a="http://schemas.openxmlformats.org/drawingml/2006/main"/>
        </p:blipFill>
        <p:spPr>
          <a:xfrm xmlns:a="http://schemas.openxmlformats.org/drawingml/2006/main">
            <a:off x="11763375" y="5534025"/>
            <a:ext cx="1228725" cy="1228725"/>
          </a:xfrm>
          <a:prstGeom xmlns:a="http://schemas.openxmlformats.org/drawingml/2006/main" prst="rect">
            <a:avLst/>
          </a:prstGeom>
        </p:spPr>
      </p:pic>
      <p:sp>
        <p:nvSpPr>
          <p:cNvPr id="46" name="Existing A1 anomaly map-anchor">
            <a:extLst xmlns:a="http://schemas.openxmlformats.org/drawingml/2006/main">
              <a:ext uri="{FF2B5EF4-FFF2-40B4-BE49-F238E27FC236}">
                <a16:creationId xmlns:a16="http://schemas.microsoft.com/office/drawing/2014/main" id="{8CBF9DCF-646F-4CE6-8F80-E3ABAF47254F}"/>
              </a:ext>
            </a:extLst>
          </p:cNvPr>
          <p:cNvSpPr>
            <a:spLocks xmlns:a="http://schemas.openxmlformats.org/drawingml/2006/main" noGrp="1"/>
          </p:cNvSpPr>
          <p:nvPr/>
        </p:nvSpPr>
        <p:spPr>
          <a:xfrm xmlns:a="http://schemas.openxmlformats.org/drawingml/2006/main">
            <a:off x="11763375" y="5534025"/>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47" name="junction-3">
            <a:extLst xmlns:a="http://schemas.openxmlformats.org/drawingml/2006/main">
              <a:ext uri="{FF2B5EF4-FFF2-40B4-BE49-F238E27FC236}">
                <a16:creationId xmlns:a16="http://schemas.microsoft.com/office/drawing/2014/main" id="{EE8EF490-E508-4152-AB5C-C1BF81534B20}"/>
              </a:ext>
            </a:extLst>
          </p:cNvPr>
          <p:cNvSpPr>
            <a:spLocks xmlns:a="http://schemas.openxmlformats.org/drawingml/2006/main" noGrp="1"/>
          </p:cNvSpPr>
          <p:nvPr/>
        </p:nvSpPr>
        <p:spPr>
          <a:xfrm xmlns:a="http://schemas.openxmlformats.org/drawingml/2006/main">
            <a:off x="11725275" y="6134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37" idx="3"/>
            <a:endCxn xmlns:a="http://schemas.openxmlformats.org/drawingml/2006/main" id="47" idx="1"/>
          </p:cNvCxnSpPr>
          <p:nvPr/>
        </p:nvCxnSpPr>
        <p:spPr>
          <a:xfrm xmlns:a="http://schemas.openxmlformats.org/drawingml/2006/main" flipV="1">
            <a:off x="11315700" y="6143625"/>
            <a:ext cx="409575" cy="3714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output-label">
            <a:extLst xmlns:a="http://schemas.openxmlformats.org/drawingml/2006/main">
              <a:ext uri="{FF2B5EF4-FFF2-40B4-BE49-F238E27FC236}">
                <a16:creationId xmlns:a16="http://schemas.microsoft.com/office/drawing/2014/main" id="{E157329A-CBD5-4F4A-8B4A-00A722DDEC44}"/>
              </a:ext>
            </a:extLst>
          </p:cNvPr>
          <p:cNvSpPr>
            <a:spLocks xmlns:a="http://schemas.openxmlformats.org/drawingml/2006/main" noGrp="1"/>
          </p:cNvSpPr>
          <p:nvPr/>
        </p:nvSpPr>
        <p:spPr>
          <a:xfrm xmlns:a="http://schemas.openxmlformats.org/drawingml/2006/main">
            <a:off x="11477625" y="5048250"/>
            <a:ext cx="16954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1">
                <a:solidFill>
                  <a:srgbClr val="202832"/>
                </a:solidFill>
                <a:latin typeface="Arial"/>
                <a:ea typeface="Arial"/>
                <a:cs typeface="Arial"/>
              </a:defRPr>
            </a:pPr>
            <a:r>
              <a:rPr sz="2025" b="1">
                <a:solidFill>
                  <a:srgbClr val="202832"/>
                </a:solidFill>
                <a:latin typeface="Arial"/>
                <a:ea typeface="Arial"/>
                <a:cs typeface="Arial"/>
              </a:rPr>
              <a:t>Anomaly map</a:t>
            </a:r>
          </a:p>
        </p:txBody>
      </p:sp>
      <p:sp>
        <p:nvSpPr>
          <p:cNvPr id="50" name="map-dim">
            <a:extLst xmlns:a="http://schemas.openxmlformats.org/drawingml/2006/main">
              <a:ext uri="{FF2B5EF4-FFF2-40B4-BE49-F238E27FC236}">
                <a16:creationId xmlns:a16="http://schemas.microsoft.com/office/drawing/2014/main" id="{67FCEAEF-D306-40CB-8989-009AC29D0AE6}"/>
              </a:ext>
            </a:extLst>
          </p:cNvPr>
          <p:cNvSpPr>
            <a:spLocks xmlns:a="http://schemas.openxmlformats.org/drawingml/2006/main" noGrp="1"/>
          </p:cNvSpPr>
          <p:nvPr/>
        </p:nvSpPr>
        <p:spPr>
          <a:xfrm xmlns:a="http://schemas.openxmlformats.org/drawingml/2006/main">
            <a:off x="11582400" y="6800850"/>
            <a:ext cx="149542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448 × 448</a:t>
            </a:r>
          </a:p>
        </p:txBody>
      </p:sp>
      <p:sp>
        <p:nvSpPr>
          <p:cNvPr id="51" name="image-score">
            <a:extLst xmlns:a="http://schemas.openxmlformats.org/drawingml/2006/main">
              <a:ext uri="{FF2B5EF4-FFF2-40B4-BE49-F238E27FC236}">
                <a16:creationId xmlns:a16="http://schemas.microsoft.com/office/drawing/2014/main" id="{70A05C8C-482B-445F-8C7C-5BA26A379DD3}"/>
              </a:ext>
            </a:extLst>
          </p:cNvPr>
          <p:cNvSpPr>
            <a:spLocks xmlns:a="http://schemas.openxmlformats.org/drawingml/2006/main" noGrp="1"/>
          </p:cNvSpPr>
          <p:nvPr/>
        </p:nvSpPr>
        <p:spPr>
          <a:xfrm xmlns:a="http://schemas.openxmlformats.org/drawingml/2006/main">
            <a:off x="8848725" y="7181850"/>
            <a:ext cx="43053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Image score = max(map)</a:t>
            </a:r>
          </a:p>
        </p:txBody>
      </p:sp>
    </p:spTree>
    <p:extLst>
      <p:ext uri="{BB962C8B-B14F-4D97-AF65-F5344CB8AC3E}">
        <p14:creationId xmlns:p14="http://schemas.microsoft.com/office/powerpoint/2010/main" val="4256748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title">
            <a:extLst xmlns:a="http://schemas.openxmlformats.org/drawingml/2006/main">
              <a:ext uri="{FF2B5EF4-FFF2-40B4-BE49-F238E27FC236}">
                <a16:creationId xmlns:a16="http://schemas.microsoft.com/office/drawing/2014/main" id="{3361A30B-B74F-49A5-8ECD-01110F9D8D82}"/>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Frozen dual-encoder visual representation</a:t>
            </a:r>
          </a:p>
        </p:txBody>
      </p:sp>
      <p:sp>
        <p:nvSpPr>
          <p:cNvPr id="2" name="visual-shared">
            <a:extLst xmlns:a="http://schemas.openxmlformats.org/drawingml/2006/main">
              <a:ext uri="{FF2B5EF4-FFF2-40B4-BE49-F238E27FC236}">
                <a16:creationId xmlns:a16="http://schemas.microsoft.com/office/drawing/2014/main" id="{C95C3114-3DE1-4CFF-B0BC-E2696CACE19B}"/>
              </a:ext>
            </a:extLst>
          </p:cNvPr>
          <p:cNvSpPr>
            <a:spLocks xmlns:a="http://schemas.openxmlformats.org/drawingml/2006/main" noGrp="1"/>
          </p:cNvSpPr>
          <p:nvPr/>
        </p:nvSpPr>
        <p:spPr>
          <a:xfrm xmlns:a="http://schemas.openxmlformats.org/drawingml/2006/main">
            <a:off x="342900" y="809625"/>
            <a:ext cx="1262062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52606B"/>
                </a:solidFill>
                <a:latin typeface="Arial"/>
                <a:ea typeface="Arial"/>
                <a:cs typeface="Arial"/>
              </a:defRPr>
            </a:pPr>
            <a:r>
              <a:rPr sz="2250" b="0">
                <a:solidFill>
                  <a:srgbClr val="52606B"/>
                </a:solidFill>
                <a:latin typeface="Arial"/>
                <a:ea typeface="Arial"/>
                <a:cs typeface="Arial"/>
              </a:rPr>
              <a:t>The same frozen extractor processes each support or query image</a:t>
            </a:r>
          </a:p>
        </p:txBody>
      </p:sp>
      <p:sp>
        <p:nvSpPr>
          <p:cNvPr id="3" name="input-image">
            <a:extLst xmlns:a="http://schemas.openxmlformats.org/drawingml/2006/main">
              <a:ext uri="{FF2B5EF4-FFF2-40B4-BE49-F238E27FC236}">
                <a16:creationId xmlns:a16="http://schemas.microsoft.com/office/drawing/2014/main" id="{AC4FF3FB-2262-473F-8362-5E8325D5660D}"/>
              </a:ext>
            </a:extLst>
          </p:cNvPr>
          <p:cNvSpPr>
            <a:spLocks xmlns:a="http://schemas.openxmlformats.org/drawingml/2006/main" noGrp="1"/>
          </p:cNvSpPr>
          <p:nvPr/>
        </p:nvSpPr>
        <p:spPr>
          <a:xfrm xmlns:a="http://schemas.openxmlformats.org/drawingml/2006/main">
            <a:off x="342900" y="3095625"/>
            <a:ext cx="1790700" cy="1209675"/>
          </a:xfrm>
          <a:prstGeom xmlns:a="http://schemas.openxmlformats.org/drawingml/2006/main" prst="rect">
            <a:avLst/>
          </a:prstGeom>
          <a:solidFill xmlns:a="http://schemas.openxmlformats.org/drawingml/2006/main">
            <a:srgbClr val="FFFFFF"/>
          </a:solidFill>
          <a:ln xmlns:a="http://schemas.openxmlformats.org/drawingml/2006/main" w="14288">
            <a:solidFill>
              <a:srgbClr val="34404B"/>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Support or</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query image</a:t>
            </a:r>
          </a:p>
        </p:txBody>
      </p:sp>
      <p:sp>
        <p:nvSpPr>
          <p:cNvPr id="4" name="dino-preprocess">
            <a:extLst xmlns:a="http://schemas.openxmlformats.org/drawingml/2006/main">
              <a:ext uri="{FF2B5EF4-FFF2-40B4-BE49-F238E27FC236}">
                <a16:creationId xmlns:a16="http://schemas.microsoft.com/office/drawing/2014/main" id="{841AAFD8-0367-4ABD-A25A-4F1B1AC5433D}"/>
              </a:ext>
            </a:extLst>
          </p:cNvPr>
          <p:cNvSpPr>
            <a:spLocks xmlns:a="http://schemas.openxmlformats.org/drawingml/2006/main" noGrp="1"/>
          </p:cNvSpPr>
          <p:nvPr/>
        </p:nvSpPr>
        <p:spPr>
          <a:xfrm xmlns:a="http://schemas.openxmlformats.org/drawingml/2006/main">
            <a:off x="2714625" y="1809750"/>
            <a:ext cx="2543175"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Short side: 448</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Patch-compatible</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crop</a:t>
            </a:r>
          </a:p>
        </p:txBody>
      </p:sp>
      <p:sp>
        <p:nvSpPr>
          <p:cNvPr id="5" name="dino-encoder">
            <a:extLst xmlns:a="http://schemas.openxmlformats.org/drawingml/2006/main">
              <a:ext uri="{FF2B5EF4-FFF2-40B4-BE49-F238E27FC236}">
                <a16:creationId xmlns:a16="http://schemas.microsoft.com/office/drawing/2014/main" id="{28EB5ECA-7AAA-4D25-9B1B-8CFA0F5779EF}"/>
              </a:ext>
            </a:extLst>
          </p:cNvPr>
          <p:cNvSpPr>
            <a:spLocks xmlns:a="http://schemas.openxmlformats.org/drawingml/2006/main" noGrp="1"/>
          </p:cNvSpPr>
          <p:nvPr/>
        </p:nvSpPr>
        <p:spPr>
          <a:xfrm xmlns:a="http://schemas.openxmlformats.org/drawingml/2006/main">
            <a:off x="5953125" y="1809750"/>
            <a:ext cx="2762250"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DINOv2</a:t>
            </a:r>
          </a:p>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ViT-B/14</a:t>
            </a:r>
          </a:p>
        </p:txBody>
      </p:sp>
      <p:sp>
        <p:nvSpPr>
          <p:cNvPr id="6" name="clip-preprocess">
            <a:extLst xmlns:a="http://schemas.openxmlformats.org/drawingml/2006/main">
              <a:ext uri="{FF2B5EF4-FFF2-40B4-BE49-F238E27FC236}">
                <a16:creationId xmlns:a16="http://schemas.microsoft.com/office/drawing/2014/main" id="{397F542B-E8D1-47B1-A71A-517E68F230C9}"/>
              </a:ext>
            </a:extLst>
          </p:cNvPr>
          <p:cNvSpPr>
            <a:spLocks xmlns:a="http://schemas.openxmlformats.org/drawingml/2006/main" noGrp="1"/>
          </p:cNvSpPr>
          <p:nvPr/>
        </p:nvSpPr>
        <p:spPr>
          <a:xfrm xmlns:a="http://schemas.openxmlformats.org/drawingml/2006/main">
            <a:off x="2714625" y="4524375"/>
            <a:ext cx="2543175"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Resize to</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518 × 518</a:t>
            </a:r>
          </a:p>
        </p:txBody>
      </p:sp>
      <p:sp>
        <p:nvSpPr>
          <p:cNvPr id="7" name="clip-encoder">
            <a:extLst xmlns:a="http://schemas.openxmlformats.org/drawingml/2006/main">
              <a:ext uri="{FF2B5EF4-FFF2-40B4-BE49-F238E27FC236}">
                <a16:creationId xmlns:a16="http://schemas.microsoft.com/office/drawing/2014/main" id="{EBDE2688-D156-4681-B0C0-2064B78EDDC5}"/>
              </a:ext>
            </a:extLst>
          </p:cNvPr>
          <p:cNvSpPr>
            <a:spLocks xmlns:a="http://schemas.openxmlformats.org/drawingml/2006/main" noGrp="1"/>
          </p:cNvSpPr>
          <p:nvPr/>
        </p:nvSpPr>
        <p:spPr>
          <a:xfrm xmlns:a="http://schemas.openxmlformats.org/drawingml/2006/main">
            <a:off x="5953125" y="4524375"/>
            <a:ext cx="2762250"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CLIP ViT-L/14</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Visual encoder + DPAM</a:t>
            </a:r>
          </a:p>
        </p:txBody>
      </p:sp>
      <p:cxnSp>
        <p:nvCxnSpPr>
          <p:cNvPr id="76" name=""/>
          <p:cNvCxnSpPr>
            <a:stCxn xmlns:a="http://schemas.openxmlformats.org/drawingml/2006/main" id="3" idx="3"/>
            <a:endCxn xmlns:a="http://schemas.openxmlformats.org/drawingml/2006/main" id="4" idx="1"/>
          </p:cNvCxnSpPr>
          <p:nvPr/>
        </p:nvCxnSpPr>
        <p:spPr>
          <a:xfrm xmlns:a="http://schemas.openxmlformats.org/drawingml/2006/main" flipV="1">
            <a:off x="2133600" y="2452688"/>
            <a:ext cx="581025" cy="12477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7" name=""/>
          <p:cNvCxnSpPr>
            <a:stCxn xmlns:a="http://schemas.openxmlformats.org/drawingml/2006/main" id="3" idx="3"/>
            <a:endCxn xmlns:a="http://schemas.openxmlformats.org/drawingml/2006/main" id="6" idx="1"/>
          </p:cNvCxnSpPr>
          <p:nvPr/>
        </p:nvCxnSpPr>
        <p:spPr>
          <a:xfrm xmlns:a="http://schemas.openxmlformats.org/drawingml/2006/main">
            <a:off x="2133600" y="3700463"/>
            <a:ext cx="581025" cy="1466850"/>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8" name=""/>
          <p:cNvCxnSpPr>
            <a:stCxn xmlns:a="http://schemas.openxmlformats.org/drawingml/2006/main" id="4" idx="3"/>
            <a:endCxn xmlns:a="http://schemas.openxmlformats.org/drawingml/2006/main" id="5" idx="1"/>
          </p:cNvCxnSpPr>
          <p:nvPr/>
        </p:nvCxnSpPr>
        <p:spPr>
          <a:xfrm xmlns:a="http://schemas.openxmlformats.org/drawingml/2006/main">
            <a:off x="5257800" y="2452688"/>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9" name=""/>
          <p:cNvCxnSpPr>
            <a:stCxn xmlns:a="http://schemas.openxmlformats.org/drawingml/2006/main" id="6" idx="3"/>
            <a:endCxn xmlns:a="http://schemas.openxmlformats.org/drawingml/2006/main" id="7" idx="1"/>
          </p:cNvCxnSpPr>
          <p:nvPr/>
        </p:nvCxnSpPr>
        <p:spPr>
          <a:xfrm xmlns:a="http://schemas.openxmlformats.org/drawingml/2006/main">
            <a:off x="5257800" y="5167313"/>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2" name="dino-grid-anchor">
            <a:extLst xmlns:a="http://schemas.openxmlformats.org/drawingml/2006/main">
              <a:ext uri="{FF2B5EF4-FFF2-40B4-BE49-F238E27FC236}">
                <a16:creationId xmlns:a16="http://schemas.microsoft.com/office/drawing/2014/main" id="{101A5C73-C190-4FFC-B201-03BA8E88DAF9}"/>
              </a:ext>
            </a:extLst>
          </p:cNvPr>
          <p:cNvSpPr>
            <a:spLocks xmlns:a="http://schemas.openxmlformats.org/drawingml/2006/main" noGrp="1"/>
          </p:cNvSpPr>
          <p:nvPr/>
        </p:nvSpPr>
        <p:spPr>
          <a:xfrm xmlns:a="http://schemas.openxmlformats.org/drawingml/2006/main">
            <a:off x="9696450" y="1809750"/>
            <a:ext cx="1476375" cy="1181100"/>
          </a:xfrm>
          <a:prstGeom xmlns:a="http://schemas.openxmlformats.org/drawingml/2006/main" prst="rect">
            <a:avLst/>
          </a:prstGeom>
          <a:noFill xmlns:a="http://schemas.openxmlformats.org/drawingml/2006/main"/>
          <a:ln xmlns:a="http://schemas.openxmlformats.org/drawingml/2006/main" w="0">
            <a:noFill/>
          </a:ln>
        </p:spPr>
      </p:sp>
      <p:sp>
        <p:nvSpPr>
          <p:cNvPr id="13" name="dino-grid-0-0">
            <a:extLst xmlns:a="http://schemas.openxmlformats.org/drawingml/2006/main">
              <a:ext uri="{FF2B5EF4-FFF2-40B4-BE49-F238E27FC236}">
                <a16:creationId xmlns:a16="http://schemas.microsoft.com/office/drawing/2014/main" id="{E74CB5B0-2420-4C5C-8AE4-ED6D54C1EC11}"/>
              </a:ext>
            </a:extLst>
          </p:cNvPr>
          <p:cNvSpPr>
            <a:spLocks xmlns:a="http://schemas.openxmlformats.org/drawingml/2006/main" noGrp="1"/>
          </p:cNvSpPr>
          <p:nvPr/>
        </p:nvSpPr>
        <p:spPr>
          <a:xfrm xmlns:a="http://schemas.openxmlformats.org/drawingml/2006/main">
            <a:off x="96964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dino-grid-0-1">
            <a:extLst xmlns:a="http://schemas.openxmlformats.org/drawingml/2006/main">
              <a:ext uri="{FF2B5EF4-FFF2-40B4-BE49-F238E27FC236}">
                <a16:creationId xmlns:a16="http://schemas.microsoft.com/office/drawing/2014/main" id="{CDDE33B1-A828-47EF-929E-E944624A0A0D}"/>
              </a:ext>
            </a:extLst>
          </p:cNvPr>
          <p:cNvSpPr>
            <a:spLocks xmlns:a="http://schemas.openxmlformats.org/drawingml/2006/main" noGrp="1"/>
          </p:cNvSpPr>
          <p:nvPr/>
        </p:nvSpPr>
        <p:spPr>
          <a:xfrm xmlns:a="http://schemas.openxmlformats.org/drawingml/2006/main">
            <a:off x="999172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dino-grid-0-2">
            <a:extLst xmlns:a="http://schemas.openxmlformats.org/drawingml/2006/main">
              <a:ext uri="{FF2B5EF4-FFF2-40B4-BE49-F238E27FC236}">
                <a16:creationId xmlns:a16="http://schemas.microsoft.com/office/drawing/2014/main" id="{35ACE4A3-CCBE-4D5C-9004-25A11AD9799E}"/>
              </a:ext>
            </a:extLst>
          </p:cNvPr>
          <p:cNvSpPr>
            <a:spLocks xmlns:a="http://schemas.openxmlformats.org/drawingml/2006/main" noGrp="1"/>
          </p:cNvSpPr>
          <p:nvPr/>
        </p:nvSpPr>
        <p:spPr>
          <a:xfrm xmlns:a="http://schemas.openxmlformats.org/drawingml/2006/main">
            <a:off x="1028700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dino-grid-0-3">
            <a:extLst xmlns:a="http://schemas.openxmlformats.org/drawingml/2006/main">
              <a:ext uri="{FF2B5EF4-FFF2-40B4-BE49-F238E27FC236}">
                <a16:creationId xmlns:a16="http://schemas.microsoft.com/office/drawing/2014/main" id="{2429A55D-63C2-4B85-B290-E9ABA0CF757F}"/>
              </a:ext>
            </a:extLst>
          </p:cNvPr>
          <p:cNvSpPr>
            <a:spLocks xmlns:a="http://schemas.openxmlformats.org/drawingml/2006/main" noGrp="1"/>
          </p:cNvSpPr>
          <p:nvPr/>
        </p:nvSpPr>
        <p:spPr>
          <a:xfrm xmlns:a="http://schemas.openxmlformats.org/drawingml/2006/main">
            <a:off x="1058227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dino-grid-0-4">
            <a:extLst xmlns:a="http://schemas.openxmlformats.org/drawingml/2006/main">
              <a:ext uri="{FF2B5EF4-FFF2-40B4-BE49-F238E27FC236}">
                <a16:creationId xmlns:a16="http://schemas.microsoft.com/office/drawing/2014/main" id="{0F219A5E-A99A-4175-BFB1-0B732ACAE22A}"/>
              </a:ext>
            </a:extLst>
          </p:cNvPr>
          <p:cNvSpPr>
            <a:spLocks xmlns:a="http://schemas.openxmlformats.org/drawingml/2006/main" noGrp="1"/>
          </p:cNvSpPr>
          <p:nvPr/>
        </p:nvSpPr>
        <p:spPr>
          <a:xfrm xmlns:a="http://schemas.openxmlformats.org/drawingml/2006/main">
            <a:off x="108775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dino-grid-1-0">
            <a:extLst xmlns:a="http://schemas.openxmlformats.org/drawingml/2006/main">
              <a:ext uri="{FF2B5EF4-FFF2-40B4-BE49-F238E27FC236}">
                <a16:creationId xmlns:a16="http://schemas.microsoft.com/office/drawing/2014/main" id="{DC6D115B-7F50-4531-85BE-90F21BDBDEFB}"/>
              </a:ext>
            </a:extLst>
          </p:cNvPr>
          <p:cNvSpPr>
            <a:spLocks xmlns:a="http://schemas.openxmlformats.org/drawingml/2006/main" noGrp="1"/>
          </p:cNvSpPr>
          <p:nvPr/>
        </p:nvSpPr>
        <p:spPr>
          <a:xfrm xmlns:a="http://schemas.openxmlformats.org/drawingml/2006/main">
            <a:off x="96964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dino-grid-1-1">
            <a:extLst xmlns:a="http://schemas.openxmlformats.org/drawingml/2006/main">
              <a:ext uri="{FF2B5EF4-FFF2-40B4-BE49-F238E27FC236}">
                <a16:creationId xmlns:a16="http://schemas.microsoft.com/office/drawing/2014/main" id="{C273E43B-EB2A-4417-B73E-9017BE14FB65}"/>
              </a:ext>
            </a:extLst>
          </p:cNvPr>
          <p:cNvSpPr>
            <a:spLocks xmlns:a="http://schemas.openxmlformats.org/drawingml/2006/main" noGrp="1"/>
          </p:cNvSpPr>
          <p:nvPr/>
        </p:nvSpPr>
        <p:spPr>
          <a:xfrm xmlns:a="http://schemas.openxmlformats.org/drawingml/2006/main">
            <a:off x="999172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dino-grid-1-2">
            <a:extLst xmlns:a="http://schemas.openxmlformats.org/drawingml/2006/main">
              <a:ext uri="{FF2B5EF4-FFF2-40B4-BE49-F238E27FC236}">
                <a16:creationId xmlns:a16="http://schemas.microsoft.com/office/drawing/2014/main" id="{78372E85-9E0C-4CBA-9D76-21F9511F9E4E}"/>
              </a:ext>
            </a:extLst>
          </p:cNvPr>
          <p:cNvSpPr>
            <a:spLocks xmlns:a="http://schemas.openxmlformats.org/drawingml/2006/main" noGrp="1"/>
          </p:cNvSpPr>
          <p:nvPr/>
        </p:nvSpPr>
        <p:spPr>
          <a:xfrm xmlns:a="http://schemas.openxmlformats.org/drawingml/2006/main">
            <a:off x="1028700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dino-grid-1-3">
            <a:extLst xmlns:a="http://schemas.openxmlformats.org/drawingml/2006/main">
              <a:ext uri="{FF2B5EF4-FFF2-40B4-BE49-F238E27FC236}">
                <a16:creationId xmlns:a16="http://schemas.microsoft.com/office/drawing/2014/main" id="{90F84AF6-0EC4-42B6-A579-8D6CA18398E1}"/>
              </a:ext>
            </a:extLst>
          </p:cNvPr>
          <p:cNvSpPr>
            <a:spLocks xmlns:a="http://schemas.openxmlformats.org/drawingml/2006/main" noGrp="1"/>
          </p:cNvSpPr>
          <p:nvPr/>
        </p:nvSpPr>
        <p:spPr>
          <a:xfrm xmlns:a="http://schemas.openxmlformats.org/drawingml/2006/main">
            <a:off x="1058227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dino-grid-1-4">
            <a:extLst xmlns:a="http://schemas.openxmlformats.org/drawingml/2006/main">
              <a:ext uri="{FF2B5EF4-FFF2-40B4-BE49-F238E27FC236}">
                <a16:creationId xmlns:a16="http://schemas.microsoft.com/office/drawing/2014/main" id="{F0D8CFED-59A0-48D2-A9E3-A0D236132779}"/>
              </a:ext>
            </a:extLst>
          </p:cNvPr>
          <p:cNvSpPr>
            <a:spLocks xmlns:a="http://schemas.openxmlformats.org/drawingml/2006/main" noGrp="1"/>
          </p:cNvSpPr>
          <p:nvPr/>
        </p:nvSpPr>
        <p:spPr>
          <a:xfrm xmlns:a="http://schemas.openxmlformats.org/drawingml/2006/main">
            <a:off x="108775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dino-grid-2-0">
            <a:extLst xmlns:a="http://schemas.openxmlformats.org/drawingml/2006/main">
              <a:ext uri="{FF2B5EF4-FFF2-40B4-BE49-F238E27FC236}">
                <a16:creationId xmlns:a16="http://schemas.microsoft.com/office/drawing/2014/main" id="{616FE459-389D-48ED-BC1C-9886108E7B7F}"/>
              </a:ext>
            </a:extLst>
          </p:cNvPr>
          <p:cNvSpPr>
            <a:spLocks xmlns:a="http://schemas.openxmlformats.org/drawingml/2006/main" noGrp="1"/>
          </p:cNvSpPr>
          <p:nvPr/>
        </p:nvSpPr>
        <p:spPr>
          <a:xfrm xmlns:a="http://schemas.openxmlformats.org/drawingml/2006/main">
            <a:off x="96964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dino-grid-2-1">
            <a:extLst xmlns:a="http://schemas.openxmlformats.org/drawingml/2006/main">
              <a:ext uri="{FF2B5EF4-FFF2-40B4-BE49-F238E27FC236}">
                <a16:creationId xmlns:a16="http://schemas.microsoft.com/office/drawing/2014/main" id="{DCF86226-3766-40B0-8093-FF762F96C85C}"/>
              </a:ext>
            </a:extLst>
          </p:cNvPr>
          <p:cNvSpPr>
            <a:spLocks xmlns:a="http://schemas.openxmlformats.org/drawingml/2006/main" noGrp="1"/>
          </p:cNvSpPr>
          <p:nvPr/>
        </p:nvSpPr>
        <p:spPr>
          <a:xfrm xmlns:a="http://schemas.openxmlformats.org/drawingml/2006/main">
            <a:off x="999172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dino-grid-2-2">
            <a:extLst xmlns:a="http://schemas.openxmlformats.org/drawingml/2006/main">
              <a:ext uri="{FF2B5EF4-FFF2-40B4-BE49-F238E27FC236}">
                <a16:creationId xmlns:a16="http://schemas.microsoft.com/office/drawing/2014/main" id="{E5F2D2DB-A2DC-4E6C-B774-3020900FE846}"/>
              </a:ext>
            </a:extLst>
          </p:cNvPr>
          <p:cNvSpPr>
            <a:spLocks xmlns:a="http://schemas.openxmlformats.org/drawingml/2006/main" noGrp="1"/>
          </p:cNvSpPr>
          <p:nvPr/>
        </p:nvSpPr>
        <p:spPr>
          <a:xfrm xmlns:a="http://schemas.openxmlformats.org/drawingml/2006/main">
            <a:off x="1028700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6" name="dino-grid-2-3">
            <a:extLst xmlns:a="http://schemas.openxmlformats.org/drawingml/2006/main">
              <a:ext uri="{FF2B5EF4-FFF2-40B4-BE49-F238E27FC236}">
                <a16:creationId xmlns:a16="http://schemas.microsoft.com/office/drawing/2014/main" id="{249A7836-BACF-4362-9036-3939C3A9F275}"/>
              </a:ext>
            </a:extLst>
          </p:cNvPr>
          <p:cNvSpPr>
            <a:spLocks xmlns:a="http://schemas.openxmlformats.org/drawingml/2006/main" noGrp="1"/>
          </p:cNvSpPr>
          <p:nvPr/>
        </p:nvSpPr>
        <p:spPr>
          <a:xfrm xmlns:a="http://schemas.openxmlformats.org/drawingml/2006/main">
            <a:off x="1058227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7" name="dino-grid-2-4">
            <a:extLst xmlns:a="http://schemas.openxmlformats.org/drawingml/2006/main">
              <a:ext uri="{FF2B5EF4-FFF2-40B4-BE49-F238E27FC236}">
                <a16:creationId xmlns:a16="http://schemas.microsoft.com/office/drawing/2014/main" id="{F37673F3-2B6D-4BAF-A83A-D4DD1703365D}"/>
              </a:ext>
            </a:extLst>
          </p:cNvPr>
          <p:cNvSpPr>
            <a:spLocks xmlns:a="http://schemas.openxmlformats.org/drawingml/2006/main" noGrp="1"/>
          </p:cNvSpPr>
          <p:nvPr/>
        </p:nvSpPr>
        <p:spPr>
          <a:xfrm xmlns:a="http://schemas.openxmlformats.org/drawingml/2006/main">
            <a:off x="108775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8" name="dino-grid-3-0">
            <a:extLst xmlns:a="http://schemas.openxmlformats.org/drawingml/2006/main">
              <a:ext uri="{FF2B5EF4-FFF2-40B4-BE49-F238E27FC236}">
                <a16:creationId xmlns:a16="http://schemas.microsoft.com/office/drawing/2014/main" id="{118AB9DF-411B-4D67-BCDB-AA38321F242E}"/>
              </a:ext>
            </a:extLst>
          </p:cNvPr>
          <p:cNvSpPr>
            <a:spLocks xmlns:a="http://schemas.openxmlformats.org/drawingml/2006/main" noGrp="1"/>
          </p:cNvSpPr>
          <p:nvPr/>
        </p:nvSpPr>
        <p:spPr>
          <a:xfrm xmlns:a="http://schemas.openxmlformats.org/drawingml/2006/main">
            <a:off x="96964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9" name="dino-grid-3-1">
            <a:extLst xmlns:a="http://schemas.openxmlformats.org/drawingml/2006/main">
              <a:ext uri="{FF2B5EF4-FFF2-40B4-BE49-F238E27FC236}">
                <a16:creationId xmlns:a16="http://schemas.microsoft.com/office/drawing/2014/main" id="{0EFB6D5D-30EC-4C70-9DD1-082668B267FF}"/>
              </a:ext>
            </a:extLst>
          </p:cNvPr>
          <p:cNvSpPr>
            <a:spLocks xmlns:a="http://schemas.openxmlformats.org/drawingml/2006/main" noGrp="1"/>
          </p:cNvSpPr>
          <p:nvPr/>
        </p:nvSpPr>
        <p:spPr>
          <a:xfrm xmlns:a="http://schemas.openxmlformats.org/drawingml/2006/main">
            <a:off x="999172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0" name="dino-grid-3-2">
            <a:extLst xmlns:a="http://schemas.openxmlformats.org/drawingml/2006/main">
              <a:ext uri="{FF2B5EF4-FFF2-40B4-BE49-F238E27FC236}">
                <a16:creationId xmlns:a16="http://schemas.microsoft.com/office/drawing/2014/main" id="{93902D3E-BFBB-483B-8725-BF0386DBBE89}"/>
              </a:ext>
            </a:extLst>
          </p:cNvPr>
          <p:cNvSpPr>
            <a:spLocks xmlns:a="http://schemas.openxmlformats.org/drawingml/2006/main" noGrp="1"/>
          </p:cNvSpPr>
          <p:nvPr/>
        </p:nvSpPr>
        <p:spPr>
          <a:xfrm xmlns:a="http://schemas.openxmlformats.org/drawingml/2006/main">
            <a:off x="1028700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1" name="dino-grid-3-3">
            <a:extLst xmlns:a="http://schemas.openxmlformats.org/drawingml/2006/main">
              <a:ext uri="{FF2B5EF4-FFF2-40B4-BE49-F238E27FC236}">
                <a16:creationId xmlns:a16="http://schemas.microsoft.com/office/drawing/2014/main" id="{EDA41870-BCA5-4B7B-8DDC-20961298CA95}"/>
              </a:ext>
            </a:extLst>
          </p:cNvPr>
          <p:cNvSpPr>
            <a:spLocks xmlns:a="http://schemas.openxmlformats.org/drawingml/2006/main" noGrp="1"/>
          </p:cNvSpPr>
          <p:nvPr/>
        </p:nvSpPr>
        <p:spPr>
          <a:xfrm xmlns:a="http://schemas.openxmlformats.org/drawingml/2006/main">
            <a:off x="1058227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2" name="dino-grid-3-4">
            <a:extLst xmlns:a="http://schemas.openxmlformats.org/drawingml/2006/main">
              <a:ext uri="{FF2B5EF4-FFF2-40B4-BE49-F238E27FC236}">
                <a16:creationId xmlns:a16="http://schemas.microsoft.com/office/drawing/2014/main" id="{A47F7406-E7A6-4957-9EE5-F986AC6746DB}"/>
              </a:ext>
            </a:extLst>
          </p:cNvPr>
          <p:cNvSpPr>
            <a:spLocks xmlns:a="http://schemas.openxmlformats.org/drawingml/2006/main" noGrp="1"/>
          </p:cNvSpPr>
          <p:nvPr/>
        </p:nvSpPr>
        <p:spPr>
          <a:xfrm xmlns:a="http://schemas.openxmlformats.org/drawingml/2006/main">
            <a:off x="108775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3" name="clip-grid-anchor">
            <a:extLst xmlns:a="http://schemas.openxmlformats.org/drawingml/2006/main">
              <a:ext uri="{FF2B5EF4-FFF2-40B4-BE49-F238E27FC236}">
                <a16:creationId xmlns:a16="http://schemas.microsoft.com/office/drawing/2014/main" id="{8AA955C4-B868-4142-B658-65621EA20830}"/>
              </a:ext>
            </a:extLst>
          </p:cNvPr>
          <p:cNvSpPr>
            <a:spLocks xmlns:a="http://schemas.openxmlformats.org/drawingml/2006/main" noGrp="1"/>
          </p:cNvSpPr>
          <p:nvPr/>
        </p:nvSpPr>
        <p:spPr>
          <a:xfrm xmlns:a="http://schemas.openxmlformats.org/drawingml/2006/main">
            <a:off x="9696450" y="4524375"/>
            <a:ext cx="1190625" cy="1190625"/>
          </a:xfrm>
          <a:prstGeom xmlns:a="http://schemas.openxmlformats.org/drawingml/2006/main" prst="rect">
            <a:avLst/>
          </a:prstGeom>
          <a:noFill xmlns:a="http://schemas.openxmlformats.org/drawingml/2006/main"/>
          <a:ln xmlns:a="http://schemas.openxmlformats.org/drawingml/2006/main" w="0">
            <a:noFill/>
          </a:ln>
        </p:spPr>
      </p:sp>
      <p:sp>
        <p:nvSpPr>
          <p:cNvPr id="34" name="clip-grid-0-0">
            <a:extLst xmlns:a="http://schemas.openxmlformats.org/drawingml/2006/main">
              <a:ext uri="{FF2B5EF4-FFF2-40B4-BE49-F238E27FC236}">
                <a16:creationId xmlns:a16="http://schemas.microsoft.com/office/drawing/2014/main" id="{2B333EE9-E4D5-4A35-8276-4EEABC656ADE}"/>
              </a:ext>
            </a:extLst>
          </p:cNvPr>
          <p:cNvSpPr>
            <a:spLocks xmlns:a="http://schemas.openxmlformats.org/drawingml/2006/main" noGrp="1"/>
          </p:cNvSpPr>
          <p:nvPr/>
        </p:nvSpPr>
        <p:spPr>
          <a:xfrm xmlns:a="http://schemas.openxmlformats.org/drawingml/2006/main">
            <a:off x="96964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clip-grid-0-1">
            <a:extLst xmlns:a="http://schemas.openxmlformats.org/drawingml/2006/main">
              <a:ext uri="{FF2B5EF4-FFF2-40B4-BE49-F238E27FC236}">
                <a16:creationId xmlns:a16="http://schemas.microsoft.com/office/drawing/2014/main" id="{63D77C64-859D-49C0-9677-4A080152A702}"/>
              </a:ext>
            </a:extLst>
          </p:cNvPr>
          <p:cNvSpPr>
            <a:spLocks xmlns:a="http://schemas.openxmlformats.org/drawingml/2006/main" noGrp="1"/>
          </p:cNvSpPr>
          <p:nvPr/>
        </p:nvSpPr>
        <p:spPr>
          <a:xfrm xmlns:a="http://schemas.openxmlformats.org/drawingml/2006/main">
            <a:off x="993457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clip-grid-0-2">
            <a:extLst xmlns:a="http://schemas.openxmlformats.org/drawingml/2006/main">
              <a:ext uri="{FF2B5EF4-FFF2-40B4-BE49-F238E27FC236}">
                <a16:creationId xmlns:a16="http://schemas.microsoft.com/office/drawing/2014/main" id="{DA333482-A569-4AF8-9758-850160562D66}"/>
              </a:ext>
            </a:extLst>
          </p:cNvPr>
          <p:cNvSpPr>
            <a:spLocks xmlns:a="http://schemas.openxmlformats.org/drawingml/2006/main" noGrp="1"/>
          </p:cNvSpPr>
          <p:nvPr/>
        </p:nvSpPr>
        <p:spPr>
          <a:xfrm xmlns:a="http://schemas.openxmlformats.org/drawingml/2006/main">
            <a:off x="1017270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7" name="clip-grid-0-3">
            <a:extLst xmlns:a="http://schemas.openxmlformats.org/drawingml/2006/main">
              <a:ext uri="{FF2B5EF4-FFF2-40B4-BE49-F238E27FC236}">
                <a16:creationId xmlns:a16="http://schemas.microsoft.com/office/drawing/2014/main" id="{5DC82843-F778-4179-B196-C97CD1BCF9C1}"/>
              </a:ext>
            </a:extLst>
          </p:cNvPr>
          <p:cNvSpPr>
            <a:spLocks xmlns:a="http://schemas.openxmlformats.org/drawingml/2006/main" noGrp="1"/>
          </p:cNvSpPr>
          <p:nvPr/>
        </p:nvSpPr>
        <p:spPr>
          <a:xfrm xmlns:a="http://schemas.openxmlformats.org/drawingml/2006/main">
            <a:off x="1041082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clip-grid-0-4">
            <a:extLst xmlns:a="http://schemas.openxmlformats.org/drawingml/2006/main">
              <a:ext uri="{FF2B5EF4-FFF2-40B4-BE49-F238E27FC236}">
                <a16:creationId xmlns:a16="http://schemas.microsoft.com/office/drawing/2014/main" id="{10661833-765C-4F13-98F3-D6090738D645}"/>
              </a:ext>
            </a:extLst>
          </p:cNvPr>
          <p:cNvSpPr>
            <a:spLocks xmlns:a="http://schemas.openxmlformats.org/drawingml/2006/main" noGrp="1"/>
          </p:cNvSpPr>
          <p:nvPr/>
        </p:nvSpPr>
        <p:spPr>
          <a:xfrm xmlns:a="http://schemas.openxmlformats.org/drawingml/2006/main">
            <a:off x="106489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clip-grid-1-0">
            <a:extLst xmlns:a="http://schemas.openxmlformats.org/drawingml/2006/main">
              <a:ext uri="{FF2B5EF4-FFF2-40B4-BE49-F238E27FC236}">
                <a16:creationId xmlns:a16="http://schemas.microsoft.com/office/drawing/2014/main" id="{5D922AB8-CA9B-4874-8627-1178398B1372}"/>
              </a:ext>
            </a:extLst>
          </p:cNvPr>
          <p:cNvSpPr>
            <a:spLocks xmlns:a="http://schemas.openxmlformats.org/drawingml/2006/main" noGrp="1"/>
          </p:cNvSpPr>
          <p:nvPr/>
        </p:nvSpPr>
        <p:spPr>
          <a:xfrm xmlns:a="http://schemas.openxmlformats.org/drawingml/2006/main">
            <a:off x="96964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clip-grid-1-1">
            <a:extLst xmlns:a="http://schemas.openxmlformats.org/drawingml/2006/main">
              <a:ext uri="{FF2B5EF4-FFF2-40B4-BE49-F238E27FC236}">
                <a16:creationId xmlns:a16="http://schemas.microsoft.com/office/drawing/2014/main" id="{1916EAF2-C76F-4670-9070-DC049A9BAF3D}"/>
              </a:ext>
            </a:extLst>
          </p:cNvPr>
          <p:cNvSpPr>
            <a:spLocks xmlns:a="http://schemas.openxmlformats.org/drawingml/2006/main" noGrp="1"/>
          </p:cNvSpPr>
          <p:nvPr/>
        </p:nvSpPr>
        <p:spPr>
          <a:xfrm xmlns:a="http://schemas.openxmlformats.org/drawingml/2006/main">
            <a:off x="993457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clip-grid-1-2">
            <a:extLst xmlns:a="http://schemas.openxmlformats.org/drawingml/2006/main">
              <a:ext uri="{FF2B5EF4-FFF2-40B4-BE49-F238E27FC236}">
                <a16:creationId xmlns:a16="http://schemas.microsoft.com/office/drawing/2014/main" id="{29560C74-FBE6-4DC7-B876-E99E302A26FB}"/>
              </a:ext>
            </a:extLst>
          </p:cNvPr>
          <p:cNvSpPr>
            <a:spLocks xmlns:a="http://schemas.openxmlformats.org/drawingml/2006/main" noGrp="1"/>
          </p:cNvSpPr>
          <p:nvPr/>
        </p:nvSpPr>
        <p:spPr>
          <a:xfrm xmlns:a="http://schemas.openxmlformats.org/drawingml/2006/main">
            <a:off x="1017270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clip-grid-1-3">
            <a:extLst xmlns:a="http://schemas.openxmlformats.org/drawingml/2006/main">
              <a:ext uri="{FF2B5EF4-FFF2-40B4-BE49-F238E27FC236}">
                <a16:creationId xmlns:a16="http://schemas.microsoft.com/office/drawing/2014/main" id="{67ADF607-31B1-4B08-B151-05F8B9BE88C6}"/>
              </a:ext>
            </a:extLst>
          </p:cNvPr>
          <p:cNvSpPr>
            <a:spLocks xmlns:a="http://schemas.openxmlformats.org/drawingml/2006/main" noGrp="1"/>
          </p:cNvSpPr>
          <p:nvPr/>
        </p:nvSpPr>
        <p:spPr>
          <a:xfrm xmlns:a="http://schemas.openxmlformats.org/drawingml/2006/main">
            <a:off x="1041082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clip-grid-1-4">
            <a:extLst xmlns:a="http://schemas.openxmlformats.org/drawingml/2006/main">
              <a:ext uri="{FF2B5EF4-FFF2-40B4-BE49-F238E27FC236}">
                <a16:creationId xmlns:a16="http://schemas.microsoft.com/office/drawing/2014/main" id="{719806D1-0C65-468A-81BF-598729E6EE27}"/>
              </a:ext>
            </a:extLst>
          </p:cNvPr>
          <p:cNvSpPr>
            <a:spLocks xmlns:a="http://schemas.openxmlformats.org/drawingml/2006/main" noGrp="1"/>
          </p:cNvSpPr>
          <p:nvPr/>
        </p:nvSpPr>
        <p:spPr>
          <a:xfrm xmlns:a="http://schemas.openxmlformats.org/drawingml/2006/main">
            <a:off x="106489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clip-grid-2-0">
            <a:extLst xmlns:a="http://schemas.openxmlformats.org/drawingml/2006/main">
              <a:ext uri="{FF2B5EF4-FFF2-40B4-BE49-F238E27FC236}">
                <a16:creationId xmlns:a16="http://schemas.microsoft.com/office/drawing/2014/main" id="{C9183015-98CB-442C-93B2-83AAF2C56BB9}"/>
              </a:ext>
            </a:extLst>
          </p:cNvPr>
          <p:cNvSpPr>
            <a:spLocks xmlns:a="http://schemas.openxmlformats.org/drawingml/2006/main" noGrp="1"/>
          </p:cNvSpPr>
          <p:nvPr/>
        </p:nvSpPr>
        <p:spPr>
          <a:xfrm xmlns:a="http://schemas.openxmlformats.org/drawingml/2006/main">
            <a:off x="96964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clip-grid-2-1">
            <a:extLst xmlns:a="http://schemas.openxmlformats.org/drawingml/2006/main">
              <a:ext uri="{FF2B5EF4-FFF2-40B4-BE49-F238E27FC236}">
                <a16:creationId xmlns:a16="http://schemas.microsoft.com/office/drawing/2014/main" id="{1922FBF7-920A-4914-812B-1C592ECFEA38}"/>
              </a:ext>
            </a:extLst>
          </p:cNvPr>
          <p:cNvSpPr>
            <a:spLocks xmlns:a="http://schemas.openxmlformats.org/drawingml/2006/main" noGrp="1"/>
          </p:cNvSpPr>
          <p:nvPr/>
        </p:nvSpPr>
        <p:spPr>
          <a:xfrm xmlns:a="http://schemas.openxmlformats.org/drawingml/2006/main">
            <a:off x="993457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clip-grid-2-2">
            <a:extLst xmlns:a="http://schemas.openxmlformats.org/drawingml/2006/main">
              <a:ext uri="{FF2B5EF4-FFF2-40B4-BE49-F238E27FC236}">
                <a16:creationId xmlns:a16="http://schemas.microsoft.com/office/drawing/2014/main" id="{6511CD67-7C19-4F95-9A63-52A2784D620D}"/>
              </a:ext>
            </a:extLst>
          </p:cNvPr>
          <p:cNvSpPr>
            <a:spLocks xmlns:a="http://schemas.openxmlformats.org/drawingml/2006/main" noGrp="1"/>
          </p:cNvSpPr>
          <p:nvPr/>
        </p:nvSpPr>
        <p:spPr>
          <a:xfrm xmlns:a="http://schemas.openxmlformats.org/drawingml/2006/main">
            <a:off x="1017270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clip-grid-2-3">
            <a:extLst xmlns:a="http://schemas.openxmlformats.org/drawingml/2006/main">
              <a:ext uri="{FF2B5EF4-FFF2-40B4-BE49-F238E27FC236}">
                <a16:creationId xmlns:a16="http://schemas.microsoft.com/office/drawing/2014/main" id="{FC6C93FD-5EF7-4039-8A5D-CA05058247A4}"/>
              </a:ext>
            </a:extLst>
          </p:cNvPr>
          <p:cNvSpPr>
            <a:spLocks xmlns:a="http://schemas.openxmlformats.org/drawingml/2006/main" noGrp="1"/>
          </p:cNvSpPr>
          <p:nvPr/>
        </p:nvSpPr>
        <p:spPr>
          <a:xfrm xmlns:a="http://schemas.openxmlformats.org/drawingml/2006/main">
            <a:off x="1041082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clip-grid-2-4">
            <a:extLst xmlns:a="http://schemas.openxmlformats.org/drawingml/2006/main">
              <a:ext uri="{FF2B5EF4-FFF2-40B4-BE49-F238E27FC236}">
                <a16:creationId xmlns:a16="http://schemas.microsoft.com/office/drawing/2014/main" id="{2F78405E-57DA-44F6-B697-C0519146A3F0}"/>
              </a:ext>
            </a:extLst>
          </p:cNvPr>
          <p:cNvSpPr>
            <a:spLocks xmlns:a="http://schemas.openxmlformats.org/drawingml/2006/main" noGrp="1"/>
          </p:cNvSpPr>
          <p:nvPr/>
        </p:nvSpPr>
        <p:spPr>
          <a:xfrm xmlns:a="http://schemas.openxmlformats.org/drawingml/2006/main">
            <a:off x="106489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clip-grid-3-0">
            <a:extLst xmlns:a="http://schemas.openxmlformats.org/drawingml/2006/main">
              <a:ext uri="{FF2B5EF4-FFF2-40B4-BE49-F238E27FC236}">
                <a16:creationId xmlns:a16="http://schemas.microsoft.com/office/drawing/2014/main" id="{34A093F0-4A90-4D67-9151-05F0C10FC3EB}"/>
              </a:ext>
            </a:extLst>
          </p:cNvPr>
          <p:cNvSpPr>
            <a:spLocks xmlns:a="http://schemas.openxmlformats.org/drawingml/2006/main" noGrp="1"/>
          </p:cNvSpPr>
          <p:nvPr/>
        </p:nvSpPr>
        <p:spPr>
          <a:xfrm xmlns:a="http://schemas.openxmlformats.org/drawingml/2006/main">
            <a:off x="96964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clip-grid-3-1">
            <a:extLst xmlns:a="http://schemas.openxmlformats.org/drawingml/2006/main">
              <a:ext uri="{FF2B5EF4-FFF2-40B4-BE49-F238E27FC236}">
                <a16:creationId xmlns:a16="http://schemas.microsoft.com/office/drawing/2014/main" id="{F48DB780-CE84-4271-A4C5-2E072302B33D}"/>
              </a:ext>
            </a:extLst>
          </p:cNvPr>
          <p:cNvSpPr>
            <a:spLocks xmlns:a="http://schemas.openxmlformats.org/drawingml/2006/main" noGrp="1"/>
          </p:cNvSpPr>
          <p:nvPr/>
        </p:nvSpPr>
        <p:spPr>
          <a:xfrm xmlns:a="http://schemas.openxmlformats.org/drawingml/2006/main">
            <a:off x="993457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clip-grid-3-2">
            <a:extLst xmlns:a="http://schemas.openxmlformats.org/drawingml/2006/main">
              <a:ext uri="{FF2B5EF4-FFF2-40B4-BE49-F238E27FC236}">
                <a16:creationId xmlns:a16="http://schemas.microsoft.com/office/drawing/2014/main" id="{0C2D899B-63C4-40BB-8618-2BE9B9DF1CB2}"/>
              </a:ext>
            </a:extLst>
          </p:cNvPr>
          <p:cNvSpPr>
            <a:spLocks xmlns:a="http://schemas.openxmlformats.org/drawingml/2006/main" noGrp="1"/>
          </p:cNvSpPr>
          <p:nvPr/>
        </p:nvSpPr>
        <p:spPr>
          <a:xfrm xmlns:a="http://schemas.openxmlformats.org/drawingml/2006/main">
            <a:off x="1017270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clip-grid-3-3">
            <a:extLst xmlns:a="http://schemas.openxmlformats.org/drawingml/2006/main">
              <a:ext uri="{FF2B5EF4-FFF2-40B4-BE49-F238E27FC236}">
                <a16:creationId xmlns:a16="http://schemas.microsoft.com/office/drawing/2014/main" id="{4F74B8E7-6A8C-4CE1-A10C-046C9D2B1F39}"/>
              </a:ext>
            </a:extLst>
          </p:cNvPr>
          <p:cNvSpPr>
            <a:spLocks xmlns:a="http://schemas.openxmlformats.org/drawingml/2006/main" noGrp="1"/>
          </p:cNvSpPr>
          <p:nvPr/>
        </p:nvSpPr>
        <p:spPr>
          <a:xfrm xmlns:a="http://schemas.openxmlformats.org/drawingml/2006/main">
            <a:off x="1041082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clip-grid-3-4">
            <a:extLst xmlns:a="http://schemas.openxmlformats.org/drawingml/2006/main">
              <a:ext uri="{FF2B5EF4-FFF2-40B4-BE49-F238E27FC236}">
                <a16:creationId xmlns:a16="http://schemas.microsoft.com/office/drawing/2014/main" id="{45F8C6A6-F426-42C2-8CE1-7BB5F398A49A}"/>
              </a:ext>
            </a:extLst>
          </p:cNvPr>
          <p:cNvSpPr>
            <a:spLocks xmlns:a="http://schemas.openxmlformats.org/drawingml/2006/main" noGrp="1"/>
          </p:cNvSpPr>
          <p:nvPr/>
        </p:nvSpPr>
        <p:spPr>
          <a:xfrm xmlns:a="http://schemas.openxmlformats.org/drawingml/2006/main">
            <a:off x="106489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clip-grid-4-0">
            <a:extLst xmlns:a="http://schemas.openxmlformats.org/drawingml/2006/main">
              <a:ext uri="{FF2B5EF4-FFF2-40B4-BE49-F238E27FC236}">
                <a16:creationId xmlns:a16="http://schemas.microsoft.com/office/drawing/2014/main" id="{6A84274C-7423-41DD-B670-47DFB4E6015D}"/>
              </a:ext>
            </a:extLst>
          </p:cNvPr>
          <p:cNvSpPr>
            <a:spLocks xmlns:a="http://schemas.openxmlformats.org/drawingml/2006/main" noGrp="1"/>
          </p:cNvSpPr>
          <p:nvPr/>
        </p:nvSpPr>
        <p:spPr>
          <a:xfrm xmlns:a="http://schemas.openxmlformats.org/drawingml/2006/main">
            <a:off x="96964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clip-grid-4-1">
            <a:extLst xmlns:a="http://schemas.openxmlformats.org/drawingml/2006/main">
              <a:ext uri="{FF2B5EF4-FFF2-40B4-BE49-F238E27FC236}">
                <a16:creationId xmlns:a16="http://schemas.microsoft.com/office/drawing/2014/main" id="{5CEB9310-50C3-4338-9519-A2913CBA2BA5}"/>
              </a:ext>
            </a:extLst>
          </p:cNvPr>
          <p:cNvSpPr>
            <a:spLocks xmlns:a="http://schemas.openxmlformats.org/drawingml/2006/main" noGrp="1"/>
          </p:cNvSpPr>
          <p:nvPr/>
        </p:nvSpPr>
        <p:spPr>
          <a:xfrm xmlns:a="http://schemas.openxmlformats.org/drawingml/2006/main">
            <a:off x="993457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clip-grid-4-2">
            <a:extLst xmlns:a="http://schemas.openxmlformats.org/drawingml/2006/main">
              <a:ext uri="{FF2B5EF4-FFF2-40B4-BE49-F238E27FC236}">
                <a16:creationId xmlns:a16="http://schemas.microsoft.com/office/drawing/2014/main" id="{23BF2E7C-D3BF-4F5D-8826-DEE4DF2AE1A4}"/>
              </a:ext>
            </a:extLst>
          </p:cNvPr>
          <p:cNvSpPr>
            <a:spLocks xmlns:a="http://schemas.openxmlformats.org/drawingml/2006/main" noGrp="1"/>
          </p:cNvSpPr>
          <p:nvPr/>
        </p:nvSpPr>
        <p:spPr>
          <a:xfrm xmlns:a="http://schemas.openxmlformats.org/drawingml/2006/main">
            <a:off x="1017270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clip-grid-4-3">
            <a:extLst xmlns:a="http://schemas.openxmlformats.org/drawingml/2006/main">
              <a:ext uri="{FF2B5EF4-FFF2-40B4-BE49-F238E27FC236}">
                <a16:creationId xmlns:a16="http://schemas.microsoft.com/office/drawing/2014/main" id="{FC5EA95F-D0AA-487F-8DEE-29CD1ED18932}"/>
              </a:ext>
            </a:extLst>
          </p:cNvPr>
          <p:cNvSpPr>
            <a:spLocks xmlns:a="http://schemas.openxmlformats.org/drawingml/2006/main" noGrp="1"/>
          </p:cNvSpPr>
          <p:nvPr/>
        </p:nvSpPr>
        <p:spPr>
          <a:xfrm xmlns:a="http://schemas.openxmlformats.org/drawingml/2006/main">
            <a:off x="1041082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clip-grid-4-4">
            <a:extLst xmlns:a="http://schemas.openxmlformats.org/drawingml/2006/main">
              <a:ext uri="{FF2B5EF4-FFF2-40B4-BE49-F238E27FC236}">
                <a16:creationId xmlns:a16="http://schemas.microsoft.com/office/drawing/2014/main" id="{0CA6F34B-195D-448B-9148-1D0D3F457CF6}"/>
              </a:ext>
            </a:extLst>
          </p:cNvPr>
          <p:cNvSpPr>
            <a:spLocks xmlns:a="http://schemas.openxmlformats.org/drawingml/2006/main" noGrp="1"/>
          </p:cNvSpPr>
          <p:nvPr/>
        </p:nvSpPr>
        <p:spPr>
          <a:xfrm xmlns:a="http://schemas.openxmlformats.org/drawingml/2006/main">
            <a:off x="106489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127" name=""/>
          <p:cNvCxnSpPr>
            <a:stCxn xmlns:a="http://schemas.openxmlformats.org/drawingml/2006/main" id="5" idx="3"/>
            <a:endCxn xmlns:a="http://schemas.openxmlformats.org/drawingml/2006/main" id="12" idx="1"/>
          </p:cNvCxnSpPr>
          <p:nvPr/>
        </p:nvCxnSpPr>
        <p:spPr>
          <a:xfrm xmlns:a="http://schemas.openxmlformats.org/drawingml/2006/main" flipV="1">
            <a:off x="8715375" y="2400300"/>
            <a:ext cx="981075"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128" name=""/>
          <p:cNvCxnSpPr>
            <a:stCxn xmlns:a="http://schemas.openxmlformats.org/drawingml/2006/main" id="7" idx="3"/>
            <a:endCxn xmlns:a="http://schemas.openxmlformats.org/drawingml/2006/main" id="33" idx="1"/>
          </p:cNvCxnSpPr>
          <p:nvPr/>
        </p:nvCxnSpPr>
        <p:spPr>
          <a:xfrm xmlns:a="http://schemas.openxmlformats.org/drawingml/2006/main" flipV="1">
            <a:off x="8715375" y="5119688"/>
            <a:ext cx="981075" cy="476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61" name="dino-tensor">
            <a:extLst xmlns:a="http://schemas.openxmlformats.org/drawingml/2006/main">
              <a:ext uri="{FF2B5EF4-FFF2-40B4-BE49-F238E27FC236}">
                <a16:creationId xmlns:a16="http://schemas.microsoft.com/office/drawing/2014/main" id="{6D0F48F2-F3CE-4B51-9883-64D422B2E756}"/>
              </a:ext>
            </a:extLst>
          </p:cNvPr>
          <p:cNvSpPr>
            <a:spLocks xmlns:a="http://schemas.openxmlformats.org/drawingml/2006/main" noGrp="1"/>
          </p:cNvSpPr>
          <p:nvPr/>
        </p:nvSpPr>
        <p:spPr>
          <a:xfrm xmlns:a="http://schemas.openxmlformats.org/drawingml/2006/main">
            <a:off x="9001125" y="3171825"/>
            <a:ext cx="39814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1" i="0" baseline="-25000">
                <a:latin typeface="Cambria"/>
                <a:ea typeface="Cambria"/>
                <a:cs typeface="Cambria"/>
              </a:rPr>
              <a:t>D</a:t>
            </a:r>
            <a:r>
              <a:rPr sz="2250">
                <a:latin typeface="Cambria"/>
                <a:ea typeface="Cambria"/>
                <a:cs typeface="Cambria"/>
              </a:rPr>
              <a:t>: </a:t>
            </a: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r>
              <a:rPr sz="2250">
                <a:latin typeface="Cambria"/>
                <a:ea typeface="Cambria"/>
                <a:cs typeface="Cambria"/>
              </a:rPr>
              <a:t> × 768</a:t>
            </a:r>
          </a:p>
        </p:txBody>
      </p:sp>
      <p:sp>
        <p:nvSpPr>
          <p:cNvPr id="62" name="clip-tensor">
            <a:extLst xmlns:a="http://schemas.openxmlformats.org/drawingml/2006/main">
              <a:ext uri="{FF2B5EF4-FFF2-40B4-BE49-F238E27FC236}">
                <a16:creationId xmlns:a16="http://schemas.microsoft.com/office/drawing/2014/main" id="{9C25C00F-6AF9-4F5A-AE6E-C83D29672B86}"/>
              </a:ext>
            </a:extLst>
          </p:cNvPr>
          <p:cNvSpPr>
            <a:spLocks xmlns:a="http://schemas.openxmlformats.org/drawingml/2006/main" noGrp="1"/>
          </p:cNvSpPr>
          <p:nvPr/>
        </p:nvSpPr>
        <p:spPr>
          <a:xfrm xmlns:a="http://schemas.openxmlformats.org/drawingml/2006/main">
            <a:off x="8982075" y="5915025"/>
            <a:ext cx="40195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1" i="0" baseline="-25000">
                <a:latin typeface="Cambria"/>
                <a:ea typeface="Cambria"/>
                <a:cs typeface="Cambria"/>
              </a:rPr>
              <a:t>C</a:t>
            </a:r>
            <a:r>
              <a:rPr sz="2250">
                <a:latin typeface="Cambria"/>
                <a:ea typeface="Cambria"/>
                <a:cs typeface="Cambria"/>
              </a:rPr>
              <a:t>: </a:t>
            </a:r>
            <a:r>
              <a:rPr sz="2250">
                <a:latin typeface="Cambria"/>
                <a:ea typeface="Cambria"/>
                <a:cs typeface="Cambria"/>
              </a:rPr>
              <a:t>37 × 37 × 768</a:t>
            </a:r>
          </a:p>
        </p:txBody>
      </p:sp>
      <p:sp>
        <p:nvSpPr>
          <p:cNvPr id="63" name="layer-selected">
            <a:extLst xmlns:a="http://schemas.openxmlformats.org/drawingml/2006/main">
              <a:ext uri="{FF2B5EF4-FFF2-40B4-BE49-F238E27FC236}">
                <a16:creationId xmlns:a16="http://schemas.microsoft.com/office/drawing/2014/main" id="{46CD52F5-7931-4176-84FD-137986AA921C}"/>
              </a:ext>
            </a:extLst>
          </p:cNvPr>
          <p:cNvSpPr>
            <a:spLocks xmlns:a="http://schemas.openxmlformats.org/drawingml/2006/main" noGrp="1"/>
          </p:cNvSpPr>
          <p:nvPr/>
        </p:nvSpPr>
        <p:spPr>
          <a:xfrm xmlns:a="http://schemas.openxmlformats.org/drawingml/2006/main">
            <a:off x="9267825" y="4029075"/>
            <a:ext cx="322897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Layer 24 retained</a:t>
            </a:r>
          </a:p>
        </p:txBody>
      </p:sp>
      <p:sp>
        <p:nvSpPr>
          <p:cNvPr id="64" name="dino-grid-desc">
            <a:extLst xmlns:a="http://schemas.openxmlformats.org/drawingml/2006/main">
              <a:ext uri="{FF2B5EF4-FFF2-40B4-BE49-F238E27FC236}">
                <a16:creationId xmlns:a16="http://schemas.microsoft.com/office/drawing/2014/main" id="{E3DA2FA9-D3E9-481A-889A-CF93F1B4B989}"/>
              </a:ext>
            </a:extLst>
          </p:cNvPr>
          <p:cNvSpPr>
            <a:spLocks xmlns:a="http://schemas.openxmlformats.org/drawingml/2006/main" noGrp="1"/>
          </p:cNvSpPr>
          <p:nvPr/>
        </p:nvSpPr>
        <p:spPr>
          <a:xfrm xmlns:a="http://schemas.openxmlformats.org/drawingml/2006/main">
            <a:off x="9067800" y="1295400"/>
            <a:ext cx="346710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DINO reference grid</a:t>
            </a:r>
          </a:p>
        </p:txBody>
      </p:sp>
      <p:sp>
        <p:nvSpPr>
          <p:cNvPr id="65" name="dino-sizing">
            <a:extLst xmlns:a="http://schemas.openxmlformats.org/drawingml/2006/main">
              <a:ext uri="{FF2B5EF4-FFF2-40B4-BE49-F238E27FC236}">
                <a16:creationId xmlns:a16="http://schemas.microsoft.com/office/drawing/2014/main" id="{8055C1C3-F5C3-4466-8A3F-3CB4E3FB2151}"/>
              </a:ext>
            </a:extLst>
          </p:cNvPr>
          <p:cNvSpPr>
            <a:spLocks xmlns:a="http://schemas.openxmlformats.org/drawingml/2006/main" noGrp="1"/>
          </p:cNvSpPr>
          <p:nvPr/>
        </p:nvSpPr>
        <p:spPr>
          <a:xfrm xmlns:a="http://schemas.openxmlformats.org/drawingml/2006/main">
            <a:off x="6029325" y="3343275"/>
            <a:ext cx="29051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875" b="0">
                <a:solidFill>
                  <a:srgbClr val="52606B"/>
                </a:solidFill>
                <a:latin typeface="Arial"/>
                <a:ea typeface="Arial"/>
                <a:cs typeface="Arial"/>
              </a:defRPr>
            </a:pPr>
            <a:r>
              <a:rPr sz="1875" b="0">
                <a:solidFill>
                  <a:srgbClr val="52606B"/>
                </a:solidFill>
                <a:latin typeface="Arial"/>
                <a:ea typeface="Arial"/>
                <a:cs typeface="Arial"/>
              </a:rPr>
              <a:t>Shorter grid dimension: 32</a:t>
            </a:r>
          </a:p>
        </p:txBody>
      </p:sp>
      <p:sp>
        <p:nvSpPr>
          <p:cNvPr id="66" name="dpam-setting">
            <a:extLst xmlns:a="http://schemas.openxmlformats.org/drawingml/2006/main">
              <a:ext uri="{FF2B5EF4-FFF2-40B4-BE49-F238E27FC236}">
                <a16:creationId xmlns:a16="http://schemas.microsoft.com/office/drawing/2014/main" id="{5C743B73-2FCE-4A12-B0D1-748454E91DAF}"/>
              </a:ext>
            </a:extLst>
          </p:cNvPr>
          <p:cNvSpPr>
            <a:spLocks xmlns:a="http://schemas.openxmlformats.org/drawingml/2006/main" noGrp="1"/>
          </p:cNvSpPr>
          <p:nvPr/>
        </p:nvSpPr>
        <p:spPr>
          <a:xfrm xmlns:a="http://schemas.openxmlformats.org/drawingml/2006/main">
            <a:off x="5981700" y="5915025"/>
            <a:ext cx="28670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DPAM_layer = 20</a:t>
            </a:r>
          </a:p>
        </p:txBody>
      </p:sp>
      <p:sp>
        <p:nvSpPr>
          <p:cNvPr id="67" name="rule-4">
            <a:extLst xmlns:a="http://schemas.openxmlformats.org/drawingml/2006/main">
              <a:ext uri="{FF2B5EF4-FFF2-40B4-BE49-F238E27FC236}">
                <a16:creationId xmlns:a16="http://schemas.microsoft.com/office/drawing/2014/main" id="{DD7D61D9-CF9A-4EED-B6FD-51ED6E5D48E8}"/>
              </a:ext>
            </a:extLst>
          </p:cNvPr>
          <p:cNvSpPr>
            <a:spLocks xmlns:a="http://schemas.openxmlformats.org/drawingml/2006/main" noGrp="1"/>
          </p:cNvSpPr>
          <p:nvPr/>
        </p:nvSpPr>
        <p:spPr>
          <a:xfrm xmlns:a="http://schemas.openxmlformats.org/drawingml/2006/main">
            <a:off x="342900" y="676275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68" name="encoder-boundary">
            <a:extLst xmlns:a="http://schemas.openxmlformats.org/drawingml/2006/main">
              <a:ext uri="{FF2B5EF4-FFF2-40B4-BE49-F238E27FC236}">
                <a16:creationId xmlns:a16="http://schemas.microsoft.com/office/drawing/2014/main" id="{D472D463-7C3A-4534-BB17-178A2396EF75}"/>
              </a:ext>
            </a:extLst>
          </p:cNvPr>
          <p:cNvSpPr>
            <a:spLocks xmlns:a="http://schemas.openxmlformats.org/drawingml/2006/main" noGrp="1"/>
          </p:cNvSpPr>
          <p:nvPr/>
        </p:nvSpPr>
        <p:spPr>
          <a:xfrm xmlns:a="http://schemas.openxmlformats.org/drawingml/2006/main">
            <a:off x="342900" y="6991350"/>
            <a:ext cx="1263967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Arial"/>
                <a:ea typeface="Arial"/>
                <a:cs typeface="Arial"/>
              </a:defRPr>
            </a:pPr>
            <a:r>
              <a:rPr sz="2175" b="0">
                <a:solidFill>
                  <a:srgbClr val="202832"/>
                </a:solidFill>
                <a:latin typeface="Arial"/>
                <a:ea typeface="Arial"/>
                <a:cs typeface="Arial"/>
              </a:rPr>
              <a:t>Frozen visual encoders. No text prompts or text encoder at inference.</a:t>
            </a:r>
          </a:p>
        </p:txBody>
      </p:sp>
    </p:spTree>
    <p:extLst>
      <p:ext uri="{BB962C8B-B14F-4D97-AF65-F5344CB8AC3E}">
        <p14:creationId xmlns:p14="http://schemas.microsoft.com/office/powerpoint/2010/main" val="9219687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 name="title">
            <a:extLst xmlns:a="http://schemas.openxmlformats.org/drawingml/2006/main">
              <a:ext uri="{FF2B5EF4-FFF2-40B4-BE49-F238E27FC236}">
                <a16:creationId xmlns:a16="http://schemas.microsoft.com/office/drawing/2014/main" id="{25CA731E-36CF-40F6-B4AB-A409EE1F7884}"/>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Spatial calibration and fixed feature fusion</a:t>
            </a:r>
          </a:p>
        </p:txBody>
      </p:sp>
      <p:sp>
        <p:nvSpPr>
          <p:cNvPr id="2" name="spatial-heading">
            <a:extLst xmlns:a="http://schemas.openxmlformats.org/drawingml/2006/main">
              <a:ext uri="{FF2B5EF4-FFF2-40B4-BE49-F238E27FC236}">
                <a16:creationId xmlns:a16="http://schemas.microsoft.com/office/drawing/2014/main" id="{AB65EB99-24FA-4744-8410-2518EB9EC646}"/>
              </a:ext>
            </a:extLst>
          </p:cNvPr>
          <p:cNvSpPr>
            <a:spLocks xmlns:a="http://schemas.openxmlformats.org/drawingml/2006/main" noGrp="1"/>
          </p:cNvSpPr>
          <p:nvPr/>
        </p:nvSpPr>
        <p:spPr>
          <a:xfrm xmlns:a="http://schemas.openxmlformats.org/drawingml/2006/main">
            <a:off x="342900" y="847725"/>
            <a:ext cx="38576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Spatial calibration</a:t>
            </a:r>
          </a:p>
        </p:txBody>
      </p:sp>
      <p:sp>
        <p:nvSpPr>
          <p:cNvPr id="3" name="dino-grid-heading">
            <a:extLst xmlns:a="http://schemas.openxmlformats.org/drawingml/2006/main">
              <a:ext uri="{FF2B5EF4-FFF2-40B4-BE49-F238E27FC236}">
                <a16:creationId xmlns:a16="http://schemas.microsoft.com/office/drawing/2014/main" id="{70749F5E-C590-4867-A3C0-2375BDDAE2FF}"/>
              </a:ext>
            </a:extLst>
          </p:cNvPr>
          <p:cNvSpPr>
            <a:spLocks xmlns:a="http://schemas.openxmlformats.org/drawingml/2006/main" noGrp="1"/>
          </p:cNvSpPr>
          <p:nvPr/>
        </p:nvSpPr>
        <p:spPr>
          <a:xfrm xmlns:a="http://schemas.openxmlformats.org/drawingml/2006/main">
            <a:off x="342900" y="1495425"/>
            <a:ext cx="2133600"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DINO grid</a:t>
            </a:r>
          </a:p>
        </p:txBody>
      </p:sp>
      <p:sp>
        <p:nvSpPr>
          <p:cNvPr id="4" name="target-grid-anchor">
            <a:extLst xmlns:a="http://schemas.openxmlformats.org/drawingml/2006/main">
              <a:ext uri="{FF2B5EF4-FFF2-40B4-BE49-F238E27FC236}">
                <a16:creationId xmlns:a16="http://schemas.microsoft.com/office/drawing/2014/main" id="{F2298D11-9DCA-44B0-9DFA-5AD69F988B1E}"/>
              </a:ext>
            </a:extLst>
          </p:cNvPr>
          <p:cNvSpPr>
            <a:spLocks xmlns:a="http://schemas.openxmlformats.org/drawingml/2006/main" noGrp="1"/>
          </p:cNvSpPr>
          <p:nvPr/>
        </p:nvSpPr>
        <p:spPr>
          <a:xfrm xmlns:a="http://schemas.openxmlformats.org/drawingml/2006/main">
            <a:off x="685800"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5" name="target-grid-0-0">
            <a:extLst xmlns:a="http://schemas.openxmlformats.org/drawingml/2006/main">
              <a:ext uri="{FF2B5EF4-FFF2-40B4-BE49-F238E27FC236}">
                <a16:creationId xmlns:a16="http://schemas.microsoft.com/office/drawing/2014/main" id="{681B395A-F146-498A-9B9A-1D6DB7CFC5F2}"/>
              </a:ext>
            </a:extLst>
          </p:cNvPr>
          <p:cNvSpPr>
            <a:spLocks xmlns:a="http://schemas.openxmlformats.org/drawingml/2006/main" noGrp="1"/>
          </p:cNvSpPr>
          <p:nvPr/>
        </p:nvSpPr>
        <p:spPr>
          <a:xfrm xmlns:a="http://schemas.openxmlformats.org/drawingml/2006/main">
            <a:off x="6858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6" name="target-grid-0-1">
            <a:extLst xmlns:a="http://schemas.openxmlformats.org/drawingml/2006/main">
              <a:ext uri="{FF2B5EF4-FFF2-40B4-BE49-F238E27FC236}">
                <a16:creationId xmlns:a16="http://schemas.microsoft.com/office/drawing/2014/main" id="{0E3425DA-B921-4E59-92BC-B474C4B228C7}"/>
              </a:ext>
            </a:extLst>
          </p:cNvPr>
          <p:cNvSpPr>
            <a:spLocks xmlns:a="http://schemas.openxmlformats.org/drawingml/2006/main" noGrp="1"/>
          </p:cNvSpPr>
          <p:nvPr/>
        </p:nvSpPr>
        <p:spPr>
          <a:xfrm xmlns:a="http://schemas.openxmlformats.org/drawingml/2006/main">
            <a:off x="9334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7" name="target-grid-0-2">
            <a:extLst xmlns:a="http://schemas.openxmlformats.org/drawingml/2006/main">
              <a:ext uri="{FF2B5EF4-FFF2-40B4-BE49-F238E27FC236}">
                <a16:creationId xmlns:a16="http://schemas.microsoft.com/office/drawing/2014/main" id="{5E1C2EEC-2E44-41D6-955B-EA41B65DBD47}"/>
              </a:ext>
            </a:extLst>
          </p:cNvPr>
          <p:cNvSpPr>
            <a:spLocks xmlns:a="http://schemas.openxmlformats.org/drawingml/2006/main" noGrp="1"/>
          </p:cNvSpPr>
          <p:nvPr/>
        </p:nvSpPr>
        <p:spPr>
          <a:xfrm xmlns:a="http://schemas.openxmlformats.org/drawingml/2006/main">
            <a:off x="11811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8" name="target-grid-0-3">
            <a:extLst xmlns:a="http://schemas.openxmlformats.org/drawingml/2006/main">
              <a:ext uri="{FF2B5EF4-FFF2-40B4-BE49-F238E27FC236}">
                <a16:creationId xmlns:a16="http://schemas.microsoft.com/office/drawing/2014/main" id="{2F69E69E-A38E-4B96-8328-D0FE6B152519}"/>
              </a:ext>
            </a:extLst>
          </p:cNvPr>
          <p:cNvSpPr>
            <a:spLocks xmlns:a="http://schemas.openxmlformats.org/drawingml/2006/main" noGrp="1"/>
          </p:cNvSpPr>
          <p:nvPr/>
        </p:nvSpPr>
        <p:spPr>
          <a:xfrm xmlns:a="http://schemas.openxmlformats.org/drawingml/2006/main">
            <a:off x="14287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9" name="target-grid-0-4">
            <a:extLst xmlns:a="http://schemas.openxmlformats.org/drawingml/2006/main">
              <a:ext uri="{FF2B5EF4-FFF2-40B4-BE49-F238E27FC236}">
                <a16:creationId xmlns:a16="http://schemas.microsoft.com/office/drawing/2014/main" id="{E43536B9-9B7D-428E-9705-476AE4A1857B}"/>
              </a:ext>
            </a:extLst>
          </p:cNvPr>
          <p:cNvSpPr>
            <a:spLocks xmlns:a="http://schemas.openxmlformats.org/drawingml/2006/main" noGrp="1"/>
          </p:cNvSpPr>
          <p:nvPr/>
        </p:nvSpPr>
        <p:spPr>
          <a:xfrm xmlns:a="http://schemas.openxmlformats.org/drawingml/2006/main">
            <a:off x="16764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0" name="target-grid-1-0">
            <a:extLst xmlns:a="http://schemas.openxmlformats.org/drawingml/2006/main">
              <a:ext uri="{FF2B5EF4-FFF2-40B4-BE49-F238E27FC236}">
                <a16:creationId xmlns:a16="http://schemas.microsoft.com/office/drawing/2014/main" id="{F448272A-5659-46D7-B80E-2B1EBAC437F2}"/>
              </a:ext>
            </a:extLst>
          </p:cNvPr>
          <p:cNvSpPr>
            <a:spLocks xmlns:a="http://schemas.openxmlformats.org/drawingml/2006/main" noGrp="1"/>
          </p:cNvSpPr>
          <p:nvPr/>
        </p:nvSpPr>
        <p:spPr>
          <a:xfrm xmlns:a="http://schemas.openxmlformats.org/drawingml/2006/main">
            <a:off x="6858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1" name="target-grid-1-1">
            <a:extLst xmlns:a="http://schemas.openxmlformats.org/drawingml/2006/main">
              <a:ext uri="{FF2B5EF4-FFF2-40B4-BE49-F238E27FC236}">
                <a16:creationId xmlns:a16="http://schemas.microsoft.com/office/drawing/2014/main" id="{6C1D52F3-1C51-44CB-9DFA-AB2A819BDAD6}"/>
              </a:ext>
            </a:extLst>
          </p:cNvPr>
          <p:cNvSpPr>
            <a:spLocks xmlns:a="http://schemas.openxmlformats.org/drawingml/2006/main" noGrp="1"/>
          </p:cNvSpPr>
          <p:nvPr/>
        </p:nvSpPr>
        <p:spPr>
          <a:xfrm xmlns:a="http://schemas.openxmlformats.org/drawingml/2006/main">
            <a:off x="9334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2" name="target-grid-1-2">
            <a:extLst xmlns:a="http://schemas.openxmlformats.org/drawingml/2006/main">
              <a:ext uri="{FF2B5EF4-FFF2-40B4-BE49-F238E27FC236}">
                <a16:creationId xmlns:a16="http://schemas.microsoft.com/office/drawing/2014/main" id="{A36DEC96-4167-40D1-B4C5-10B9D9AFA417}"/>
              </a:ext>
            </a:extLst>
          </p:cNvPr>
          <p:cNvSpPr>
            <a:spLocks xmlns:a="http://schemas.openxmlformats.org/drawingml/2006/main" noGrp="1"/>
          </p:cNvSpPr>
          <p:nvPr/>
        </p:nvSpPr>
        <p:spPr>
          <a:xfrm xmlns:a="http://schemas.openxmlformats.org/drawingml/2006/main">
            <a:off x="1181100" y="2247900"/>
            <a:ext cx="247650" cy="247650"/>
          </a:xfrm>
          <a:prstGeom xmlns:a="http://schemas.openxmlformats.org/drawingml/2006/main" prst="rect">
            <a:avLst/>
          </a:prstGeom>
          <a:solidFill xmlns:a="http://schemas.openxmlformats.org/drawingml/2006/main">
            <a:srgbClr val="537C9E"/>
          </a:solidFill>
          <a:ln xmlns:a="http://schemas.openxmlformats.org/drawingml/2006/main" w="8573">
            <a:solidFill>
              <a:srgbClr val="537C9E"/>
            </a:solidFill>
          </a:ln>
        </p:spPr>
      </p:sp>
      <p:sp>
        <p:nvSpPr>
          <p:cNvPr id="13" name="target-grid-1-3">
            <a:extLst xmlns:a="http://schemas.openxmlformats.org/drawingml/2006/main">
              <a:ext uri="{FF2B5EF4-FFF2-40B4-BE49-F238E27FC236}">
                <a16:creationId xmlns:a16="http://schemas.microsoft.com/office/drawing/2014/main" id="{FE8065C6-29D0-432C-85B6-9F3A4769DDE7}"/>
              </a:ext>
            </a:extLst>
          </p:cNvPr>
          <p:cNvSpPr>
            <a:spLocks xmlns:a="http://schemas.openxmlformats.org/drawingml/2006/main" noGrp="1"/>
          </p:cNvSpPr>
          <p:nvPr/>
        </p:nvSpPr>
        <p:spPr>
          <a:xfrm xmlns:a="http://schemas.openxmlformats.org/drawingml/2006/main">
            <a:off x="14287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target-grid-1-4">
            <a:extLst xmlns:a="http://schemas.openxmlformats.org/drawingml/2006/main">
              <a:ext uri="{FF2B5EF4-FFF2-40B4-BE49-F238E27FC236}">
                <a16:creationId xmlns:a16="http://schemas.microsoft.com/office/drawing/2014/main" id="{ACF4EC79-2920-4498-AB2A-0E2C4E4EB3D9}"/>
              </a:ext>
            </a:extLst>
          </p:cNvPr>
          <p:cNvSpPr>
            <a:spLocks xmlns:a="http://schemas.openxmlformats.org/drawingml/2006/main" noGrp="1"/>
          </p:cNvSpPr>
          <p:nvPr/>
        </p:nvSpPr>
        <p:spPr>
          <a:xfrm xmlns:a="http://schemas.openxmlformats.org/drawingml/2006/main">
            <a:off x="16764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target-grid-2-0">
            <a:extLst xmlns:a="http://schemas.openxmlformats.org/drawingml/2006/main">
              <a:ext uri="{FF2B5EF4-FFF2-40B4-BE49-F238E27FC236}">
                <a16:creationId xmlns:a16="http://schemas.microsoft.com/office/drawing/2014/main" id="{97938DA8-A27F-499A-B2CE-1FBB263CFBFB}"/>
              </a:ext>
            </a:extLst>
          </p:cNvPr>
          <p:cNvSpPr>
            <a:spLocks xmlns:a="http://schemas.openxmlformats.org/drawingml/2006/main" noGrp="1"/>
          </p:cNvSpPr>
          <p:nvPr/>
        </p:nvSpPr>
        <p:spPr>
          <a:xfrm xmlns:a="http://schemas.openxmlformats.org/drawingml/2006/main">
            <a:off x="6858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target-grid-2-1">
            <a:extLst xmlns:a="http://schemas.openxmlformats.org/drawingml/2006/main">
              <a:ext uri="{FF2B5EF4-FFF2-40B4-BE49-F238E27FC236}">
                <a16:creationId xmlns:a16="http://schemas.microsoft.com/office/drawing/2014/main" id="{584A6E7E-10D1-4909-BDAA-AFC8B9D4F4B0}"/>
              </a:ext>
            </a:extLst>
          </p:cNvPr>
          <p:cNvSpPr>
            <a:spLocks xmlns:a="http://schemas.openxmlformats.org/drawingml/2006/main" noGrp="1"/>
          </p:cNvSpPr>
          <p:nvPr/>
        </p:nvSpPr>
        <p:spPr>
          <a:xfrm xmlns:a="http://schemas.openxmlformats.org/drawingml/2006/main">
            <a:off x="9334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target-grid-2-2">
            <a:extLst xmlns:a="http://schemas.openxmlformats.org/drawingml/2006/main">
              <a:ext uri="{FF2B5EF4-FFF2-40B4-BE49-F238E27FC236}">
                <a16:creationId xmlns:a16="http://schemas.microsoft.com/office/drawing/2014/main" id="{0F2D788A-9202-4F5E-B914-73F9BD334264}"/>
              </a:ext>
            </a:extLst>
          </p:cNvPr>
          <p:cNvSpPr>
            <a:spLocks xmlns:a="http://schemas.openxmlformats.org/drawingml/2006/main" noGrp="1"/>
          </p:cNvSpPr>
          <p:nvPr/>
        </p:nvSpPr>
        <p:spPr>
          <a:xfrm xmlns:a="http://schemas.openxmlformats.org/drawingml/2006/main">
            <a:off x="11811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target-grid-2-3">
            <a:extLst xmlns:a="http://schemas.openxmlformats.org/drawingml/2006/main">
              <a:ext uri="{FF2B5EF4-FFF2-40B4-BE49-F238E27FC236}">
                <a16:creationId xmlns:a16="http://schemas.microsoft.com/office/drawing/2014/main" id="{BD360CAA-011C-4061-B268-7848CDCB1ADA}"/>
              </a:ext>
            </a:extLst>
          </p:cNvPr>
          <p:cNvSpPr>
            <a:spLocks xmlns:a="http://schemas.openxmlformats.org/drawingml/2006/main" noGrp="1"/>
          </p:cNvSpPr>
          <p:nvPr/>
        </p:nvSpPr>
        <p:spPr>
          <a:xfrm xmlns:a="http://schemas.openxmlformats.org/drawingml/2006/main">
            <a:off x="14287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target-grid-2-4">
            <a:extLst xmlns:a="http://schemas.openxmlformats.org/drawingml/2006/main">
              <a:ext uri="{FF2B5EF4-FFF2-40B4-BE49-F238E27FC236}">
                <a16:creationId xmlns:a16="http://schemas.microsoft.com/office/drawing/2014/main" id="{DF496FB4-9BEF-4587-816B-FC147A599DB8}"/>
              </a:ext>
            </a:extLst>
          </p:cNvPr>
          <p:cNvSpPr>
            <a:spLocks xmlns:a="http://schemas.openxmlformats.org/drawingml/2006/main" noGrp="1"/>
          </p:cNvSpPr>
          <p:nvPr/>
        </p:nvSpPr>
        <p:spPr>
          <a:xfrm xmlns:a="http://schemas.openxmlformats.org/drawingml/2006/main">
            <a:off x="16764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target-grid-3-0">
            <a:extLst xmlns:a="http://schemas.openxmlformats.org/drawingml/2006/main">
              <a:ext uri="{FF2B5EF4-FFF2-40B4-BE49-F238E27FC236}">
                <a16:creationId xmlns:a16="http://schemas.microsoft.com/office/drawing/2014/main" id="{57039B4F-1C6D-4999-A292-AF04FD31C53C}"/>
              </a:ext>
            </a:extLst>
          </p:cNvPr>
          <p:cNvSpPr>
            <a:spLocks xmlns:a="http://schemas.openxmlformats.org/drawingml/2006/main" noGrp="1"/>
          </p:cNvSpPr>
          <p:nvPr/>
        </p:nvSpPr>
        <p:spPr>
          <a:xfrm xmlns:a="http://schemas.openxmlformats.org/drawingml/2006/main">
            <a:off x="6858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target-grid-3-1">
            <a:extLst xmlns:a="http://schemas.openxmlformats.org/drawingml/2006/main">
              <a:ext uri="{FF2B5EF4-FFF2-40B4-BE49-F238E27FC236}">
                <a16:creationId xmlns:a16="http://schemas.microsoft.com/office/drawing/2014/main" id="{7F0AFDB9-D34D-4419-800A-29FD5C8795B3}"/>
              </a:ext>
            </a:extLst>
          </p:cNvPr>
          <p:cNvSpPr>
            <a:spLocks xmlns:a="http://schemas.openxmlformats.org/drawingml/2006/main" noGrp="1"/>
          </p:cNvSpPr>
          <p:nvPr/>
        </p:nvSpPr>
        <p:spPr>
          <a:xfrm xmlns:a="http://schemas.openxmlformats.org/drawingml/2006/main">
            <a:off x="9334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target-grid-3-2">
            <a:extLst xmlns:a="http://schemas.openxmlformats.org/drawingml/2006/main">
              <a:ext uri="{FF2B5EF4-FFF2-40B4-BE49-F238E27FC236}">
                <a16:creationId xmlns:a16="http://schemas.microsoft.com/office/drawing/2014/main" id="{1D3A458C-EC59-404A-B3F4-E815E5056B29}"/>
              </a:ext>
            </a:extLst>
          </p:cNvPr>
          <p:cNvSpPr>
            <a:spLocks xmlns:a="http://schemas.openxmlformats.org/drawingml/2006/main" noGrp="1"/>
          </p:cNvSpPr>
          <p:nvPr/>
        </p:nvSpPr>
        <p:spPr>
          <a:xfrm xmlns:a="http://schemas.openxmlformats.org/drawingml/2006/main">
            <a:off x="11811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target-grid-3-3">
            <a:extLst xmlns:a="http://schemas.openxmlformats.org/drawingml/2006/main">
              <a:ext uri="{FF2B5EF4-FFF2-40B4-BE49-F238E27FC236}">
                <a16:creationId xmlns:a16="http://schemas.microsoft.com/office/drawing/2014/main" id="{288D577A-C679-49C5-99D8-923C9D985A46}"/>
              </a:ext>
            </a:extLst>
          </p:cNvPr>
          <p:cNvSpPr>
            <a:spLocks xmlns:a="http://schemas.openxmlformats.org/drawingml/2006/main" noGrp="1"/>
          </p:cNvSpPr>
          <p:nvPr/>
        </p:nvSpPr>
        <p:spPr>
          <a:xfrm xmlns:a="http://schemas.openxmlformats.org/drawingml/2006/main">
            <a:off x="14287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target-grid-3-4">
            <a:extLst xmlns:a="http://schemas.openxmlformats.org/drawingml/2006/main">
              <a:ext uri="{FF2B5EF4-FFF2-40B4-BE49-F238E27FC236}">
                <a16:creationId xmlns:a16="http://schemas.microsoft.com/office/drawing/2014/main" id="{752C3C68-59C5-4287-929D-C3D59E73AC3A}"/>
              </a:ext>
            </a:extLst>
          </p:cNvPr>
          <p:cNvSpPr>
            <a:spLocks xmlns:a="http://schemas.openxmlformats.org/drawingml/2006/main" noGrp="1"/>
          </p:cNvSpPr>
          <p:nvPr/>
        </p:nvSpPr>
        <p:spPr>
          <a:xfrm xmlns:a="http://schemas.openxmlformats.org/drawingml/2006/main">
            <a:off x="16764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target-grid-dims">
            <a:extLst xmlns:a="http://schemas.openxmlformats.org/drawingml/2006/main">
              <a:ext uri="{FF2B5EF4-FFF2-40B4-BE49-F238E27FC236}">
                <a16:creationId xmlns:a16="http://schemas.microsoft.com/office/drawing/2014/main" id="{6450D599-BE61-4CBC-AAB8-55868C00EEA5}"/>
              </a:ext>
            </a:extLst>
          </p:cNvPr>
          <p:cNvSpPr>
            <a:spLocks xmlns:a="http://schemas.openxmlformats.org/drawingml/2006/main" noGrp="1"/>
          </p:cNvSpPr>
          <p:nvPr/>
        </p:nvSpPr>
        <p:spPr>
          <a:xfrm xmlns:a="http://schemas.openxmlformats.org/drawingml/2006/main">
            <a:off x="361950" y="3048000"/>
            <a:ext cx="2076450"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26" name="clip-grid-heading">
            <a:extLst xmlns:a="http://schemas.openxmlformats.org/drawingml/2006/main">
              <a:ext uri="{FF2B5EF4-FFF2-40B4-BE49-F238E27FC236}">
                <a16:creationId xmlns:a16="http://schemas.microsoft.com/office/drawing/2014/main" id="{86A6D0AA-89DD-4C2C-BB72-95DC899EA897}"/>
              </a:ext>
            </a:extLst>
          </p:cNvPr>
          <p:cNvSpPr>
            <a:spLocks xmlns:a="http://schemas.openxmlformats.org/drawingml/2006/main" noGrp="1"/>
          </p:cNvSpPr>
          <p:nvPr/>
        </p:nvSpPr>
        <p:spPr>
          <a:xfrm xmlns:a="http://schemas.openxmlformats.org/drawingml/2006/main">
            <a:off x="3095625" y="1495425"/>
            <a:ext cx="20097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CLIP grid</a:t>
            </a:r>
          </a:p>
        </p:txBody>
      </p:sp>
      <p:sp>
        <p:nvSpPr>
          <p:cNvPr id="27" name="source-grid-anchor">
            <a:extLst xmlns:a="http://schemas.openxmlformats.org/drawingml/2006/main">
              <a:ext uri="{FF2B5EF4-FFF2-40B4-BE49-F238E27FC236}">
                <a16:creationId xmlns:a16="http://schemas.microsoft.com/office/drawing/2014/main" id="{0736B72C-F2FC-4C24-AD05-3D4867C9CFD8}"/>
              </a:ext>
            </a:extLst>
          </p:cNvPr>
          <p:cNvSpPr>
            <a:spLocks xmlns:a="http://schemas.openxmlformats.org/drawingml/2006/main" noGrp="1"/>
          </p:cNvSpPr>
          <p:nvPr/>
        </p:nvSpPr>
        <p:spPr>
          <a:xfrm xmlns:a="http://schemas.openxmlformats.org/drawingml/2006/main">
            <a:off x="3486150" y="1981200"/>
            <a:ext cx="1143000" cy="1143000"/>
          </a:xfrm>
          <a:prstGeom xmlns:a="http://schemas.openxmlformats.org/drawingml/2006/main" prst="rect">
            <a:avLst/>
          </a:prstGeom>
          <a:noFill xmlns:a="http://schemas.openxmlformats.org/drawingml/2006/main"/>
          <a:ln xmlns:a="http://schemas.openxmlformats.org/drawingml/2006/main" w="0">
            <a:noFill/>
          </a:ln>
        </p:spPr>
      </p:sp>
      <p:sp>
        <p:nvSpPr>
          <p:cNvPr id="28" name="source-grid-0-0">
            <a:extLst xmlns:a="http://schemas.openxmlformats.org/drawingml/2006/main">
              <a:ext uri="{FF2B5EF4-FFF2-40B4-BE49-F238E27FC236}">
                <a16:creationId xmlns:a16="http://schemas.microsoft.com/office/drawing/2014/main" id="{BC3A06DF-00FC-4F48-9FDC-AB6A1811064B}"/>
              </a:ext>
            </a:extLst>
          </p:cNvPr>
          <p:cNvSpPr>
            <a:spLocks xmlns:a="http://schemas.openxmlformats.org/drawingml/2006/main" noGrp="1"/>
          </p:cNvSpPr>
          <p:nvPr/>
        </p:nvSpPr>
        <p:spPr>
          <a:xfrm xmlns:a="http://schemas.openxmlformats.org/drawingml/2006/main">
            <a:off x="3486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29" name="source-grid-0-1">
            <a:extLst xmlns:a="http://schemas.openxmlformats.org/drawingml/2006/main">
              <a:ext uri="{FF2B5EF4-FFF2-40B4-BE49-F238E27FC236}">
                <a16:creationId xmlns:a16="http://schemas.microsoft.com/office/drawing/2014/main" id="{1E6AE1CA-3BDB-4387-9619-E55D11DD1E07}"/>
              </a:ext>
            </a:extLst>
          </p:cNvPr>
          <p:cNvSpPr>
            <a:spLocks xmlns:a="http://schemas.openxmlformats.org/drawingml/2006/main" noGrp="1"/>
          </p:cNvSpPr>
          <p:nvPr/>
        </p:nvSpPr>
        <p:spPr>
          <a:xfrm xmlns:a="http://schemas.openxmlformats.org/drawingml/2006/main">
            <a:off x="3676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0" name="source-grid-0-2">
            <a:extLst xmlns:a="http://schemas.openxmlformats.org/drawingml/2006/main">
              <a:ext uri="{FF2B5EF4-FFF2-40B4-BE49-F238E27FC236}">
                <a16:creationId xmlns:a16="http://schemas.microsoft.com/office/drawing/2014/main" id="{6CBAA4F3-F2F1-4AE8-9D33-DDA7C81AAC97}"/>
              </a:ext>
            </a:extLst>
          </p:cNvPr>
          <p:cNvSpPr>
            <a:spLocks xmlns:a="http://schemas.openxmlformats.org/drawingml/2006/main" noGrp="1"/>
          </p:cNvSpPr>
          <p:nvPr/>
        </p:nvSpPr>
        <p:spPr>
          <a:xfrm xmlns:a="http://schemas.openxmlformats.org/drawingml/2006/main">
            <a:off x="3867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1" name="source-grid-0-3">
            <a:extLst xmlns:a="http://schemas.openxmlformats.org/drawingml/2006/main">
              <a:ext uri="{FF2B5EF4-FFF2-40B4-BE49-F238E27FC236}">
                <a16:creationId xmlns:a16="http://schemas.microsoft.com/office/drawing/2014/main" id="{4A57AEC1-EB8D-42BF-9F0F-8608FA7EC7C7}"/>
              </a:ext>
            </a:extLst>
          </p:cNvPr>
          <p:cNvSpPr>
            <a:spLocks xmlns:a="http://schemas.openxmlformats.org/drawingml/2006/main" noGrp="1"/>
          </p:cNvSpPr>
          <p:nvPr/>
        </p:nvSpPr>
        <p:spPr>
          <a:xfrm xmlns:a="http://schemas.openxmlformats.org/drawingml/2006/main">
            <a:off x="4057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2" name="source-grid-0-4">
            <a:extLst xmlns:a="http://schemas.openxmlformats.org/drawingml/2006/main">
              <a:ext uri="{FF2B5EF4-FFF2-40B4-BE49-F238E27FC236}">
                <a16:creationId xmlns:a16="http://schemas.microsoft.com/office/drawing/2014/main" id="{AD7BEF11-BE25-40D1-B586-C31B0192C78D}"/>
              </a:ext>
            </a:extLst>
          </p:cNvPr>
          <p:cNvSpPr>
            <a:spLocks xmlns:a="http://schemas.openxmlformats.org/drawingml/2006/main" noGrp="1"/>
          </p:cNvSpPr>
          <p:nvPr/>
        </p:nvSpPr>
        <p:spPr>
          <a:xfrm xmlns:a="http://schemas.openxmlformats.org/drawingml/2006/main">
            <a:off x="4248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3" name="source-grid-0-5">
            <a:extLst xmlns:a="http://schemas.openxmlformats.org/drawingml/2006/main">
              <a:ext uri="{FF2B5EF4-FFF2-40B4-BE49-F238E27FC236}">
                <a16:creationId xmlns:a16="http://schemas.microsoft.com/office/drawing/2014/main" id="{520EB1EE-4F7F-40E4-8BD1-3C7B2CA4FAD8}"/>
              </a:ext>
            </a:extLst>
          </p:cNvPr>
          <p:cNvSpPr>
            <a:spLocks xmlns:a="http://schemas.openxmlformats.org/drawingml/2006/main" noGrp="1"/>
          </p:cNvSpPr>
          <p:nvPr/>
        </p:nvSpPr>
        <p:spPr>
          <a:xfrm xmlns:a="http://schemas.openxmlformats.org/drawingml/2006/main">
            <a:off x="4438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4" name="source-grid-1-0">
            <a:extLst xmlns:a="http://schemas.openxmlformats.org/drawingml/2006/main">
              <a:ext uri="{FF2B5EF4-FFF2-40B4-BE49-F238E27FC236}">
                <a16:creationId xmlns:a16="http://schemas.microsoft.com/office/drawing/2014/main" id="{44D12A73-F83F-4E00-9B0D-878A249D4021}"/>
              </a:ext>
            </a:extLst>
          </p:cNvPr>
          <p:cNvSpPr>
            <a:spLocks xmlns:a="http://schemas.openxmlformats.org/drawingml/2006/main" noGrp="1"/>
          </p:cNvSpPr>
          <p:nvPr/>
        </p:nvSpPr>
        <p:spPr>
          <a:xfrm xmlns:a="http://schemas.openxmlformats.org/drawingml/2006/main">
            <a:off x="3486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source-grid-1-1">
            <a:extLst xmlns:a="http://schemas.openxmlformats.org/drawingml/2006/main">
              <a:ext uri="{FF2B5EF4-FFF2-40B4-BE49-F238E27FC236}">
                <a16:creationId xmlns:a16="http://schemas.microsoft.com/office/drawing/2014/main" id="{A3A221C1-1751-4B58-8CAB-3886B48F2522}"/>
              </a:ext>
            </a:extLst>
          </p:cNvPr>
          <p:cNvSpPr>
            <a:spLocks xmlns:a="http://schemas.openxmlformats.org/drawingml/2006/main" noGrp="1"/>
          </p:cNvSpPr>
          <p:nvPr/>
        </p:nvSpPr>
        <p:spPr>
          <a:xfrm xmlns:a="http://schemas.openxmlformats.org/drawingml/2006/main">
            <a:off x="3676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source-grid-1-2">
            <a:extLst xmlns:a="http://schemas.openxmlformats.org/drawingml/2006/main">
              <a:ext uri="{FF2B5EF4-FFF2-40B4-BE49-F238E27FC236}">
                <a16:creationId xmlns:a16="http://schemas.microsoft.com/office/drawing/2014/main" id="{2FDA47FE-6C29-4256-94A8-C5AE6B7D5E93}"/>
              </a:ext>
            </a:extLst>
          </p:cNvPr>
          <p:cNvSpPr>
            <a:spLocks xmlns:a="http://schemas.openxmlformats.org/drawingml/2006/main" noGrp="1"/>
          </p:cNvSpPr>
          <p:nvPr/>
        </p:nvSpPr>
        <p:spPr>
          <a:xfrm xmlns:a="http://schemas.openxmlformats.org/drawingml/2006/main">
            <a:off x="3867150" y="2171700"/>
            <a:ext cx="190500" cy="19050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37" name="source-grid-1-3">
            <a:extLst xmlns:a="http://schemas.openxmlformats.org/drawingml/2006/main">
              <a:ext uri="{FF2B5EF4-FFF2-40B4-BE49-F238E27FC236}">
                <a16:creationId xmlns:a16="http://schemas.microsoft.com/office/drawing/2014/main" id="{5684ED50-82AE-482A-94C2-3F7895EB63B6}"/>
              </a:ext>
            </a:extLst>
          </p:cNvPr>
          <p:cNvSpPr>
            <a:spLocks xmlns:a="http://schemas.openxmlformats.org/drawingml/2006/main" noGrp="1"/>
          </p:cNvSpPr>
          <p:nvPr/>
        </p:nvSpPr>
        <p:spPr>
          <a:xfrm xmlns:a="http://schemas.openxmlformats.org/drawingml/2006/main">
            <a:off x="4057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source-grid-1-4">
            <a:extLst xmlns:a="http://schemas.openxmlformats.org/drawingml/2006/main">
              <a:ext uri="{FF2B5EF4-FFF2-40B4-BE49-F238E27FC236}">
                <a16:creationId xmlns:a16="http://schemas.microsoft.com/office/drawing/2014/main" id="{61C38845-86FE-4E39-AFAF-A702AC832910}"/>
              </a:ext>
            </a:extLst>
          </p:cNvPr>
          <p:cNvSpPr>
            <a:spLocks xmlns:a="http://schemas.openxmlformats.org/drawingml/2006/main" noGrp="1"/>
          </p:cNvSpPr>
          <p:nvPr/>
        </p:nvSpPr>
        <p:spPr>
          <a:xfrm xmlns:a="http://schemas.openxmlformats.org/drawingml/2006/main">
            <a:off x="4248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source-grid-1-5">
            <a:extLst xmlns:a="http://schemas.openxmlformats.org/drawingml/2006/main">
              <a:ext uri="{FF2B5EF4-FFF2-40B4-BE49-F238E27FC236}">
                <a16:creationId xmlns:a16="http://schemas.microsoft.com/office/drawing/2014/main" id="{70C0261B-7F90-4BA8-9123-E94C7DD859FA}"/>
              </a:ext>
            </a:extLst>
          </p:cNvPr>
          <p:cNvSpPr>
            <a:spLocks xmlns:a="http://schemas.openxmlformats.org/drawingml/2006/main" noGrp="1"/>
          </p:cNvSpPr>
          <p:nvPr/>
        </p:nvSpPr>
        <p:spPr>
          <a:xfrm xmlns:a="http://schemas.openxmlformats.org/drawingml/2006/main">
            <a:off x="4438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source-grid-2-0">
            <a:extLst xmlns:a="http://schemas.openxmlformats.org/drawingml/2006/main">
              <a:ext uri="{FF2B5EF4-FFF2-40B4-BE49-F238E27FC236}">
                <a16:creationId xmlns:a16="http://schemas.microsoft.com/office/drawing/2014/main" id="{6CAD1C1E-6400-4559-8D97-E16AFE748723}"/>
              </a:ext>
            </a:extLst>
          </p:cNvPr>
          <p:cNvSpPr>
            <a:spLocks xmlns:a="http://schemas.openxmlformats.org/drawingml/2006/main" noGrp="1"/>
          </p:cNvSpPr>
          <p:nvPr/>
        </p:nvSpPr>
        <p:spPr>
          <a:xfrm xmlns:a="http://schemas.openxmlformats.org/drawingml/2006/main">
            <a:off x="3486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source-grid-2-1">
            <a:extLst xmlns:a="http://schemas.openxmlformats.org/drawingml/2006/main">
              <a:ext uri="{FF2B5EF4-FFF2-40B4-BE49-F238E27FC236}">
                <a16:creationId xmlns:a16="http://schemas.microsoft.com/office/drawing/2014/main" id="{B31D6E05-6FFB-4B09-86CF-F67878CB288D}"/>
              </a:ext>
            </a:extLst>
          </p:cNvPr>
          <p:cNvSpPr>
            <a:spLocks xmlns:a="http://schemas.openxmlformats.org/drawingml/2006/main" noGrp="1"/>
          </p:cNvSpPr>
          <p:nvPr/>
        </p:nvSpPr>
        <p:spPr>
          <a:xfrm xmlns:a="http://schemas.openxmlformats.org/drawingml/2006/main">
            <a:off x="3676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source-grid-2-2">
            <a:extLst xmlns:a="http://schemas.openxmlformats.org/drawingml/2006/main">
              <a:ext uri="{FF2B5EF4-FFF2-40B4-BE49-F238E27FC236}">
                <a16:creationId xmlns:a16="http://schemas.microsoft.com/office/drawing/2014/main" id="{396D0468-0007-4438-A6C9-B2FC31240815}"/>
              </a:ext>
            </a:extLst>
          </p:cNvPr>
          <p:cNvSpPr>
            <a:spLocks xmlns:a="http://schemas.openxmlformats.org/drawingml/2006/main" noGrp="1"/>
          </p:cNvSpPr>
          <p:nvPr/>
        </p:nvSpPr>
        <p:spPr>
          <a:xfrm xmlns:a="http://schemas.openxmlformats.org/drawingml/2006/main">
            <a:off x="3867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source-grid-2-3">
            <a:extLst xmlns:a="http://schemas.openxmlformats.org/drawingml/2006/main">
              <a:ext uri="{FF2B5EF4-FFF2-40B4-BE49-F238E27FC236}">
                <a16:creationId xmlns:a16="http://schemas.microsoft.com/office/drawing/2014/main" id="{F4005C78-BCF0-412D-8D34-8D7150986934}"/>
              </a:ext>
            </a:extLst>
          </p:cNvPr>
          <p:cNvSpPr>
            <a:spLocks xmlns:a="http://schemas.openxmlformats.org/drawingml/2006/main" noGrp="1"/>
          </p:cNvSpPr>
          <p:nvPr/>
        </p:nvSpPr>
        <p:spPr>
          <a:xfrm xmlns:a="http://schemas.openxmlformats.org/drawingml/2006/main">
            <a:off x="4057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source-grid-2-4">
            <a:extLst xmlns:a="http://schemas.openxmlformats.org/drawingml/2006/main">
              <a:ext uri="{FF2B5EF4-FFF2-40B4-BE49-F238E27FC236}">
                <a16:creationId xmlns:a16="http://schemas.microsoft.com/office/drawing/2014/main" id="{35110E15-C2FB-4626-9D33-1C6AB1D57DD5}"/>
              </a:ext>
            </a:extLst>
          </p:cNvPr>
          <p:cNvSpPr>
            <a:spLocks xmlns:a="http://schemas.openxmlformats.org/drawingml/2006/main" noGrp="1"/>
          </p:cNvSpPr>
          <p:nvPr/>
        </p:nvSpPr>
        <p:spPr>
          <a:xfrm xmlns:a="http://schemas.openxmlformats.org/drawingml/2006/main">
            <a:off x="4248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source-grid-2-5">
            <a:extLst xmlns:a="http://schemas.openxmlformats.org/drawingml/2006/main">
              <a:ext uri="{FF2B5EF4-FFF2-40B4-BE49-F238E27FC236}">
                <a16:creationId xmlns:a16="http://schemas.microsoft.com/office/drawing/2014/main" id="{9CD67A82-4CE3-4DF8-817A-C47A81F5B542}"/>
              </a:ext>
            </a:extLst>
          </p:cNvPr>
          <p:cNvSpPr>
            <a:spLocks xmlns:a="http://schemas.openxmlformats.org/drawingml/2006/main" noGrp="1"/>
          </p:cNvSpPr>
          <p:nvPr/>
        </p:nvSpPr>
        <p:spPr>
          <a:xfrm xmlns:a="http://schemas.openxmlformats.org/drawingml/2006/main">
            <a:off x="4438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source-grid-3-0">
            <a:extLst xmlns:a="http://schemas.openxmlformats.org/drawingml/2006/main">
              <a:ext uri="{FF2B5EF4-FFF2-40B4-BE49-F238E27FC236}">
                <a16:creationId xmlns:a16="http://schemas.microsoft.com/office/drawing/2014/main" id="{46889FBF-7155-4297-82B1-0617736EDB87}"/>
              </a:ext>
            </a:extLst>
          </p:cNvPr>
          <p:cNvSpPr>
            <a:spLocks xmlns:a="http://schemas.openxmlformats.org/drawingml/2006/main" noGrp="1"/>
          </p:cNvSpPr>
          <p:nvPr/>
        </p:nvSpPr>
        <p:spPr>
          <a:xfrm xmlns:a="http://schemas.openxmlformats.org/drawingml/2006/main">
            <a:off x="3486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source-grid-3-1">
            <a:extLst xmlns:a="http://schemas.openxmlformats.org/drawingml/2006/main">
              <a:ext uri="{FF2B5EF4-FFF2-40B4-BE49-F238E27FC236}">
                <a16:creationId xmlns:a16="http://schemas.microsoft.com/office/drawing/2014/main" id="{6ACA4729-3693-49F3-92A6-2CB1C936AF63}"/>
              </a:ext>
            </a:extLst>
          </p:cNvPr>
          <p:cNvSpPr>
            <a:spLocks xmlns:a="http://schemas.openxmlformats.org/drawingml/2006/main" noGrp="1"/>
          </p:cNvSpPr>
          <p:nvPr/>
        </p:nvSpPr>
        <p:spPr>
          <a:xfrm xmlns:a="http://schemas.openxmlformats.org/drawingml/2006/main">
            <a:off x="3676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source-grid-3-2">
            <a:extLst xmlns:a="http://schemas.openxmlformats.org/drawingml/2006/main">
              <a:ext uri="{FF2B5EF4-FFF2-40B4-BE49-F238E27FC236}">
                <a16:creationId xmlns:a16="http://schemas.microsoft.com/office/drawing/2014/main" id="{4EB54ED6-39F6-437E-87CB-66DD5FAB5689}"/>
              </a:ext>
            </a:extLst>
          </p:cNvPr>
          <p:cNvSpPr>
            <a:spLocks xmlns:a="http://schemas.openxmlformats.org/drawingml/2006/main" noGrp="1"/>
          </p:cNvSpPr>
          <p:nvPr/>
        </p:nvSpPr>
        <p:spPr>
          <a:xfrm xmlns:a="http://schemas.openxmlformats.org/drawingml/2006/main">
            <a:off x="3867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source-grid-3-3">
            <a:extLst xmlns:a="http://schemas.openxmlformats.org/drawingml/2006/main">
              <a:ext uri="{FF2B5EF4-FFF2-40B4-BE49-F238E27FC236}">
                <a16:creationId xmlns:a16="http://schemas.microsoft.com/office/drawing/2014/main" id="{150826A9-F6F4-422E-AC3B-4C3DC82684C0}"/>
              </a:ext>
            </a:extLst>
          </p:cNvPr>
          <p:cNvSpPr>
            <a:spLocks xmlns:a="http://schemas.openxmlformats.org/drawingml/2006/main" noGrp="1"/>
          </p:cNvSpPr>
          <p:nvPr/>
        </p:nvSpPr>
        <p:spPr>
          <a:xfrm xmlns:a="http://schemas.openxmlformats.org/drawingml/2006/main">
            <a:off x="4057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source-grid-3-4">
            <a:extLst xmlns:a="http://schemas.openxmlformats.org/drawingml/2006/main">
              <a:ext uri="{FF2B5EF4-FFF2-40B4-BE49-F238E27FC236}">
                <a16:creationId xmlns:a16="http://schemas.microsoft.com/office/drawing/2014/main" id="{6ECA4339-5051-4FA0-A017-CE5D91FE532B}"/>
              </a:ext>
            </a:extLst>
          </p:cNvPr>
          <p:cNvSpPr>
            <a:spLocks xmlns:a="http://schemas.openxmlformats.org/drawingml/2006/main" noGrp="1"/>
          </p:cNvSpPr>
          <p:nvPr/>
        </p:nvSpPr>
        <p:spPr>
          <a:xfrm xmlns:a="http://schemas.openxmlformats.org/drawingml/2006/main">
            <a:off x="4248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source-grid-3-5">
            <a:extLst xmlns:a="http://schemas.openxmlformats.org/drawingml/2006/main">
              <a:ext uri="{FF2B5EF4-FFF2-40B4-BE49-F238E27FC236}">
                <a16:creationId xmlns:a16="http://schemas.microsoft.com/office/drawing/2014/main" id="{E5BD3A65-4092-4033-9CD0-8D2B910E3966}"/>
              </a:ext>
            </a:extLst>
          </p:cNvPr>
          <p:cNvSpPr>
            <a:spLocks xmlns:a="http://schemas.openxmlformats.org/drawingml/2006/main" noGrp="1"/>
          </p:cNvSpPr>
          <p:nvPr/>
        </p:nvSpPr>
        <p:spPr>
          <a:xfrm xmlns:a="http://schemas.openxmlformats.org/drawingml/2006/main">
            <a:off x="4438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source-grid-4-0">
            <a:extLst xmlns:a="http://schemas.openxmlformats.org/drawingml/2006/main">
              <a:ext uri="{FF2B5EF4-FFF2-40B4-BE49-F238E27FC236}">
                <a16:creationId xmlns:a16="http://schemas.microsoft.com/office/drawing/2014/main" id="{67F8604F-0256-4BCE-914A-2FAF886ECE36}"/>
              </a:ext>
            </a:extLst>
          </p:cNvPr>
          <p:cNvSpPr>
            <a:spLocks xmlns:a="http://schemas.openxmlformats.org/drawingml/2006/main" noGrp="1"/>
          </p:cNvSpPr>
          <p:nvPr/>
        </p:nvSpPr>
        <p:spPr>
          <a:xfrm xmlns:a="http://schemas.openxmlformats.org/drawingml/2006/main">
            <a:off x="3486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source-grid-4-1">
            <a:extLst xmlns:a="http://schemas.openxmlformats.org/drawingml/2006/main">
              <a:ext uri="{FF2B5EF4-FFF2-40B4-BE49-F238E27FC236}">
                <a16:creationId xmlns:a16="http://schemas.microsoft.com/office/drawing/2014/main" id="{E33EC382-E0D3-478A-9E44-1E3DC630E79B}"/>
              </a:ext>
            </a:extLst>
          </p:cNvPr>
          <p:cNvSpPr>
            <a:spLocks xmlns:a="http://schemas.openxmlformats.org/drawingml/2006/main" noGrp="1"/>
          </p:cNvSpPr>
          <p:nvPr/>
        </p:nvSpPr>
        <p:spPr>
          <a:xfrm xmlns:a="http://schemas.openxmlformats.org/drawingml/2006/main">
            <a:off x="3676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source-grid-4-2">
            <a:extLst xmlns:a="http://schemas.openxmlformats.org/drawingml/2006/main">
              <a:ext uri="{FF2B5EF4-FFF2-40B4-BE49-F238E27FC236}">
                <a16:creationId xmlns:a16="http://schemas.microsoft.com/office/drawing/2014/main" id="{FE38E6C7-A5F1-4412-9247-F0A84605EB08}"/>
              </a:ext>
            </a:extLst>
          </p:cNvPr>
          <p:cNvSpPr>
            <a:spLocks xmlns:a="http://schemas.openxmlformats.org/drawingml/2006/main" noGrp="1"/>
          </p:cNvSpPr>
          <p:nvPr/>
        </p:nvSpPr>
        <p:spPr>
          <a:xfrm xmlns:a="http://schemas.openxmlformats.org/drawingml/2006/main">
            <a:off x="3867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source-grid-4-3">
            <a:extLst xmlns:a="http://schemas.openxmlformats.org/drawingml/2006/main">
              <a:ext uri="{FF2B5EF4-FFF2-40B4-BE49-F238E27FC236}">
                <a16:creationId xmlns:a16="http://schemas.microsoft.com/office/drawing/2014/main" id="{689FC6EC-BDF4-4C8E-8590-02FAC5AB22CC}"/>
              </a:ext>
            </a:extLst>
          </p:cNvPr>
          <p:cNvSpPr>
            <a:spLocks xmlns:a="http://schemas.openxmlformats.org/drawingml/2006/main" noGrp="1"/>
          </p:cNvSpPr>
          <p:nvPr/>
        </p:nvSpPr>
        <p:spPr>
          <a:xfrm xmlns:a="http://schemas.openxmlformats.org/drawingml/2006/main">
            <a:off x="4057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source-grid-4-4">
            <a:extLst xmlns:a="http://schemas.openxmlformats.org/drawingml/2006/main">
              <a:ext uri="{FF2B5EF4-FFF2-40B4-BE49-F238E27FC236}">
                <a16:creationId xmlns:a16="http://schemas.microsoft.com/office/drawing/2014/main" id="{C0BF2423-A1B7-46DA-8DCD-00E53C7F7934}"/>
              </a:ext>
            </a:extLst>
          </p:cNvPr>
          <p:cNvSpPr>
            <a:spLocks xmlns:a="http://schemas.openxmlformats.org/drawingml/2006/main" noGrp="1"/>
          </p:cNvSpPr>
          <p:nvPr/>
        </p:nvSpPr>
        <p:spPr>
          <a:xfrm xmlns:a="http://schemas.openxmlformats.org/drawingml/2006/main">
            <a:off x="4248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source-grid-4-5">
            <a:extLst xmlns:a="http://schemas.openxmlformats.org/drawingml/2006/main">
              <a:ext uri="{FF2B5EF4-FFF2-40B4-BE49-F238E27FC236}">
                <a16:creationId xmlns:a16="http://schemas.microsoft.com/office/drawing/2014/main" id="{8469A8DA-820F-47FF-8122-383DA1A40D86}"/>
              </a:ext>
            </a:extLst>
          </p:cNvPr>
          <p:cNvSpPr>
            <a:spLocks xmlns:a="http://schemas.openxmlformats.org/drawingml/2006/main" noGrp="1"/>
          </p:cNvSpPr>
          <p:nvPr/>
        </p:nvSpPr>
        <p:spPr>
          <a:xfrm xmlns:a="http://schemas.openxmlformats.org/drawingml/2006/main">
            <a:off x="4438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source-grid-5-0">
            <a:extLst xmlns:a="http://schemas.openxmlformats.org/drawingml/2006/main">
              <a:ext uri="{FF2B5EF4-FFF2-40B4-BE49-F238E27FC236}">
                <a16:creationId xmlns:a16="http://schemas.microsoft.com/office/drawing/2014/main" id="{460C4AD6-07E9-413B-9026-72B618728645}"/>
              </a:ext>
            </a:extLst>
          </p:cNvPr>
          <p:cNvSpPr>
            <a:spLocks xmlns:a="http://schemas.openxmlformats.org/drawingml/2006/main" noGrp="1"/>
          </p:cNvSpPr>
          <p:nvPr/>
        </p:nvSpPr>
        <p:spPr>
          <a:xfrm xmlns:a="http://schemas.openxmlformats.org/drawingml/2006/main">
            <a:off x="3486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9" name="source-grid-5-1">
            <a:extLst xmlns:a="http://schemas.openxmlformats.org/drawingml/2006/main">
              <a:ext uri="{FF2B5EF4-FFF2-40B4-BE49-F238E27FC236}">
                <a16:creationId xmlns:a16="http://schemas.microsoft.com/office/drawing/2014/main" id="{1C7C696E-8D15-490E-81B8-D239AE4D364E}"/>
              </a:ext>
            </a:extLst>
          </p:cNvPr>
          <p:cNvSpPr>
            <a:spLocks xmlns:a="http://schemas.openxmlformats.org/drawingml/2006/main" noGrp="1"/>
          </p:cNvSpPr>
          <p:nvPr/>
        </p:nvSpPr>
        <p:spPr>
          <a:xfrm xmlns:a="http://schemas.openxmlformats.org/drawingml/2006/main">
            <a:off x="3676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0" name="source-grid-5-2">
            <a:extLst xmlns:a="http://schemas.openxmlformats.org/drawingml/2006/main">
              <a:ext uri="{FF2B5EF4-FFF2-40B4-BE49-F238E27FC236}">
                <a16:creationId xmlns:a16="http://schemas.microsoft.com/office/drawing/2014/main" id="{EEA93E82-8251-43DA-9A3B-F7225A3CE331}"/>
              </a:ext>
            </a:extLst>
          </p:cNvPr>
          <p:cNvSpPr>
            <a:spLocks xmlns:a="http://schemas.openxmlformats.org/drawingml/2006/main" noGrp="1"/>
          </p:cNvSpPr>
          <p:nvPr/>
        </p:nvSpPr>
        <p:spPr>
          <a:xfrm xmlns:a="http://schemas.openxmlformats.org/drawingml/2006/main">
            <a:off x="3867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1" name="source-grid-5-3">
            <a:extLst xmlns:a="http://schemas.openxmlformats.org/drawingml/2006/main">
              <a:ext uri="{FF2B5EF4-FFF2-40B4-BE49-F238E27FC236}">
                <a16:creationId xmlns:a16="http://schemas.microsoft.com/office/drawing/2014/main" id="{B7C59616-1C4E-44C2-8B74-B78D4193031B}"/>
              </a:ext>
            </a:extLst>
          </p:cNvPr>
          <p:cNvSpPr>
            <a:spLocks xmlns:a="http://schemas.openxmlformats.org/drawingml/2006/main" noGrp="1"/>
          </p:cNvSpPr>
          <p:nvPr/>
        </p:nvSpPr>
        <p:spPr>
          <a:xfrm xmlns:a="http://schemas.openxmlformats.org/drawingml/2006/main">
            <a:off x="4057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2" name="source-grid-5-4">
            <a:extLst xmlns:a="http://schemas.openxmlformats.org/drawingml/2006/main">
              <a:ext uri="{FF2B5EF4-FFF2-40B4-BE49-F238E27FC236}">
                <a16:creationId xmlns:a16="http://schemas.microsoft.com/office/drawing/2014/main" id="{638A4243-260A-4E86-9C89-B94D2F6EE99D}"/>
              </a:ext>
            </a:extLst>
          </p:cNvPr>
          <p:cNvSpPr>
            <a:spLocks xmlns:a="http://schemas.openxmlformats.org/drawingml/2006/main" noGrp="1"/>
          </p:cNvSpPr>
          <p:nvPr/>
        </p:nvSpPr>
        <p:spPr>
          <a:xfrm xmlns:a="http://schemas.openxmlformats.org/drawingml/2006/main">
            <a:off x="4248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3" name="source-grid-5-5">
            <a:extLst xmlns:a="http://schemas.openxmlformats.org/drawingml/2006/main">
              <a:ext uri="{FF2B5EF4-FFF2-40B4-BE49-F238E27FC236}">
                <a16:creationId xmlns:a16="http://schemas.microsoft.com/office/drawing/2014/main" id="{C651B252-4C39-4356-B163-40E6E1E12274}"/>
              </a:ext>
            </a:extLst>
          </p:cNvPr>
          <p:cNvSpPr>
            <a:spLocks xmlns:a="http://schemas.openxmlformats.org/drawingml/2006/main" noGrp="1"/>
          </p:cNvSpPr>
          <p:nvPr/>
        </p:nvSpPr>
        <p:spPr>
          <a:xfrm xmlns:a="http://schemas.openxmlformats.org/drawingml/2006/main">
            <a:off x="4438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4" name="clip-dims">
            <a:extLst xmlns:a="http://schemas.openxmlformats.org/drawingml/2006/main">
              <a:ext uri="{FF2B5EF4-FFF2-40B4-BE49-F238E27FC236}">
                <a16:creationId xmlns:a16="http://schemas.microsoft.com/office/drawing/2014/main" id="{F552BC47-1736-4763-8D11-142C60F6FCEC}"/>
              </a:ext>
            </a:extLst>
          </p:cNvPr>
          <p:cNvSpPr>
            <a:spLocks xmlns:a="http://schemas.openxmlformats.org/drawingml/2006/main" noGrp="1"/>
          </p:cNvSpPr>
          <p:nvPr/>
        </p:nvSpPr>
        <p:spPr>
          <a:xfrm xmlns:a="http://schemas.openxmlformats.org/drawingml/2006/main">
            <a:off x="3086100" y="3181350"/>
            <a:ext cx="20288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37 × 37</a:t>
            </a:r>
          </a:p>
        </p:txBody>
      </p:sp>
      <p:sp>
        <p:nvSpPr>
          <p:cNvPr id="65" name="bilinear-op">
            <a:extLst xmlns:a="http://schemas.openxmlformats.org/drawingml/2006/main">
              <a:ext uri="{FF2B5EF4-FFF2-40B4-BE49-F238E27FC236}">
                <a16:creationId xmlns:a16="http://schemas.microsoft.com/office/drawing/2014/main" id="{0C098FEA-6C42-4F8E-9197-7D59C9F983DE}"/>
              </a:ext>
            </a:extLst>
          </p:cNvPr>
          <p:cNvSpPr>
            <a:spLocks xmlns:a="http://schemas.openxmlformats.org/drawingml/2006/main" noGrp="1"/>
          </p:cNvSpPr>
          <p:nvPr/>
        </p:nvSpPr>
        <p:spPr>
          <a:xfrm xmlns:a="http://schemas.openxmlformats.org/drawingml/2006/main">
            <a:off x="5467350" y="2190750"/>
            <a:ext cx="1905000" cy="9620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Bilinear</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resizing</a:t>
            </a:r>
          </a:p>
        </p:txBody>
      </p:sp>
      <p:sp>
        <p:nvSpPr>
          <p:cNvPr id="66" name="aligned-grid-anchor">
            <a:extLst xmlns:a="http://schemas.openxmlformats.org/drawingml/2006/main">
              <a:ext uri="{FF2B5EF4-FFF2-40B4-BE49-F238E27FC236}">
                <a16:creationId xmlns:a16="http://schemas.microsoft.com/office/drawing/2014/main" id="{8EA816F8-9B5A-4D42-951D-78AB614EBFDF}"/>
              </a:ext>
            </a:extLst>
          </p:cNvPr>
          <p:cNvSpPr>
            <a:spLocks xmlns:a="http://schemas.openxmlformats.org/drawingml/2006/main" noGrp="1"/>
          </p:cNvSpPr>
          <p:nvPr/>
        </p:nvSpPr>
        <p:spPr>
          <a:xfrm xmlns:a="http://schemas.openxmlformats.org/drawingml/2006/main">
            <a:off x="8201025"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67" name="aligned-grid-0-0">
            <a:extLst xmlns:a="http://schemas.openxmlformats.org/drawingml/2006/main">
              <a:ext uri="{FF2B5EF4-FFF2-40B4-BE49-F238E27FC236}">
                <a16:creationId xmlns:a16="http://schemas.microsoft.com/office/drawing/2014/main" id="{5ED4A738-440B-4C70-A677-6FB8134FA5BE}"/>
              </a:ext>
            </a:extLst>
          </p:cNvPr>
          <p:cNvSpPr>
            <a:spLocks xmlns:a="http://schemas.openxmlformats.org/drawingml/2006/main" noGrp="1"/>
          </p:cNvSpPr>
          <p:nvPr/>
        </p:nvSpPr>
        <p:spPr>
          <a:xfrm xmlns:a="http://schemas.openxmlformats.org/drawingml/2006/main">
            <a:off x="82010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8" name="aligned-grid-0-1">
            <a:extLst xmlns:a="http://schemas.openxmlformats.org/drawingml/2006/main">
              <a:ext uri="{FF2B5EF4-FFF2-40B4-BE49-F238E27FC236}">
                <a16:creationId xmlns:a16="http://schemas.microsoft.com/office/drawing/2014/main" id="{39F66A8F-7190-453B-8CD6-1CFC93F259A0}"/>
              </a:ext>
            </a:extLst>
          </p:cNvPr>
          <p:cNvSpPr>
            <a:spLocks xmlns:a="http://schemas.openxmlformats.org/drawingml/2006/main" noGrp="1"/>
          </p:cNvSpPr>
          <p:nvPr/>
        </p:nvSpPr>
        <p:spPr>
          <a:xfrm xmlns:a="http://schemas.openxmlformats.org/drawingml/2006/main">
            <a:off x="84486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9" name="aligned-grid-0-2">
            <a:extLst xmlns:a="http://schemas.openxmlformats.org/drawingml/2006/main">
              <a:ext uri="{FF2B5EF4-FFF2-40B4-BE49-F238E27FC236}">
                <a16:creationId xmlns:a16="http://schemas.microsoft.com/office/drawing/2014/main" id="{91A8EF30-2519-4FFD-9DE4-12C9252B9F06}"/>
              </a:ext>
            </a:extLst>
          </p:cNvPr>
          <p:cNvSpPr>
            <a:spLocks xmlns:a="http://schemas.openxmlformats.org/drawingml/2006/main" noGrp="1"/>
          </p:cNvSpPr>
          <p:nvPr/>
        </p:nvSpPr>
        <p:spPr>
          <a:xfrm xmlns:a="http://schemas.openxmlformats.org/drawingml/2006/main">
            <a:off x="86963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0" name="aligned-grid-0-3">
            <a:extLst xmlns:a="http://schemas.openxmlformats.org/drawingml/2006/main">
              <a:ext uri="{FF2B5EF4-FFF2-40B4-BE49-F238E27FC236}">
                <a16:creationId xmlns:a16="http://schemas.microsoft.com/office/drawing/2014/main" id="{AB9784A6-5217-46F4-B7CF-0FF71C36DF63}"/>
              </a:ext>
            </a:extLst>
          </p:cNvPr>
          <p:cNvSpPr>
            <a:spLocks xmlns:a="http://schemas.openxmlformats.org/drawingml/2006/main" noGrp="1"/>
          </p:cNvSpPr>
          <p:nvPr/>
        </p:nvSpPr>
        <p:spPr>
          <a:xfrm xmlns:a="http://schemas.openxmlformats.org/drawingml/2006/main">
            <a:off x="89439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1" name="aligned-grid-0-4">
            <a:extLst xmlns:a="http://schemas.openxmlformats.org/drawingml/2006/main">
              <a:ext uri="{FF2B5EF4-FFF2-40B4-BE49-F238E27FC236}">
                <a16:creationId xmlns:a16="http://schemas.microsoft.com/office/drawing/2014/main" id="{28189BBF-FDBC-4A22-994C-95BC8E9C1E34}"/>
              </a:ext>
            </a:extLst>
          </p:cNvPr>
          <p:cNvSpPr>
            <a:spLocks xmlns:a="http://schemas.openxmlformats.org/drawingml/2006/main" noGrp="1"/>
          </p:cNvSpPr>
          <p:nvPr/>
        </p:nvSpPr>
        <p:spPr>
          <a:xfrm xmlns:a="http://schemas.openxmlformats.org/drawingml/2006/main">
            <a:off x="91916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2" name="aligned-grid-1-0">
            <a:extLst xmlns:a="http://schemas.openxmlformats.org/drawingml/2006/main">
              <a:ext uri="{FF2B5EF4-FFF2-40B4-BE49-F238E27FC236}">
                <a16:creationId xmlns:a16="http://schemas.microsoft.com/office/drawing/2014/main" id="{CEAEA63B-8A7B-4D16-BCC5-45199A60F66F}"/>
              </a:ext>
            </a:extLst>
          </p:cNvPr>
          <p:cNvSpPr>
            <a:spLocks xmlns:a="http://schemas.openxmlformats.org/drawingml/2006/main" noGrp="1"/>
          </p:cNvSpPr>
          <p:nvPr/>
        </p:nvSpPr>
        <p:spPr>
          <a:xfrm xmlns:a="http://schemas.openxmlformats.org/drawingml/2006/main">
            <a:off x="82010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3" name="aligned-grid-1-1">
            <a:extLst xmlns:a="http://schemas.openxmlformats.org/drawingml/2006/main">
              <a:ext uri="{FF2B5EF4-FFF2-40B4-BE49-F238E27FC236}">
                <a16:creationId xmlns:a16="http://schemas.microsoft.com/office/drawing/2014/main" id="{78F3FA72-C103-4755-8BB9-551B4266B554}"/>
              </a:ext>
            </a:extLst>
          </p:cNvPr>
          <p:cNvSpPr>
            <a:spLocks xmlns:a="http://schemas.openxmlformats.org/drawingml/2006/main" noGrp="1"/>
          </p:cNvSpPr>
          <p:nvPr/>
        </p:nvSpPr>
        <p:spPr>
          <a:xfrm xmlns:a="http://schemas.openxmlformats.org/drawingml/2006/main">
            <a:off x="84486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4" name="aligned-grid-1-2">
            <a:extLst xmlns:a="http://schemas.openxmlformats.org/drawingml/2006/main">
              <a:ext uri="{FF2B5EF4-FFF2-40B4-BE49-F238E27FC236}">
                <a16:creationId xmlns:a16="http://schemas.microsoft.com/office/drawing/2014/main" id="{C5E3BD6A-76D4-49CA-A5AD-C6CD955D67A4}"/>
              </a:ext>
            </a:extLst>
          </p:cNvPr>
          <p:cNvSpPr>
            <a:spLocks xmlns:a="http://schemas.openxmlformats.org/drawingml/2006/main" noGrp="1"/>
          </p:cNvSpPr>
          <p:nvPr/>
        </p:nvSpPr>
        <p:spPr>
          <a:xfrm xmlns:a="http://schemas.openxmlformats.org/drawingml/2006/main">
            <a:off x="8696325" y="2247900"/>
            <a:ext cx="247650" cy="24765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75" name="aligned-grid-1-3">
            <a:extLst xmlns:a="http://schemas.openxmlformats.org/drawingml/2006/main">
              <a:ext uri="{FF2B5EF4-FFF2-40B4-BE49-F238E27FC236}">
                <a16:creationId xmlns:a16="http://schemas.microsoft.com/office/drawing/2014/main" id="{800AB732-1500-4933-BA96-14EDC52D8215}"/>
              </a:ext>
            </a:extLst>
          </p:cNvPr>
          <p:cNvSpPr>
            <a:spLocks xmlns:a="http://schemas.openxmlformats.org/drawingml/2006/main" noGrp="1"/>
          </p:cNvSpPr>
          <p:nvPr/>
        </p:nvSpPr>
        <p:spPr>
          <a:xfrm xmlns:a="http://schemas.openxmlformats.org/drawingml/2006/main">
            <a:off x="89439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6" name="aligned-grid-1-4">
            <a:extLst xmlns:a="http://schemas.openxmlformats.org/drawingml/2006/main">
              <a:ext uri="{FF2B5EF4-FFF2-40B4-BE49-F238E27FC236}">
                <a16:creationId xmlns:a16="http://schemas.microsoft.com/office/drawing/2014/main" id="{A644F429-2D0F-417E-A5CC-EAE379D7AA71}"/>
              </a:ext>
            </a:extLst>
          </p:cNvPr>
          <p:cNvSpPr>
            <a:spLocks xmlns:a="http://schemas.openxmlformats.org/drawingml/2006/main" noGrp="1"/>
          </p:cNvSpPr>
          <p:nvPr/>
        </p:nvSpPr>
        <p:spPr>
          <a:xfrm xmlns:a="http://schemas.openxmlformats.org/drawingml/2006/main">
            <a:off x="91916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7" name="aligned-grid-2-0">
            <a:extLst xmlns:a="http://schemas.openxmlformats.org/drawingml/2006/main">
              <a:ext uri="{FF2B5EF4-FFF2-40B4-BE49-F238E27FC236}">
                <a16:creationId xmlns:a16="http://schemas.microsoft.com/office/drawing/2014/main" id="{538D052F-1695-4EDB-9DC2-B6970096EF7F}"/>
              </a:ext>
            </a:extLst>
          </p:cNvPr>
          <p:cNvSpPr>
            <a:spLocks xmlns:a="http://schemas.openxmlformats.org/drawingml/2006/main" noGrp="1"/>
          </p:cNvSpPr>
          <p:nvPr/>
        </p:nvSpPr>
        <p:spPr>
          <a:xfrm xmlns:a="http://schemas.openxmlformats.org/drawingml/2006/main">
            <a:off x="82010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8" name="aligned-grid-2-1">
            <a:extLst xmlns:a="http://schemas.openxmlformats.org/drawingml/2006/main">
              <a:ext uri="{FF2B5EF4-FFF2-40B4-BE49-F238E27FC236}">
                <a16:creationId xmlns:a16="http://schemas.microsoft.com/office/drawing/2014/main" id="{F107CB91-7A5D-44C2-A041-FDBBE2992557}"/>
              </a:ext>
            </a:extLst>
          </p:cNvPr>
          <p:cNvSpPr>
            <a:spLocks xmlns:a="http://schemas.openxmlformats.org/drawingml/2006/main" noGrp="1"/>
          </p:cNvSpPr>
          <p:nvPr/>
        </p:nvSpPr>
        <p:spPr>
          <a:xfrm xmlns:a="http://schemas.openxmlformats.org/drawingml/2006/main">
            <a:off x="84486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9" name="aligned-grid-2-2">
            <a:extLst xmlns:a="http://schemas.openxmlformats.org/drawingml/2006/main">
              <a:ext uri="{FF2B5EF4-FFF2-40B4-BE49-F238E27FC236}">
                <a16:creationId xmlns:a16="http://schemas.microsoft.com/office/drawing/2014/main" id="{BEB913F1-9FD7-455D-93F8-D40E8CBAEFD8}"/>
              </a:ext>
            </a:extLst>
          </p:cNvPr>
          <p:cNvSpPr>
            <a:spLocks xmlns:a="http://schemas.openxmlformats.org/drawingml/2006/main" noGrp="1"/>
          </p:cNvSpPr>
          <p:nvPr/>
        </p:nvSpPr>
        <p:spPr>
          <a:xfrm xmlns:a="http://schemas.openxmlformats.org/drawingml/2006/main">
            <a:off x="86963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0" name="aligned-grid-2-3">
            <a:extLst xmlns:a="http://schemas.openxmlformats.org/drawingml/2006/main">
              <a:ext uri="{FF2B5EF4-FFF2-40B4-BE49-F238E27FC236}">
                <a16:creationId xmlns:a16="http://schemas.microsoft.com/office/drawing/2014/main" id="{7149144B-DEC9-4EA6-B818-E6C280F33237}"/>
              </a:ext>
            </a:extLst>
          </p:cNvPr>
          <p:cNvSpPr>
            <a:spLocks xmlns:a="http://schemas.openxmlformats.org/drawingml/2006/main" noGrp="1"/>
          </p:cNvSpPr>
          <p:nvPr/>
        </p:nvSpPr>
        <p:spPr>
          <a:xfrm xmlns:a="http://schemas.openxmlformats.org/drawingml/2006/main">
            <a:off x="89439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1" name="aligned-grid-2-4">
            <a:extLst xmlns:a="http://schemas.openxmlformats.org/drawingml/2006/main">
              <a:ext uri="{FF2B5EF4-FFF2-40B4-BE49-F238E27FC236}">
                <a16:creationId xmlns:a16="http://schemas.microsoft.com/office/drawing/2014/main" id="{F8107790-5471-4F60-8147-8F1D36B157EE}"/>
              </a:ext>
            </a:extLst>
          </p:cNvPr>
          <p:cNvSpPr>
            <a:spLocks xmlns:a="http://schemas.openxmlformats.org/drawingml/2006/main" noGrp="1"/>
          </p:cNvSpPr>
          <p:nvPr/>
        </p:nvSpPr>
        <p:spPr>
          <a:xfrm xmlns:a="http://schemas.openxmlformats.org/drawingml/2006/main">
            <a:off x="91916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2" name="aligned-grid-3-0">
            <a:extLst xmlns:a="http://schemas.openxmlformats.org/drawingml/2006/main">
              <a:ext uri="{FF2B5EF4-FFF2-40B4-BE49-F238E27FC236}">
                <a16:creationId xmlns:a16="http://schemas.microsoft.com/office/drawing/2014/main" id="{91E4BF45-4C7C-43E0-8EF3-CE9DEC5A62EB}"/>
              </a:ext>
            </a:extLst>
          </p:cNvPr>
          <p:cNvSpPr>
            <a:spLocks xmlns:a="http://schemas.openxmlformats.org/drawingml/2006/main" noGrp="1"/>
          </p:cNvSpPr>
          <p:nvPr/>
        </p:nvSpPr>
        <p:spPr>
          <a:xfrm xmlns:a="http://schemas.openxmlformats.org/drawingml/2006/main">
            <a:off x="82010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3" name="aligned-grid-3-1">
            <a:extLst xmlns:a="http://schemas.openxmlformats.org/drawingml/2006/main">
              <a:ext uri="{FF2B5EF4-FFF2-40B4-BE49-F238E27FC236}">
                <a16:creationId xmlns:a16="http://schemas.microsoft.com/office/drawing/2014/main" id="{B636103B-F34D-4484-805E-B848AB953B6A}"/>
              </a:ext>
            </a:extLst>
          </p:cNvPr>
          <p:cNvSpPr>
            <a:spLocks xmlns:a="http://schemas.openxmlformats.org/drawingml/2006/main" noGrp="1"/>
          </p:cNvSpPr>
          <p:nvPr/>
        </p:nvSpPr>
        <p:spPr>
          <a:xfrm xmlns:a="http://schemas.openxmlformats.org/drawingml/2006/main">
            <a:off x="84486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4" name="aligned-grid-3-2">
            <a:extLst xmlns:a="http://schemas.openxmlformats.org/drawingml/2006/main">
              <a:ext uri="{FF2B5EF4-FFF2-40B4-BE49-F238E27FC236}">
                <a16:creationId xmlns:a16="http://schemas.microsoft.com/office/drawing/2014/main" id="{CDCC7D6C-1BD4-4895-BB0D-0F8F28A32FAF}"/>
              </a:ext>
            </a:extLst>
          </p:cNvPr>
          <p:cNvSpPr>
            <a:spLocks xmlns:a="http://schemas.openxmlformats.org/drawingml/2006/main" noGrp="1"/>
          </p:cNvSpPr>
          <p:nvPr/>
        </p:nvSpPr>
        <p:spPr>
          <a:xfrm xmlns:a="http://schemas.openxmlformats.org/drawingml/2006/main">
            <a:off x="86963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5" name="aligned-grid-3-3">
            <a:extLst xmlns:a="http://schemas.openxmlformats.org/drawingml/2006/main">
              <a:ext uri="{FF2B5EF4-FFF2-40B4-BE49-F238E27FC236}">
                <a16:creationId xmlns:a16="http://schemas.microsoft.com/office/drawing/2014/main" id="{376272FB-E705-430F-9847-DC80C0E3A01B}"/>
              </a:ext>
            </a:extLst>
          </p:cNvPr>
          <p:cNvSpPr>
            <a:spLocks xmlns:a="http://schemas.openxmlformats.org/drawingml/2006/main" noGrp="1"/>
          </p:cNvSpPr>
          <p:nvPr/>
        </p:nvSpPr>
        <p:spPr>
          <a:xfrm xmlns:a="http://schemas.openxmlformats.org/drawingml/2006/main">
            <a:off x="89439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6" name="aligned-grid-3-4">
            <a:extLst xmlns:a="http://schemas.openxmlformats.org/drawingml/2006/main">
              <a:ext uri="{FF2B5EF4-FFF2-40B4-BE49-F238E27FC236}">
                <a16:creationId xmlns:a16="http://schemas.microsoft.com/office/drawing/2014/main" id="{6555F01B-04B3-43F0-BB3C-6F829BD2B797}"/>
              </a:ext>
            </a:extLst>
          </p:cNvPr>
          <p:cNvSpPr>
            <a:spLocks xmlns:a="http://schemas.openxmlformats.org/drawingml/2006/main" noGrp="1"/>
          </p:cNvSpPr>
          <p:nvPr/>
        </p:nvSpPr>
        <p:spPr>
          <a:xfrm xmlns:a="http://schemas.openxmlformats.org/drawingml/2006/main">
            <a:off x="91916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243" name=""/>
          <p:cNvCxnSpPr>
            <a:stCxn xmlns:a="http://schemas.openxmlformats.org/drawingml/2006/main" id="27" idx="3"/>
            <a:endCxn xmlns:a="http://schemas.openxmlformats.org/drawingml/2006/main" id="65" idx="1"/>
          </p:cNvCxnSpPr>
          <p:nvPr/>
        </p:nvCxnSpPr>
        <p:spPr>
          <a:xfrm xmlns:a="http://schemas.openxmlformats.org/drawingml/2006/main">
            <a:off x="4629150" y="2552700"/>
            <a:ext cx="8382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44" name=""/>
          <p:cNvCxnSpPr>
            <a:stCxn xmlns:a="http://schemas.openxmlformats.org/drawingml/2006/main" id="65" idx="3"/>
            <a:endCxn xmlns:a="http://schemas.openxmlformats.org/drawingml/2006/main" id="66" idx="1"/>
          </p:cNvCxnSpPr>
          <p:nvPr/>
        </p:nvCxnSpPr>
        <p:spPr>
          <a:xfrm xmlns:a="http://schemas.openxmlformats.org/drawingml/2006/main" flipV="1">
            <a:off x="7372350" y="2495550"/>
            <a:ext cx="828675" cy="1762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89" name="alignment-option">
            <a:extLst xmlns:a="http://schemas.openxmlformats.org/drawingml/2006/main">
              <a:ext uri="{FF2B5EF4-FFF2-40B4-BE49-F238E27FC236}">
                <a16:creationId xmlns:a16="http://schemas.microsoft.com/office/drawing/2014/main" id="{251D942E-FA7A-479A-BF3F-A544579C3A0F}"/>
              </a:ext>
            </a:extLst>
          </p:cNvPr>
          <p:cNvSpPr>
            <a:spLocks xmlns:a="http://schemas.openxmlformats.org/drawingml/2006/main" noGrp="1"/>
          </p:cNvSpPr>
          <p:nvPr/>
        </p:nvSpPr>
        <p:spPr>
          <a:xfrm xmlns:a="http://schemas.openxmlformats.org/drawingml/2006/main">
            <a:off x="5010150" y="3371850"/>
            <a:ext cx="29432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52606B"/>
                </a:solidFill>
                <a:latin typeface="Arial"/>
                <a:ea typeface="Arial"/>
                <a:cs typeface="Arial"/>
              </a:defRPr>
            </a:pPr>
            <a:r>
              <a:rPr sz="1950" b="0">
                <a:solidFill>
                  <a:srgbClr val="52606B"/>
                </a:solidFill>
                <a:latin typeface="Arial"/>
                <a:ea typeface="Arial"/>
                <a:cs typeface="Arial"/>
              </a:rPr>
              <a:t>align_corners = False</a:t>
            </a:r>
          </a:p>
        </p:txBody>
      </p:sp>
      <p:sp>
        <p:nvSpPr>
          <p:cNvPr id="90" name="aligned-dims">
            <a:extLst xmlns:a="http://schemas.openxmlformats.org/drawingml/2006/main">
              <a:ext uri="{FF2B5EF4-FFF2-40B4-BE49-F238E27FC236}">
                <a16:creationId xmlns:a16="http://schemas.microsoft.com/office/drawing/2014/main" id="{0A82C578-398F-4E83-8307-B1A7490A016A}"/>
              </a:ext>
            </a:extLst>
          </p:cNvPr>
          <p:cNvSpPr>
            <a:spLocks xmlns:a="http://schemas.openxmlformats.org/drawingml/2006/main" noGrp="1"/>
          </p:cNvSpPr>
          <p:nvPr/>
        </p:nvSpPr>
        <p:spPr>
          <a:xfrm xmlns:a="http://schemas.openxmlformats.org/drawingml/2006/main">
            <a:off x="7800975" y="3114675"/>
            <a:ext cx="20383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91" name="junction-5">
            <a:extLst xmlns:a="http://schemas.openxmlformats.org/drawingml/2006/main">
              <a:ext uri="{FF2B5EF4-FFF2-40B4-BE49-F238E27FC236}">
                <a16:creationId xmlns:a16="http://schemas.microsoft.com/office/drawing/2014/main" id="{1DACCC8D-F981-46D5-AD0B-340350CDCA88}"/>
              </a:ext>
            </a:extLst>
          </p:cNvPr>
          <p:cNvSpPr>
            <a:spLocks xmlns:a="http://schemas.openxmlformats.org/drawingml/2006/main" noGrp="1"/>
          </p:cNvSpPr>
          <p:nvPr/>
        </p:nvSpPr>
        <p:spPr>
          <a:xfrm xmlns:a="http://schemas.openxmlformats.org/drawingml/2006/main">
            <a:off x="193357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2" name="junction-6">
            <a:extLst xmlns:a="http://schemas.openxmlformats.org/drawingml/2006/main">
              <a:ext uri="{FF2B5EF4-FFF2-40B4-BE49-F238E27FC236}">
                <a16:creationId xmlns:a16="http://schemas.microsoft.com/office/drawing/2014/main" id="{BFF18B94-BA45-4E94-AE0C-34A2F7A2961D}"/>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9" name=""/>
          <p:cNvCxnSpPr>
            <a:stCxn xmlns:a="http://schemas.openxmlformats.org/drawingml/2006/main" id="91" idx="3"/>
            <a:endCxn xmlns:a="http://schemas.openxmlformats.org/drawingml/2006/main" id="92" idx="1"/>
          </p:cNvCxnSpPr>
          <p:nvPr/>
        </p:nvCxnSpPr>
        <p:spPr>
          <a:xfrm xmlns:a="http://schemas.openxmlformats.org/drawingml/2006/main">
            <a:off x="1952625" y="2495550"/>
            <a:ext cx="609600"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4" name="junction-7">
            <a:extLst xmlns:a="http://schemas.openxmlformats.org/drawingml/2006/main">
              <a:ext uri="{FF2B5EF4-FFF2-40B4-BE49-F238E27FC236}">
                <a16:creationId xmlns:a16="http://schemas.microsoft.com/office/drawing/2014/main" id="{2F3B0786-0BDF-400B-A375-7ED16EC54B08}"/>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5" name="junction-8">
            <a:extLst xmlns:a="http://schemas.openxmlformats.org/drawingml/2006/main">
              <a:ext uri="{FF2B5EF4-FFF2-40B4-BE49-F238E27FC236}">
                <a16:creationId xmlns:a16="http://schemas.microsoft.com/office/drawing/2014/main" id="{9CB13E01-2204-4A2D-BDB3-B07463CF9605}"/>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2" name=""/>
          <p:cNvCxnSpPr>
            <a:stCxn xmlns:a="http://schemas.openxmlformats.org/drawingml/2006/main" id="94" idx="0"/>
            <a:endCxn xmlns:a="http://schemas.openxmlformats.org/drawingml/2006/main" id="95" idx="2"/>
          </p:cNvCxnSpPr>
          <p:nvPr/>
        </p:nvCxnSpPr>
        <p:spPr>
          <a:xfrm xmlns:a="http://schemas.openxmlformats.org/drawingml/2006/main" flipV="1">
            <a:off x="2571750" y="1343025"/>
            <a:ext cx="0" cy="114300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7" name="junction-9">
            <a:extLst xmlns:a="http://schemas.openxmlformats.org/drawingml/2006/main">
              <a:ext uri="{FF2B5EF4-FFF2-40B4-BE49-F238E27FC236}">
                <a16:creationId xmlns:a16="http://schemas.microsoft.com/office/drawing/2014/main" id="{17FA9EFA-8895-4713-917D-B25889927320}"/>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8" name="junction-10">
            <a:extLst xmlns:a="http://schemas.openxmlformats.org/drawingml/2006/main">
              <a:ext uri="{FF2B5EF4-FFF2-40B4-BE49-F238E27FC236}">
                <a16:creationId xmlns:a16="http://schemas.microsoft.com/office/drawing/2014/main" id="{B48A31C8-2970-4414-8424-89CA62A17245}"/>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5" name=""/>
          <p:cNvCxnSpPr>
            <a:stCxn xmlns:a="http://schemas.openxmlformats.org/drawingml/2006/main" id="97" idx="3"/>
            <a:endCxn xmlns:a="http://schemas.openxmlformats.org/drawingml/2006/main" id="98" idx="1"/>
          </p:cNvCxnSpPr>
          <p:nvPr/>
        </p:nvCxnSpPr>
        <p:spPr>
          <a:xfrm xmlns:a="http://schemas.openxmlformats.org/drawingml/2006/main">
            <a:off x="2581275" y="1333500"/>
            <a:ext cx="4067175"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100" name="junction-11">
            <a:extLst xmlns:a="http://schemas.openxmlformats.org/drawingml/2006/main">
              <a:ext uri="{FF2B5EF4-FFF2-40B4-BE49-F238E27FC236}">
                <a16:creationId xmlns:a16="http://schemas.microsoft.com/office/drawing/2014/main" id="{ED33CB43-EC19-4E05-8A78-4B013029595C}"/>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01" name="junction-12">
            <a:extLst xmlns:a="http://schemas.openxmlformats.org/drawingml/2006/main">
              <a:ext uri="{FF2B5EF4-FFF2-40B4-BE49-F238E27FC236}">
                <a16:creationId xmlns:a16="http://schemas.microsoft.com/office/drawing/2014/main" id="{EC004440-4AC3-4817-B518-102EFFA94E36}"/>
              </a:ext>
            </a:extLst>
          </p:cNvPr>
          <p:cNvSpPr>
            <a:spLocks xmlns:a="http://schemas.openxmlformats.org/drawingml/2006/main" noGrp="1"/>
          </p:cNvSpPr>
          <p:nvPr/>
        </p:nvSpPr>
        <p:spPr>
          <a:xfrm xmlns:a="http://schemas.openxmlformats.org/drawingml/2006/main">
            <a:off x="6648450" y="21431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8" name=""/>
          <p:cNvCxnSpPr>
            <a:stCxn xmlns:a="http://schemas.openxmlformats.org/drawingml/2006/main" id="100" idx="2"/>
            <a:endCxn xmlns:a="http://schemas.openxmlformats.org/drawingml/2006/main" id="101" idx="0"/>
          </p:cNvCxnSpPr>
          <p:nvPr/>
        </p:nvCxnSpPr>
        <p:spPr>
          <a:xfrm xmlns:a="http://schemas.openxmlformats.org/drawingml/2006/main">
            <a:off x="6657975" y="1343025"/>
            <a:ext cx="0" cy="800100"/>
          </a:xfrm>
          <a:prstGeom xmlns:a="http://schemas.openxmlformats.org/drawingml/2006/main" prst="straightConnector1">
            <a:avLst/>
          </a:prstGeom>
          <a:ln xmlns:a="http://schemas.openxmlformats.org/drawingml/2006/main" w="16193">
            <a:solidFill>
              <a:srgbClr val="52606B"/>
            </a:solidFill>
            <a:prstDash val="dash"/>
            <a:tailEnd type="triangle" w="med" len="med"/>
          </a:ln>
        </p:spPr>
      </p:cxnSp>
      <p:sp>
        <p:nvSpPr>
          <p:cNvPr id="103" name="target-size-note">
            <a:extLst xmlns:a="http://schemas.openxmlformats.org/drawingml/2006/main">
              <a:ext uri="{FF2B5EF4-FFF2-40B4-BE49-F238E27FC236}">
                <a16:creationId xmlns:a16="http://schemas.microsoft.com/office/drawing/2014/main" id="{7235510E-ECE4-4DA2-9752-EC68C0F0328C}"/>
              </a:ext>
            </a:extLst>
          </p:cNvPr>
          <p:cNvSpPr>
            <a:spLocks xmlns:a="http://schemas.openxmlformats.org/drawingml/2006/main" noGrp="1"/>
          </p:cNvSpPr>
          <p:nvPr/>
        </p:nvSpPr>
        <p:spPr>
          <a:xfrm xmlns:a="http://schemas.openxmlformats.org/drawingml/2006/main">
            <a:off x="4200525" y="933450"/>
            <a:ext cx="1971675"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52606B"/>
                </a:solidFill>
                <a:latin typeface="Arial"/>
                <a:ea typeface="Arial"/>
                <a:cs typeface="Arial"/>
              </a:defRPr>
            </a:pPr>
            <a:r>
              <a:rPr sz="2025" b="0">
                <a:solidFill>
                  <a:srgbClr val="52606B"/>
                </a:solidFill>
                <a:latin typeface="Arial"/>
                <a:ea typeface="Arial"/>
                <a:cs typeface="Arial"/>
              </a:rPr>
              <a:t>target size</a:t>
            </a:r>
          </a:p>
        </p:txBody>
      </p:sp>
      <p:sp>
        <p:nvSpPr>
          <p:cNvPr id="104" name="aligned-position">
            <a:extLst xmlns:a="http://schemas.openxmlformats.org/drawingml/2006/main">
              <a:ext uri="{FF2B5EF4-FFF2-40B4-BE49-F238E27FC236}">
                <a16:creationId xmlns:a16="http://schemas.microsoft.com/office/drawing/2014/main" id="{54DE6E51-6159-4583-A631-6ADDE38FDA73}"/>
              </a:ext>
            </a:extLst>
          </p:cNvPr>
          <p:cNvSpPr>
            <a:spLocks xmlns:a="http://schemas.openxmlformats.org/drawingml/2006/main" noGrp="1"/>
          </p:cNvSpPr>
          <p:nvPr/>
        </p:nvSpPr>
        <p:spPr>
          <a:xfrm xmlns:a="http://schemas.openxmlformats.org/drawingml/2006/main">
            <a:off x="10334625" y="1943100"/>
            <a:ext cx="2476500" cy="9048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Aligned patch</a:t>
            </a:r>
          </a:p>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positions</a:t>
            </a:r>
          </a:p>
        </p:txBody>
      </p:sp>
      <p:sp>
        <p:nvSpPr>
          <p:cNvPr id="105" name="same-lattice">
            <a:extLst xmlns:a="http://schemas.openxmlformats.org/drawingml/2006/main">
              <a:ext uri="{FF2B5EF4-FFF2-40B4-BE49-F238E27FC236}">
                <a16:creationId xmlns:a16="http://schemas.microsoft.com/office/drawing/2014/main" id="{F5F58544-B4F5-4905-9EFB-5CD3173010C3}"/>
              </a:ext>
            </a:extLst>
          </p:cNvPr>
          <p:cNvSpPr>
            <a:spLocks xmlns:a="http://schemas.openxmlformats.org/drawingml/2006/main" noGrp="1"/>
          </p:cNvSpPr>
          <p:nvPr/>
        </p:nvSpPr>
        <p:spPr>
          <a:xfrm xmlns:a="http://schemas.openxmlformats.org/drawingml/2006/main">
            <a:off x="9810750" y="3009900"/>
            <a:ext cx="31718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Common DINO grid</a:t>
            </a:r>
          </a:p>
        </p:txBody>
      </p:sp>
      <p:sp>
        <p:nvSpPr>
          <p:cNvPr id="106" name="rule-13">
            <a:extLst xmlns:a="http://schemas.openxmlformats.org/drawingml/2006/main">
              <a:ext uri="{FF2B5EF4-FFF2-40B4-BE49-F238E27FC236}">
                <a16:creationId xmlns:a16="http://schemas.microsoft.com/office/drawing/2014/main" id="{2F250DF3-FB7A-4BE0-80D7-F4E352E6E5B9}"/>
              </a:ext>
            </a:extLst>
          </p:cNvPr>
          <p:cNvSpPr>
            <a:spLocks xmlns:a="http://schemas.openxmlformats.org/drawingml/2006/main" noGrp="1"/>
          </p:cNvSpPr>
          <p:nvPr/>
        </p:nvSpPr>
        <p:spPr>
          <a:xfrm xmlns:a="http://schemas.openxmlformats.org/drawingml/2006/main">
            <a:off x="342900" y="393382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07" name="fusion-heading">
            <a:extLst xmlns:a="http://schemas.openxmlformats.org/drawingml/2006/main">
              <a:ext uri="{FF2B5EF4-FFF2-40B4-BE49-F238E27FC236}">
                <a16:creationId xmlns:a16="http://schemas.microsoft.com/office/drawing/2014/main" id="{13AEE542-94BB-4E12-BDF1-B902D4880AD3}"/>
              </a:ext>
            </a:extLst>
          </p:cNvPr>
          <p:cNvSpPr>
            <a:spLocks xmlns:a="http://schemas.openxmlformats.org/drawingml/2006/main" noGrp="1"/>
          </p:cNvSpPr>
          <p:nvPr/>
        </p:nvSpPr>
        <p:spPr>
          <a:xfrm xmlns:a="http://schemas.openxmlformats.org/drawingml/2006/main">
            <a:off x="342900" y="4171950"/>
            <a:ext cx="126301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Per-patch magnitude calibration and concatenation</a:t>
            </a:r>
          </a:p>
        </p:txBody>
      </p:sp>
      <p:sp>
        <p:nvSpPr>
          <p:cNvPr id="108" name="dino-vector-anchor">
            <a:extLst xmlns:a="http://schemas.openxmlformats.org/drawingml/2006/main">
              <a:ext uri="{FF2B5EF4-FFF2-40B4-BE49-F238E27FC236}">
                <a16:creationId xmlns:a16="http://schemas.microsoft.com/office/drawing/2014/main" id="{4FE6A1F3-B70F-4A92-A529-EEBAB5E310FD}"/>
              </a:ext>
            </a:extLst>
          </p:cNvPr>
          <p:cNvSpPr>
            <a:spLocks xmlns:a="http://schemas.openxmlformats.org/drawingml/2006/main" noGrp="1"/>
          </p:cNvSpPr>
          <p:nvPr/>
        </p:nvSpPr>
        <p:spPr>
          <a:xfrm xmlns:a="http://schemas.openxmlformats.org/drawingml/2006/main">
            <a:off x="476250" y="514350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09" name="dino-vector-0">
            <a:extLst xmlns:a="http://schemas.openxmlformats.org/drawingml/2006/main">
              <a:ext uri="{FF2B5EF4-FFF2-40B4-BE49-F238E27FC236}">
                <a16:creationId xmlns:a16="http://schemas.microsoft.com/office/drawing/2014/main" id="{0DD38764-92E7-4B87-AE22-00DD63639C07}"/>
              </a:ext>
            </a:extLst>
          </p:cNvPr>
          <p:cNvSpPr>
            <a:spLocks xmlns:a="http://schemas.openxmlformats.org/drawingml/2006/main" noGrp="1"/>
          </p:cNvSpPr>
          <p:nvPr/>
        </p:nvSpPr>
        <p:spPr>
          <a:xfrm xmlns:a="http://schemas.openxmlformats.org/drawingml/2006/main">
            <a:off x="47625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0" name="dino-vector-1">
            <a:extLst xmlns:a="http://schemas.openxmlformats.org/drawingml/2006/main">
              <a:ext uri="{FF2B5EF4-FFF2-40B4-BE49-F238E27FC236}">
                <a16:creationId xmlns:a16="http://schemas.microsoft.com/office/drawing/2014/main" id="{99D3551B-A019-400E-B473-C551BF077AA2}"/>
              </a:ext>
            </a:extLst>
          </p:cNvPr>
          <p:cNvSpPr>
            <a:spLocks xmlns:a="http://schemas.openxmlformats.org/drawingml/2006/main" noGrp="1"/>
          </p:cNvSpPr>
          <p:nvPr/>
        </p:nvSpPr>
        <p:spPr>
          <a:xfrm xmlns:a="http://schemas.openxmlformats.org/drawingml/2006/main">
            <a:off x="66198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1" name="dino-vector-2">
            <a:extLst xmlns:a="http://schemas.openxmlformats.org/drawingml/2006/main">
              <a:ext uri="{FF2B5EF4-FFF2-40B4-BE49-F238E27FC236}">
                <a16:creationId xmlns:a16="http://schemas.microsoft.com/office/drawing/2014/main" id="{71D3E487-5BFC-47D3-9896-103D3BFF03EA}"/>
              </a:ext>
            </a:extLst>
          </p:cNvPr>
          <p:cNvSpPr>
            <a:spLocks xmlns:a="http://schemas.openxmlformats.org/drawingml/2006/main" noGrp="1"/>
          </p:cNvSpPr>
          <p:nvPr/>
        </p:nvSpPr>
        <p:spPr>
          <a:xfrm xmlns:a="http://schemas.openxmlformats.org/drawingml/2006/main">
            <a:off x="84772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2" name="dino-vector-3">
            <a:extLst xmlns:a="http://schemas.openxmlformats.org/drawingml/2006/main">
              <a:ext uri="{FF2B5EF4-FFF2-40B4-BE49-F238E27FC236}">
                <a16:creationId xmlns:a16="http://schemas.microsoft.com/office/drawing/2014/main" id="{FD43F02C-69C3-44B9-A0CB-E3BBA4A50CB6}"/>
              </a:ext>
            </a:extLst>
          </p:cNvPr>
          <p:cNvSpPr>
            <a:spLocks xmlns:a="http://schemas.openxmlformats.org/drawingml/2006/main" noGrp="1"/>
          </p:cNvSpPr>
          <p:nvPr/>
        </p:nvSpPr>
        <p:spPr>
          <a:xfrm xmlns:a="http://schemas.openxmlformats.org/drawingml/2006/main">
            <a:off x="103346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3" name="dino-vector-4">
            <a:extLst xmlns:a="http://schemas.openxmlformats.org/drawingml/2006/main">
              <a:ext uri="{FF2B5EF4-FFF2-40B4-BE49-F238E27FC236}">
                <a16:creationId xmlns:a16="http://schemas.microsoft.com/office/drawing/2014/main" id="{E0C82759-27AE-4633-90F3-47F8714E7BBB}"/>
              </a:ext>
            </a:extLst>
          </p:cNvPr>
          <p:cNvSpPr>
            <a:spLocks xmlns:a="http://schemas.openxmlformats.org/drawingml/2006/main" noGrp="1"/>
          </p:cNvSpPr>
          <p:nvPr/>
        </p:nvSpPr>
        <p:spPr>
          <a:xfrm xmlns:a="http://schemas.openxmlformats.org/drawingml/2006/main">
            <a:off x="121920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4" name="dino-vector-5">
            <a:extLst xmlns:a="http://schemas.openxmlformats.org/drawingml/2006/main">
              <a:ext uri="{FF2B5EF4-FFF2-40B4-BE49-F238E27FC236}">
                <a16:creationId xmlns:a16="http://schemas.microsoft.com/office/drawing/2014/main" id="{5AA88D5A-D849-4634-8063-98B2A515E770}"/>
              </a:ext>
            </a:extLst>
          </p:cNvPr>
          <p:cNvSpPr>
            <a:spLocks xmlns:a="http://schemas.openxmlformats.org/drawingml/2006/main" noGrp="1"/>
          </p:cNvSpPr>
          <p:nvPr/>
        </p:nvSpPr>
        <p:spPr>
          <a:xfrm xmlns:a="http://schemas.openxmlformats.org/drawingml/2006/main">
            <a:off x="140493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5" name="dino-vector-6">
            <a:extLst xmlns:a="http://schemas.openxmlformats.org/drawingml/2006/main">
              <a:ext uri="{FF2B5EF4-FFF2-40B4-BE49-F238E27FC236}">
                <a16:creationId xmlns:a16="http://schemas.microsoft.com/office/drawing/2014/main" id="{FD582635-EB5F-4881-927A-5FA7819AC177}"/>
              </a:ext>
            </a:extLst>
          </p:cNvPr>
          <p:cNvSpPr>
            <a:spLocks xmlns:a="http://schemas.openxmlformats.org/drawingml/2006/main" noGrp="1"/>
          </p:cNvSpPr>
          <p:nvPr/>
        </p:nvSpPr>
        <p:spPr>
          <a:xfrm xmlns:a="http://schemas.openxmlformats.org/drawingml/2006/main">
            <a:off x="159067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6" name="dino-vector-7">
            <a:extLst xmlns:a="http://schemas.openxmlformats.org/drawingml/2006/main">
              <a:ext uri="{FF2B5EF4-FFF2-40B4-BE49-F238E27FC236}">
                <a16:creationId xmlns:a16="http://schemas.microsoft.com/office/drawing/2014/main" id="{8F04751F-D924-40E3-9D12-20CD58FB4C08}"/>
              </a:ext>
            </a:extLst>
          </p:cNvPr>
          <p:cNvSpPr>
            <a:spLocks xmlns:a="http://schemas.openxmlformats.org/drawingml/2006/main" noGrp="1"/>
          </p:cNvSpPr>
          <p:nvPr/>
        </p:nvSpPr>
        <p:spPr>
          <a:xfrm xmlns:a="http://schemas.openxmlformats.org/drawingml/2006/main">
            <a:off x="177641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7" name="clip-vector-anchor">
            <a:extLst xmlns:a="http://schemas.openxmlformats.org/drawingml/2006/main">
              <a:ext uri="{FF2B5EF4-FFF2-40B4-BE49-F238E27FC236}">
                <a16:creationId xmlns:a16="http://schemas.microsoft.com/office/drawing/2014/main" id="{13E6F9C3-68B2-4A5D-9E02-14BD5B65BDC3}"/>
              </a:ext>
            </a:extLst>
          </p:cNvPr>
          <p:cNvSpPr>
            <a:spLocks xmlns:a="http://schemas.openxmlformats.org/drawingml/2006/main" noGrp="1"/>
          </p:cNvSpPr>
          <p:nvPr/>
        </p:nvSpPr>
        <p:spPr>
          <a:xfrm xmlns:a="http://schemas.openxmlformats.org/drawingml/2006/main">
            <a:off x="476250" y="603885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18" name="clip-vector-0">
            <a:extLst xmlns:a="http://schemas.openxmlformats.org/drawingml/2006/main">
              <a:ext uri="{FF2B5EF4-FFF2-40B4-BE49-F238E27FC236}">
                <a16:creationId xmlns:a16="http://schemas.microsoft.com/office/drawing/2014/main" id="{EEAB4EA2-8569-415F-9F84-56715323AB85}"/>
              </a:ext>
            </a:extLst>
          </p:cNvPr>
          <p:cNvSpPr>
            <a:spLocks xmlns:a="http://schemas.openxmlformats.org/drawingml/2006/main" noGrp="1"/>
          </p:cNvSpPr>
          <p:nvPr/>
        </p:nvSpPr>
        <p:spPr>
          <a:xfrm xmlns:a="http://schemas.openxmlformats.org/drawingml/2006/main">
            <a:off x="47625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19" name="clip-vector-1">
            <a:extLst xmlns:a="http://schemas.openxmlformats.org/drawingml/2006/main">
              <a:ext uri="{FF2B5EF4-FFF2-40B4-BE49-F238E27FC236}">
                <a16:creationId xmlns:a16="http://schemas.microsoft.com/office/drawing/2014/main" id="{E73CEB39-B2F5-47FD-AF0F-9340B98BF44B}"/>
              </a:ext>
            </a:extLst>
          </p:cNvPr>
          <p:cNvSpPr>
            <a:spLocks xmlns:a="http://schemas.openxmlformats.org/drawingml/2006/main" noGrp="1"/>
          </p:cNvSpPr>
          <p:nvPr/>
        </p:nvSpPr>
        <p:spPr>
          <a:xfrm xmlns:a="http://schemas.openxmlformats.org/drawingml/2006/main">
            <a:off x="66198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0" name="clip-vector-2">
            <a:extLst xmlns:a="http://schemas.openxmlformats.org/drawingml/2006/main">
              <a:ext uri="{FF2B5EF4-FFF2-40B4-BE49-F238E27FC236}">
                <a16:creationId xmlns:a16="http://schemas.microsoft.com/office/drawing/2014/main" id="{D1E3C189-9C47-4E5A-8F5B-BB260085AFCE}"/>
              </a:ext>
            </a:extLst>
          </p:cNvPr>
          <p:cNvSpPr>
            <a:spLocks xmlns:a="http://schemas.openxmlformats.org/drawingml/2006/main" noGrp="1"/>
          </p:cNvSpPr>
          <p:nvPr/>
        </p:nvSpPr>
        <p:spPr>
          <a:xfrm xmlns:a="http://schemas.openxmlformats.org/drawingml/2006/main">
            <a:off x="84772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1" name="clip-vector-3">
            <a:extLst xmlns:a="http://schemas.openxmlformats.org/drawingml/2006/main">
              <a:ext uri="{FF2B5EF4-FFF2-40B4-BE49-F238E27FC236}">
                <a16:creationId xmlns:a16="http://schemas.microsoft.com/office/drawing/2014/main" id="{AD3E5C53-7CDD-498F-8A0D-C7F8CD4331B2}"/>
              </a:ext>
            </a:extLst>
          </p:cNvPr>
          <p:cNvSpPr>
            <a:spLocks xmlns:a="http://schemas.openxmlformats.org/drawingml/2006/main" noGrp="1"/>
          </p:cNvSpPr>
          <p:nvPr/>
        </p:nvSpPr>
        <p:spPr>
          <a:xfrm xmlns:a="http://schemas.openxmlformats.org/drawingml/2006/main">
            <a:off x="103346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2" name="clip-vector-4">
            <a:extLst xmlns:a="http://schemas.openxmlformats.org/drawingml/2006/main">
              <a:ext uri="{FF2B5EF4-FFF2-40B4-BE49-F238E27FC236}">
                <a16:creationId xmlns:a16="http://schemas.microsoft.com/office/drawing/2014/main" id="{02BEACBC-116E-4DF5-88D2-94A477B04AE0}"/>
              </a:ext>
            </a:extLst>
          </p:cNvPr>
          <p:cNvSpPr>
            <a:spLocks xmlns:a="http://schemas.openxmlformats.org/drawingml/2006/main" noGrp="1"/>
          </p:cNvSpPr>
          <p:nvPr/>
        </p:nvSpPr>
        <p:spPr>
          <a:xfrm xmlns:a="http://schemas.openxmlformats.org/drawingml/2006/main">
            <a:off x="121920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3" name="clip-vector-5">
            <a:extLst xmlns:a="http://schemas.openxmlformats.org/drawingml/2006/main">
              <a:ext uri="{FF2B5EF4-FFF2-40B4-BE49-F238E27FC236}">
                <a16:creationId xmlns:a16="http://schemas.microsoft.com/office/drawing/2014/main" id="{1B888EF5-D3E7-4F01-AD91-A5CC2B9531E8}"/>
              </a:ext>
            </a:extLst>
          </p:cNvPr>
          <p:cNvSpPr>
            <a:spLocks xmlns:a="http://schemas.openxmlformats.org/drawingml/2006/main" noGrp="1"/>
          </p:cNvSpPr>
          <p:nvPr/>
        </p:nvSpPr>
        <p:spPr>
          <a:xfrm xmlns:a="http://schemas.openxmlformats.org/drawingml/2006/main">
            <a:off x="140493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4" name="clip-vector-6">
            <a:extLst xmlns:a="http://schemas.openxmlformats.org/drawingml/2006/main">
              <a:ext uri="{FF2B5EF4-FFF2-40B4-BE49-F238E27FC236}">
                <a16:creationId xmlns:a16="http://schemas.microsoft.com/office/drawing/2014/main" id="{622684C1-3A89-4586-91CA-5B0560B96F9F}"/>
              </a:ext>
            </a:extLst>
          </p:cNvPr>
          <p:cNvSpPr>
            <a:spLocks xmlns:a="http://schemas.openxmlformats.org/drawingml/2006/main" noGrp="1"/>
          </p:cNvSpPr>
          <p:nvPr/>
        </p:nvSpPr>
        <p:spPr>
          <a:xfrm xmlns:a="http://schemas.openxmlformats.org/drawingml/2006/main">
            <a:off x="159067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5" name="clip-vector-7">
            <a:extLst xmlns:a="http://schemas.openxmlformats.org/drawingml/2006/main">
              <a:ext uri="{FF2B5EF4-FFF2-40B4-BE49-F238E27FC236}">
                <a16:creationId xmlns:a16="http://schemas.microsoft.com/office/drawing/2014/main" id="{68F6C714-01C8-4645-9D1C-BA4374DADCE3}"/>
              </a:ext>
            </a:extLst>
          </p:cNvPr>
          <p:cNvSpPr>
            <a:spLocks xmlns:a="http://schemas.openxmlformats.org/drawingml/2006/main" noGrp="1"/>
          </p:cNvSpPr>
          <p:nvPr/>
        </p:nvSpPr>
        <p:spPr>
          <a:xfrm xmlns:a="http://schemas.openxmlformats.org/drawingml/2006/main">
            <a:off x="177641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6" name="dino-vector-symbol">
            <a:extLst xmlns:a="http://schemas.openxmlformats.org/drawingml/2006/main">
              <a:ext uri="{FF2B5EF4-FFF2-40B4-BE49-F238E27FC236}">
                <a16:creationId xmlns:a16="http://schemas.microsoft.com/office/drawing/2014/main" id="{E65E3B8A-0EE5-49D9-984A-DA226701AEC0}"/>
              </a:ext>
            </a:extLst>
          </p:cNvPr>
          <p:cNvSpPr>
            <a:spLocks xmlns:a="http://schemas.openxmlformats.org/drawingml/2006/main" noGrp="1"/>
          </p:cNvSpPr>
          <p:nvPr/>
        </p:nvSpPr>
        <p:spPr>
          <a:xfrm xmlns:a="http://schemas.openxmlformats.org/drawingml/2006/main">
            <a:off x="609600" y="4667250"/>
            <a:ext cx="11525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1" i="0" baseline="-25000">
                <a:latin typeface="Cambria"/>
                <a:ea typeface="Cambria"/>
                <a:cs typeface="Cambria"/>
              </a:rPr>
              <a:t>D,p</a:t>
            </a:r>
          </a:p>
        </p:txBody>
      </p:sp>
      <p:sp>
        <p:nvSpPr>
          <p:cNvPr id="127" name="clip-vector-symbol">
            <a:extLst xmlns:a="http://schemas.openxmlformats.org/drawingml/2006/main">
              <a:ext uri="{FF2B5EF4-FFF2-40B4-BE49-F238E27FC236}">
                <a16:creationId xmlns:a16="http://schemas.microsoft.com/office/drawing/2014/main" id="{E55D2B55-D41F-4596-9714-47BD8FDC5297}"/>
              </a:ext>
            </a:extLst>
          </p:cNvPr>
          <p:cNvSpPr>
            <a:spLocks xmlns:a="http://schemas.openxmlformats.org/drawingml/2006/main" noGrp="1"/>
          </p:cNvSpPr>
          <p:nvPr/>
        </p:nvSpPr>
        <p:spPr>
          <a:xfrm xmlns:a="http://schemas.openxmlformats.org/drawingml/2006/main">
            <a:off x="228600" y="6477000"/>
            <a:ext cx="19907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1">
                <a:latin typeface="Cambria"/>
                <a:ea typeface="Cambria"/>
                <a:cs typeface="Cambria"/>
              </a:rPr>
              <a:t>f</a:t>
            </a:r>
            <a:r>
              <a:rPr sz="1566" b="1" i="0" baseline="-25000">
                <a:latin typeface="Cambria"/>
                <a:ea typeface="Cambria"/>
                <a:cs typeface="Cambria"/>
              </a:rPr>
              <a:t>C→D,p</a:t>
            </a:r>
          </a:p>
        </p:txBody>
      </p:sp>
      <p:sp>
        <p:nvSpPr>
          <p:cNvPr id="128" name="branch-norm-d">
            <a:extLst xmlns:a="http://schemas.openxmlformats.org/drawingml/2006/main">
              <a:ext uri="{FF2B5EF4-FFF2-40B4-BE49-F238E27FC236}">
                <a16:creationId xmlns:a16="http://schemas.microsoft.com/office/drawing/2014/main" id="{6E2CEE10-A3BD-4F56-A37F-3A57CA449244}"/>
              </a:ext>
            </a:extLst>
          </p:cNvPr>
          <p:cNvSpPr>
            <a:spLocks xmlns:a="http://schemas.openxmlformats.org/drawingml/2006/main" noGrp="1"/>
          </p:cNvSpPr>
          <p:nvPr/>
        </p:nvSpPr>
        <p:spPr>
          <a:xfrm xmlns:a="http://schemas.openxmlformats.org/drawingml/2006/main">
            <a:off x="2505075" y="4924425"/>
            <a:ext cx="1533525"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sp>
        <p:nvSpPr>
          <p:cNvPr id="129" name="branch-norm-c">
            <a:extLst xmlns:a="http://schemas.openxmlformats.org/drawingml/2006/main">
              <a:ext uri="{FF2B5EF4-FFF2-40B4-BE49-F238E27FC236}">
                <a16:creationId xmlns:a16="http://schemas.microsoft.com/office/drawing/2014/main" id="{0F8F4C6B-E260-452F-960C-A6B957B64FF1}"/>
              </a:ext>
            </a:extLst>
          </p:cNvPr>
          <p:cNvSpPr>
            <a:spLocks xmlns:a="http://schemas.openxmlformats.org/drawingml/2006/main" noGrp="1"/>
          </p:cNvSpPr>
          <p:nvPr/>
        </p:nvSpPr>
        <p:spPr>
          <a:xfrm xmlns:a="http://schemas.openxmlformats.org/drawingml/2006/main">
            <a:off x="2505075" y="5800725"/>
            <a:ext cx="1533525"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cxnSp>
        <p:nvCxnSpPr>
          <p:cNvPr id="286" name=""/>
          <p:cNvCxnSpPr>
            <a:stCxn xmlns:a="http://schemas.openxmlformats.org/drawingml/2006/main" id="108" idx="3"/>
            <a:endCxn xmlns:a="http://schemas.openxmlformats.org/drawingml/2006/main" id="128" idx="1"/>
          </p:cNvCxnSpPr>
          <p:nvPr/>
        </p:nvCxnSpPr>
        <p:spPr>
          <a:xfrm xmlns:a="http://schemas.openxmlformats.org/drawingml/2006/main" flipV="1">
            <a:off x="1962150" y="5291138"/>
            <a:ext cx="542925" cy="238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87" name=""/>
          <p:cNvCxnSpPr>
            <a:stCxn xmlns:a="http://schemas.openxmlformats.org/drawingml/2006/main" id="117" idx="3"/>
            <a:endCxn xmlns:a="http://schemas.openxmlformats.org/drawingml/2006/main" id="129" idx="1"/>
          </p:cNvCxnSpPr>
          <p:nvPr/>
        </p:nvCxnSpPr>
        <p:spPr>
          <a:xfrm xmlns:a="http://schemas.openxmlformats.org/drawingml/2006/main" flipV="1">
            <a:off x="1962150" y="6167438"/>
            <a:ext cx="542925" cy="42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32" name="scale-d">
            <a:extLst xmlns:a="http://schemas.openxmlformats.org/drawingml/2006/main">
              <a:ext uri="{FF2B5EF4-FFF2-40B4-BE49-F238E27FC236}">
                <a16:creationId xmlns:a16="http://schemas.microsoft.com/office/drawing/2014/main" id="{C1EB0D3C-E284-4101-A7B9-19E2AD67EFBA}"/>
              </a:ext>
            </a:extLst>
          </p:cNvPr>
          <p:cNvSpPr>
            <a:spLocks xmlns:a="http://schemas.openxmlformats.org/drawingml/2006/main" noGrp="1"/>
          </p:cNvSpPr>
          <p:nvPr/>
        </p:nvSpPr>
        <p:spPr>
          <a:xfrm xmlns:a="http://schemas.openxmlformats.org/drawingml/2006/main">
            <a:off x="4619625" y="4924425"/>
            <a:ext cx="1200150"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sp>
        <p:nvSpPr>
          <p:cNvPr id="133" name="scale-c">
            <a:extLst xmlns:a="http://schemas.openxmlformats.org/drawingml/2006/main">
              <a:ext uri="{FF2B5EF4-FFF2-40B4-BE49-F238E27FC236}">
                <a16:creationId xmlns:a16="http://schemas.microsoft.com/office/drawing/2014/main" id="{E0AFCF3F-7637-4AE6-A4D1-C268D708635C}"/>
              </a:ext>
            </a:extLst>
          </p:cNvPr>
          <p:cNvSpPr>
            <a:spLocks xmlns:a="http://schemas.openxmlformats.org/drawingml/2006/main" noGrp="1"/>
          </p:cNvSpPr>
          <p:nvPr/>
        </p:nvSpPr>
        <p:spPr>
          <a:xfrm xmlns:a="http://schemas.openxmlformats.org/drawingml/2006/main">
            <a:off x="4619625" y="5800725"/>
            <a:ext cx="1200150"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cxnSp>
        <p:nvCxnSpPr>
          <p:cNvPr id="290" name=""/>
          <p:cNvCxnSpPr>
            <a:stCxn xmlns:a="http://schemas.openxmlformats.org/drawingml/2006/main" id="128" idx="3"/>
            <a:endCxn xmlns:a="http://schemas.openxmlformats.org/drawingml/2006/main" id="132" idx="1"/>
          </p:cNvCxnSpPr>
          <p:nvPr/>
        </p:nvCxnSpPr>
        <p:spPr>
          <a:xfrm xmlns:a="http://schemas.openxmlformats.org/drawingml/2006/main">
            <a:off x="4038600" y="52911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291" name=""/>
          <p:cNvCxnSpPr>
            <a:stCxn xmlns:a="http://schemas.openxmlformats.org/drawingml/2006/main" id="129" idx="3"/>
            <a:endCxn xmlns:a="http://schemas.openxmlformats.org/drawingml/2006/main" id="133" idx="1"/>
          </p:cNvCxnSpPr>
          <p:nvPr/>
        </p:nvCxnSpPr>
        <p:spPr>
          <a:xfrm xmlns:a="http://schemas.openxmlformats.org/drawingml/2006/main">
            <a:off x="4038600" y="61674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36" name="normalized-dino">
            <a:extLst xmlns:a="http://schemas.openxmlformats.org/drawingml/2006/main">
              <a:ext uri="{FF2B5EF4-FFF2-40B4-BE49-F238E27FC236}">
                <a16:creationId xmlns:a16="http://schemas.microsoft.com/office/drawing/2014/main" id="{695E9E31-D7C5-4A88-AA40-882B1D2543A4}"/>
              </a:ext>
            </a:extLst>
          </p:cNvPr>
          <p:cNvSpPr>
            <a:spLocks xmlns:a="http://schemas.openxmlformats.org/drawingml/2006/main" noGrp="1"/>
          </p:cNvSpPr>
          <p:nvPr/>
        </p:nvSpPr>
        <p:spPr>
          <a:xfrm xmlns:a="http://schemas.openxmlformats.org/drawingml/2006/main">
            <a:off x="2905125" y="4572000"/>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1" i="0" baseline="-25000">
                <a:latin typeface="Cambria"/>
                <a:ea typeface="Cambria"/>
                <a:cs typeface="Cambria"/>
              </a:rPr>
              <a:t>D,p</a:t>
            </a:r>
          </a:p>
        </p:txBody>
      </p:sp>
      <p:sp>
        <p:nvSpPr>
          <p:cNvPr id="137" name="normalized-clip">
            <a:extLst xmlns:a="http://schemas.openxmlformats.org/drawingml/2006/main">
              <a:ext uri="{FF2B5EF4-FFF2-40B4-BE49-F238E27FC236}">
                <a16:creationId xmlns:a16="http://schemas.microsoft.com/office/drawing/2014/main" id="{0E817CFC-5941-4D2B-AE8F-CCF13C9EF611}"/>
              </a:ext>
            </a:extLst>
          </p:cNvPr>
          <p:cNvSpPr>
            <a:spLocks xmlns:a="http://schemas.openxmlformats.org/drawingml/2006/main" noGrp="1"/>
          </p:cNvSpPr>
          <p:nvPr/>
        </p:nvSpPr>
        <p:spPr>
          <a:xfrm xmlns:a="http://schemas.openxmlformats.org/drawingml/2006/main">
            <a:off x="2905125" y="6562725"/>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1" i="0" baseline="-25000">
                <a:latin typeface="Cambria"/>
                <a:ea typeface="Cambria"/>
                <a:cs typeface="Cambria"/>
              </a:rPr>
              <a:t>C,p</a:t>
            </a:r>
          </a:p>
        </p:txBody>
      </p:sp>
      <p:sp>
        <p:nvSpPr>
          <p:cNvPr id="138" name="concatenation">
            <a:extLst xmlns:a="http://schemas.openxmlformats.org/drawingml/2006/main">
              <a:ext uri="{FF2B5EF4-FFF2-40B4-BE49-F238E27FC236}">
                <a16:creationId xmlns:a16="http://schemas.microsoft.com/office/drawing/2014/main" id="{AFACECB0-3F05-4B88-BCD0-14012001B544}"/>
              </a:ext>
            </a:extLst>
          </p:cNvPr>
          <p:cNvSpPr>
            <a:spLocks xmlns:a="http://schemas.openxmlformats.org/drawingml/2006/main" noGrp="1"/>
          </p:cNvSpPr>
          <p:nvPr/>
        </p:nvSpPr>
        <p:spPr>
          <a:xfrm xmlns:a="http://schemas.openxmlformats.org/drawingml/2006/main">
            <a:off x="6457950" y="5276850"/>
            <a:ext cx="2162175"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Channel</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concatenation</a:t>
            </a:r>
          </a:p>
        </p:txBody>
      </p:sp>
      <p:cxnSp>
        <p:nvCxnSpPr>
          <p:cNvPr id="295" name=""/>
          <p:cNvCxnSpPr>
            <a:stCxn xmlns:a="http://schemas.openxmlformats.org/drawingml/2006/main" id="132" idx="3"/>
            <a:endCxn xmlns:a="http://schemas.openxmlformats.org/drawingml/2006/main" id="138" idx="1"/>
          </p:cNvCxnSpPr>
          <p:nvPr/>
        </p:nvCxnSpPr>
        <p:spPr>
          <a:xfrm xmlns:a="http://schemas.openxmlformats.org/drawingml/2006/main">
            <a:off x="5819775" y="5291138"/>
            <a:ext cx="638175" cy="45243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96" name=""/>
          <p:cNvCxnSpPr>
            <a:stCxn xmlns:a="http://schemas.openxmlformats.org/drawingml/2006/main" id="133" idx="3"/>
            <a:endCxn xmlns:a="http://schemas.openxmlformats.org/drawingml/2006/main" id="138" idx="1"/>
          </p:cNvCxnSpPr>
          <p:nvPr/>
        </p:nvCxnSpPr>
        <p:spPr>
          <a:xfrm xmlns:a="http://schemas.openxmlformats.org/drawingml/2006/main" flipV="1">
            <a:off x="5819775" y="5743575"/>
            <a:ext cx="638175" cy="423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41" name="joint-norm">
            <a:extLst xmlns:a="http://schemas.openxmlformats.org/drawingml/2006/main">
              <a:ext uri="{FF2B5EF4-FFF2-40B4-BE49-F238E27FC236}">
                <a16:creationId xmlns:a16="http://schemas.microsoft.com/office/drawing/2014/main" id="{9AC62757-E0F6-48BA-9EDB-DA1380E7BD6A}"/>
              </a:ext>
            </a:extLst>
          </p:cNvPr>
          <p:cNvSpPr>
            <a:spLocks xmlns:a="http://schemas.openxmlformats.org/drawingml/2006/main" noGrp="1"/>
          </p:cNvSpPr>
          <p:nvPr/>
        </p:nvSpPr>
        <p:spPr>
          <a:xfrm xmlns:a="http://schemas.openxmlformats.org/drawingml/2006/main">
            <a:off x="9210675" y="5276850"/>
            <a:ext cx="1562100"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Joint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ℓ₂ norm</a:t>
            </a:r>
          </a:p>
        </p:txBody>
      </p:sp>
      <p:cxnSp>
        <p:nvCxnSpPr>
          <p:cNvPr id="298" name=""/>
          <p:cNvCxnSpPr>
            <a:stCxn xmlns:a="http://schemas.openxmlformats.org/drawingml/2006/main" id="138" idx="3"/>
            <a:endCxn xmlns:a="http://schemas.openxmlformats.org/drawingml/2006/main" id="141" idx="1"/>
          </p:cNvCxnSpPr>
          <p:nvPr/>
        </p:nvCxnSpPr>
        <p:spPr>
          <a:xfrm xmlns:a="http://schemas.openxmlformats.org/drawingml/2006/main">
            <a:off x="8620125" y="5743575"/>
            <a:ext cx="5905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43" name="fused-dino-half-anchor">
            <a:extLst xmlns:a="http://schemas.openxmlformats.org/drawingml/2006/main">
              <a:ext uri="{FF2B5EF4-FFF2-40B4-BE49-F238E27FC236}">
                <a16:creationId xmlns:a16="http://schemas.microsoft.com/office/drawing/2014/main" id="{6BACBFFE-AF4A-4A2A-8E10-0BF25D8C6927}"/>
              </a:ext>
            </a:extLst>
          </p:cNvPr>
          <p:cNvSpPr>
            <a:spLocks xmlns:a="http://schemas.openxmlformats.org/drawingml/2006/main" noGrp="1"/>
          </p:cNvSpPr>
          <p:nvPr/>
        </p:nvSpPr>
        <p:spPr>
          <a:xfrm xmlns:a="http://schemas.openxmlformats.org/drawingml/2006/main">
            <a:off x="11344275"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4" name="fused-dino-half-0">
            <a:extLst xmlns:a="http://schemas.openxmlformats.org/drawingml/2006/main">
              <a:ext uri="{FF2B5EF4-FFF2-40B4-BE49-F238E27FC236}">
                <a16:creationId xmlns:a16="http://schemas.microsoft.com/office/drawing/2014/main" id="{817AFB72-AEA2-4E0E-A271-523318EF4E35}"/>
              </a:ext>
            </a:extLst>
          </p:cNvPr>
          <p:cNvSpPr>
            <a:spLocks xmlns:a="http://schemas.openxmlformats.org/drawingml/2006/main" noGrp="1"/>
          </p:cNvSpPr>
          <p:nvPr/>
        </p:nvSpPr>
        <p:spPr>
          <a:xfrm xmlns:a="http://schemas.openxmlformats.org/drawingml/2006/main">
            <a:off x="11344275"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5" name="fused-dino-half-1">
            <a:extLst xmlns:a="http://schemas.openxmlformats.org/drawingml/2006/main">
              <a:ext uri="{FF2B5EF4-FFF2-40B4-BE49-F238E27FC236}">
                <a16:creationId xmlns:a16="http://schemas.microsoft.com/office/drawing/2014/main" id="{4A93E5BC-0C66-4D1E-8D8B-8034002A239A}"/>
              </a:ext>
            </a:extLst>
          </p:cNvPr>
          <p:cNvSpPr>
            <a:spLocks xmlns:a="http://schemas.openxmlformats.org/drawingml/2006/main" noGrp="1"/>
          </p:cNvSpPr>
          <p:nvPr/>
        </p:nvSpPr>
        <p:spPr>
          <a:xfrm xmlns:a="http://schemas.openxmlformats.org/drawingml/2006/main">
            <a:off x="11522869"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6" name="fused-dino-half-2">
            <a:extLst xmlns:a="http://schemas.openxmlformats.org/drawingml/2006/main">
              <a:ext uri="{FF2B5EF4-FFF2-40B4-BE49-F238E27FC236}">
                <a16:creationId xmlns:a16="http://schemas.microsoft.com/office/drawing/2014/main" id="{26D7DEB4-A6D1-4C08-9CED-8762D4644344}"/>
              </a:ext>
            </a:extLst>
          </p:cNvPr>
          <p:cNvSpPr>
            <a:spLocks xmlns:a="http://schemas.openxmlformats.org/drawingml/2006/main" noGrp="1"/>
          </p:cNvSpPr>
          <p:nvPr/>
        </p:nvSpPr>
        <p:spPr>
          <a:xfrm xmlns:a="http://schemas.openxmlformats.org/drawingml/2006/main">
            <a:off x="11701463"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7" name="fused-dino-half-3">
            <a:extLst xmlns:a="http://schemas.openxmlformats.org/drawingml/2006/main">
              <a:ext uri="{FF2B5EF4-FFF2-40B4-BE49-F238E27FC236}">
                <a16:creationId xmlns:a16="http://schemas.microsoft.com/office/drawing/2014/main" id="{811CF552-27BC-45B4-AE83-4FF0D9E65EA2}"/>
              </a:ext>
            </a:extLst>
          </p:cNvPr>
          <p:cNvSpPr>
            <a:spLocks xmlns:a="http://schemas.openxmlformats.org/drawingml/2006/main" noGrp="1"/>
          </p:cNvSpPr>
          <p:nvPr/>
        </p:nvSpPr>
        <p:spPr>
          <a:xfrm xmlns:a="http://schemas.openxmlformats.org/drawingml/2006/main">
            <a:off x="11880056"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8" name="fused-clip-half-anchor">
            <a:extLst xmlns:a="http://schemas.openxmlformats.org/drawingml/2006/main">
              <a:ext uri="{FF2B5EF4-FFF2-40B4-BE49-F238E27FC236}">
                <a16:creationId xmlns:a16="http://schemas.microsoft.com/office/drawing/2014/main" id="{F8EA123D-4971-4382-9D5C-620BE8634A4A}"/>
              </a:ext>
            </a:extLst>
          </p:cNvPr>
          <p:cNvSpPr>
            <a:spLocks xmlns:a="http://schemas.openxmlformats.org/drawingml/2006/main" noGrp="1"/>
          </p:cNvSpPr>
          <p:nvPr/>
        </p:nvSpPr>
        <p:spPr>
          <a:xfrm xmlns:a="http://schemas.openxmlformats.org/drawingml/2006/main">
            <a:off x="12058650"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9" name="fused-clip-half-0">
            <a:extLst xmlns:a="http://schemas.openxmlformats.org/drawingml/2006/main">
              <a:ext uri="{FF2B5EF4-FFF2-40B4-BE49-F238E27FC236}">
                <a16:creationId xmlns:a16="http://schemas.microsoft.com/office/drawing/2014/main" id="{B438E2AF-116B-4354-B382-9CA5EAEBC26C}"/>
              </a:ext>
            </a:extLst>
          </p:cNvPr>
          <p:cNvSpPr>
            <a:spLocks xmlns:a="http://schemas.openxmlformats.org/drawingml/2006/main" noGrp="1"/>
          </p:cNvSpPr>
          <p:nvPr/>
        </p:nvSpPr>
        <p:spPr>
          <a:xfrm xmlns:a="http://schemas.openxmlformats.org/drawingml/2006/main">
            <a:off x="12058650"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0" name="fused-clip-half-1">
            <a:extLst xmlns:a="http://schemas.openxmlformats.org/drawingml/2006/main">
              <a:ext uri="{FF2B5EF4-FFF2-40B4-BE49-F238E27FC236}">
                <a16:creationId xmlns:a16="http://schemas.microsoft.com/office/drawing/2014/main" id="{B8B3AB4C-FE7D-450D-A3D1-CE6AE4FE4F59}"/>
              </a:ext>
            </a:extLst>
          </p:cNvPr>
          <p:cNvSpPr>
            <a:spLocks xmlns:a="http://schemas.openxmlformats.org/drawingml/2006/main" noGrp="1"/>
          </p:cNvSpPr>
          <p:nvPr/>
        </p:nvSpPr>
        <p:spPr>
          <a:xfrm xmlns:a="http://schemas.openxmlformats.org/drawingml/2006/main">
            <a:off x="12237244"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1" name="fused-clip-half-2">
            <a:extLst xmlns:a="http://schemas.openxmlformats.org/drawingml/2006/main">
              <a:ext uri="{FF2B5EF4-FFF2-40B4-BE49-F238E27FC236}">
                <a16:creationId xmlns:a16="http://schemas.microsoft.com/office/drawing/2014/main" id="{D264099B-3086-4E10-A1C5-0CA7BCF33E59}"/>
              </a:ext>
            </a:extLst>
          </p:cNvPr>
          <p:cNvSpPr>
            <a:spLocks xmlns:a="http://schemas.openxmlformats.org/drawingml/2006/main" noGrp="1"/>
          </p:cNvSpPr>
          <p:nvPr/>
        </p:nvSpPr>
        <p:spPr>
          <a:xfrm xmlns:a="http://schemas.openxmlformats.org/drawingml/2006/main">
            <a:off x="12415838"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2" name="fused-clip-half-3">
            <a:extLst xmlns:a="http://schemas.openxmlformats.org/drawingml/2006/main">
              <a:ext uri="{FF2B5EF4-FFF2-40B4-BE49-F238E27FC236}">
                <a16:creationId xmlns:a16="http://schemas.microsoft.com/office/drawing/2014/main" id="{E73C6CD0-0C48-4546-A992-27477F1E30E3}"/>
              </a:ext>
            </a:extLst>
          </p:cNvPr>
          <p:cNvSpPr>
            <a:spLocks xmlns:a="http://schemas.openxmlformats.org/drawingml/2006/main" noGrp="1"/>
          </p:cNvSpPr>
          <p:nvPr/>
        </p:nvSpPr>
        <p:spPr>
          <a:xfrm xmlns:a="http://schemas.openxmlformats.org/drawingml/2006/main">
            <a:off x="12594431"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cxnSp>
        <p:nvCxnSpPr>
          <p:cNvPr id="309" name=""/>
          <p:cNvCxnSpPr>
            <a:stCxn xmlns:a="http://schemas.openxmlformats.org/drawingml/2006/main" id="141" idx="3"/>
            <a:endCxn xmlns:a="http://schemas.openxmlformats.org/drawingml/2006/main" id="143" idx="1"/>
          </p:cNvCxnSpPr>
          <p:nvPr/>
        </p:nvCxnSpPr>
        <p:spPr>
          <a:xfrm xmlns:a="http://schemas.openxmlformats.org/drawingml/2006/main" flipV="1">
            <a:off x="10772775" y="5624513"/>
            <a:ext cx="5715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54" name="fused-symbol">
            <a:extLst xmlns:a="http://schemas.openxmlformats.org/drawingml/2006/main">
              <a:ext uri="{FF2B5EF4-FFF2-40B4-BE49-F238E27FC236}">
                <a16:creationId xmlns:a16="http://schemas.microsoft.com/office/drawing/2014/main" id="{DF99B30F-2989-4A25-84E1-B44B24FAD5A9}"/>
              </a:ext>
            </a:extLst>
          </p:cNvPr>
          <p:cNvSpPr>
            <a:spLocks xmlns:a="http://schemas.openxmlformats.org/drawingml/2006/main" noGrp="1"/>
          </p:cNvSpPr>
          <p:nvPr/>
        </p:nvSpPr>
        <p:spPr>
          <a:xfrm xmlns:a="http://schemas.openxmlformats.org/drawingml/2006/main">
            <a:off x="11344275" y="4772025"/>
            <a:ext cx="14287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1" i="0" baseline="-25000">
                <a:latin typeface="Cambria"/>
                <a:ea typeface="Cambria"/>
                <a:cs typeface="Cambria"/>
              </a:rPr>
              <a:t>A,p</a:t>
            </a:r>
          </a:p>
        </p:txBody>
      </p:sp>
      <p:sp>
        <p:nvSpPr>
          <p:cNvPr id="155" name="fused-size">
            <a:extLst xmlns:a="http://schemas.openxmlformats.org/drawingml/2006/main">
              <a:ext uri="{FF2B5EF4-FFF2-40B4-BE49-F238E27FC236}">
                <a16:creationId xmlns:a16="http://schemas.microsoft.com/office/drawing/2014/main" id="{601AB135-F378-4FF1-A32F-052E7C64CFB6}"/>
              </a:ext>
            </a:extLst>
          </p:cNvPr>
          <p:cNvSpPr>
            <a:spLocks xmlns:a="http://schemas.openxmlformats.org/drawingml/2006/main" noGrp="1"/>
          </p:cNvSpPr>
          <p:nvPr/>
        </p:nvSpPr>
        <p:spPr>
          <a:xfrm xmlns:a="http://schemas.openxmlformats.org/drawingml/2006/main">
            <a:off x="11191875" y="6162675"/>
            <a:ext cx="17811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1536-D</a:t>
            </a:r>
          </a:p>
        </p:txBody>
      </p:sp>
      <p:sp>
        <p:nvSpPr>
          <p:cNvPr id="156" name="fusion-formula">
            <a:extLst xmlns:a="http://schemas.openxmlformats.org/drawingml/2006/main">
              <a:ext uri="{FF2B5EF4-FFF2-40B4-BE49-F238E27FC236}">
                <a16:creationId xmlns:a16="http://schemas.microsoft.com/office/drawing/2014/main" id="{789B8A29-5356-4B1D-86C5-8DA79F0EBF2A}"/>
              </a:ext>
            </a:extLst>
          </p:cNvPr>
          <p:cNvSpPr>
            <a:spLocks xmlns:a="http://schemas.openxmlformats.org/drawingml/2006/main" noGrp="1"/>
          </p:cNvSpPr>
          <p:nvPr/>
        </p:nvSpPr>
        <p:spPr>
          <a:xfrm xmlns:a="http://schemas.openxmlformats.org/drawingml/2006/main">
            <a:off x="2667000" y="7000875"/>
            <a:ext cx="8639175"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1" i="0" baseline="-25000">
                <a:latin typeface="Cambria"/>
                <a:ea typeface="Cambria"/>
                <a:cs typeface="Cambria"/>
              </a:rPr>
              <a:t>A,p</a:t>
            </a:r>
            <a:r>
              <a:rPr sz="2400">
                <a:latin typeface="Cambria"/>
                <a:ea typeface="Cambria"/>
                <a:cs typeface="Cambria"/>
              </a:rPr>
              <a:t> = Norm([0.5 </a:t>
            </a:r>
            <a:r>
              <a:rPr sz="2400" b="1" i="1">
                <a:latin typeface="Cambria"/>
                <a:ea typeface="Cambria"/>
                <a:cs typeface="Cambria"/>
              </a:rPr>
              <a:t>g</a:t>
            </a:r>
            <a:r>
              <a:rPr sz="1728" b="1" i="0" baseline="-25000">
                <a:latin typeface="Cambria"/>
                <a:ea typeface="Cambria"/>
                <a:cs typeface="Cambria"/>
              </a:rPr>
              <a:t>D,p</a:t>
            </a:r>
            <a:r>
              <a:rPr sz="2400">
                <a:latin typeface="Cambria"/>
                <a:ea typeface="Cambria"/>
                <a:cs typeface="Cambria"/>
              </a:rPr>
              <a:t>, 0.5 </a:t>
            </a:r>
            <a:r>
              <a:rPr sz="2400" b="1" i="1">
                <a:latin typeface="Cambria"/>
                <a:ea typeface="Cambria"/>
                <a:cs typeface="Cambria"/>
              </a:rPr>
              <a:t>g</a:t>
            </a:r>
            <a:r>
              <a:rPr sz="1728" b="1" i="0" baseline="-25000">
                <a:latin typeface="Cambria"/>
                <a:ea typeface="Cambria"/>
                <a:cs typeface="Cambria"/>
              </a:rPr>
              <a:t>C,p</a:t>
            </a:r>
            <a:r>
              <a:rPr sz="2400">
                <a:latin typeface="Cambria"/>
                <a:ea typeface="Cambria"/>
                <a:cs typeface="Cambria"/>
              </a:rPr>
              <a:t>])</a:t>
            </a:r>
          </a:p>
        </p:txBody>
      </p:sp>
    </p:spTree>
    <p:extLst>
      <p:ext uri="{BB962C8B-B14F-4D97-AF65-F5344CB8AC3E}">
        <p14:creationId xmlns:p14="http://schemas.microsoft.com/office/powerpoint/2010/main" val="18059060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itle">
            <a:extLst xmlns:a="http://schemas.openxmlformats.org/drawingml/2006/main">
              <a:ext uri="{FF2B5EF4-FFF2-40B4-BE49-F238E27FC236}">
                <a16:creationId xmlns:a16="http://schemas.microsoft.com/office/drawing/2014/main" id="{A5880132-BAA4-4AA8-BDB3-B980E8516320}"/>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Normal memory and anomaly scoring</a:t>
            </a:r>
          </a:p>
        </p:txBody>
      </p:sp>
      <p:sp>
        <p:nvSpPr>
          <p:cNvPr id="2" name="build-heading">
            <a:extLst xmlns:a="http://schemas.openxmlformats.org/drawingml/2006/main">
              <a:ext uri="{FF2B5EF4-FFF2-40B4-BE49-F238E27FC236}">
                <a16:creationId xmlns:a16="http://schemas.microsoft.com/office/drawing/2014/main" id="{C684F045-FF8B-4AF2-BB61-B2D77A17B2DA}"/>
              </a:ext>
            </a:extLst>
          </p:cNvPr>
          <p:cNvSpPr>
            <a:spLocks xmlns:a="http://schemas.openxmlformats.org/drawingml/2006/main" noGrp="1"/>
          </p:cNvSpPr>
          <p:nvPr/>
        </p:nvSpPr>
        <p:spPr>
          <a:xfrm xmlns:a="http://schemas.openxmlformats.org/drawingml/2006/main">
            <a:off x="342900" y="866775"/>
            <a:ext cx="126396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Category-specific memory construction</a:t>
            </a:r>
          </a:p>
        </p:txBody>
      </p:sp>
      <p:sp>
        <p:nvSpPr>
          <p:cNvPr id="3" name="support-patches">
            <a:extLst xmlns:a="http://schemas.openxmlformats.org/drawingml/2006/main">
              <a:ext uri="{FF2B5EF4-FFF2-40B4-BE49-F238E27FC236}">
                <a16:creationId xmlns:a16="http://schemas.microsoft.com/office/drawing/2014/main" id="{AE1DDF1E-04E8-4EDC-AC6C-F8B1CD753A60}"/>
              </a:ext>
            </a:extLst>
          </p:cNvPr>
          <p:cNvSpPr>
            <a:spLocks xmlns:a="http://schemas.openxmlformats.org/drawingml/2006/main" noGrp="1"/>
          </p:cNvSpPr>
          <p:nvPr/>
        </p:nvSpPr>
        <p:spPr>
          <a:xfrm xmlns:a="http://schemas.openxmlformats.org/drawingml/2006/main">
            <a:off x="381000" y="1724025"/>
            <a:ext cx="2914650" cy="1219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 normal support images</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 patches per image</a:t>
            </a:r>
          </a:p>
        </p:txBody>
      </p:sp>
      <p:sp>
        <p:nvSpPr>
          <p:cNvPr id="4" name="collect-descriptors">
            <a:extLst xmlns:a="http://schemas.openxmlformats.org/drawingml/2006/main">
              <a:ext uri="{FF2B5EF4-FFF2-40B4-BE49-F238E27FC236}">
                <a16:creationId xmlns:a16="http://schemas.microsoft.com/office/drawing/2014/main" id="{4C320098-327D-44C4-AB81-FB8B5B966B47}"/>
              </a:ext>
            </a:extLst>
          </p:cNvPr>
          <p:cNvSpPr>
            <a:spLocks xmlns:a="http://schemas.openxmlformats.org/drawingml/2006/main" noGrp="1"/>
          </p:cNvSpPr>
          <p:nvPr/>
        </p:nvSpPr>
        <p:spPr>
          <a:xfrm xmlns:a="http://schemas.openxmlformats.org/drawingml/2006/main">
            <a:off x="4038600" y="1724025"/>
            <a:ext cx="2609850" cy="121920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Collect fused</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descriptors</a:t>
            </a:r>
          </a:p>
        </p:txBody>
      </p:sp>
      <p:sp>
        <p:nvSpPr>
          <p:cNvPr id="5" name="feature-memory">
            <a:extLst xmlns:a="http://schemas.openxmlformats.org/drawingml/2006/main">
              <a:ext uri="{FF2B5EF4-FFF2-40B4-BE49-F238E27FC236}">
                <a16:creationId xmlns:a16="http://schemas.microsoft.com/office/drawing/2014/main" id="{5E4E21AF-C767-4C1B-96D9-71BA29AE0198}"/>
              </a:ext>
            </a:extLst>
          </p:cNvPr>
          <p:cNvSpPr>
            <a:spLocks xmlns:a="http://schemas.openxmlformats.org/drawingml/2006/main" noGrp="1"/>
          </p:cNvSpPr>
          <p:nvPr/>
        </p:nvSpPr>
        <p:spPr>
          <a:xfrm xmlns:a="http://schemas.openxmlformats.org/drawingml/2006/main">
            <a:off x="7477125" y="1628775"/>
            <a:ext cx="3429000" cy="142875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6" name="bank-name">
            <a:extLst xmlns:a="http://schemas.openxmlformats.org/drawingml/2006/main">
              <a:ext uri="{FF2B5EF4-FFF2-40B4-BE49-F238E27FC236}">
                <a16:creationId xmlns:a16="http://schemas.microsoft.com/office/drawing/2014/main" id="{0DAA29FA-B36A-42F1-8991-16249D683606}"/>
              </a:ext>
            </a:extLst>
          </p:cNvPr>
          <p:cNvSpPr>
            <a:spLocks xmlns:a="http://schemas.openxmlformats.org/drawingml/2006/main" noGrp="1"/>
          </p:cNvSpPr>
          <p:nvPr/>
        </p:nvSpPr>
        <p:spPr>
          <a:xfrm xmlns:a="http://schemas.openxmlformats.org/drawingml/2006/main">
            <a:off x="7477125" y="1685925"/>
            <a:ext cx="34290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75" b="0">
                <a:solidFill>
                  <a:srgbClr val="202832"/>
                </a:solidFill>
                <a:latin typeface="Cambria"/>
                <a:ea typeface="Cambria"/>
                <a:cs typeface="Cambria"/>
              </a:defRPr>
            </a:pPr>
            <a:r>
              <a:rPr sz="2475" b="1" i="1">
                <a:latin typeface="Cambria"/>
                <a:ea typeface="Cambria"/>
                <a:cs typeface="Cambria"/>
              </a:rPr>
              <a:t>M</a:t>
            </a:r>
            <a:r>
              <a:rPr sz="1782" b="1" i="0" baseline="-25000">
                <a:latin typeface="Cambria"/>
                <a:ea typeface="Cambria"/>
                <a:cs typeface="Cambria"/>
              </a:rPr>
              <a:t>c</a:t>
            </a:r>
          </a:p>
        </p:txBody>
      </p:sp>
      <p:sp>
        <p:nvSpPr>
          <p:cNvPr id="7" name="bank-shape">
            <a:extLst xmlns:a="http://schemas.openxmlformats.org/drawingml/2006/main">
              <a:ext uri="{FF2B5EF4-FFF2-40B4-BE49-F238E27FC236}">
                <a16:creationId xmlns:a16="http://schemas.microsoft.com/office/drawing/2014/main" id="{E564CD79-80A3-4274-B72F-2413E7892566}"/>
              </a:ext>
            </a:extLst>
          </p:cNvPr>
          <p:cNvSpPr>
            <a:spLocks xmlns:a="http://schemas.openxmlformats.org/drawingml/2006/main" noGrp="1"/>
          </p:cNvSpPr>
          <p:nvPr/>
        </p:nvSpPr>
        <p:spPr>
          <a:xfrm xmlns:a="http://schemas.openxmlformats.org/drawingml/2006/main">
            <a:off x="7581900" y="2143125"/>
            <a:ext cx="3219450" cy="781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KP × 1536</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FAISS IndexFlatL2</a:t>
            </a:r>
          </a:p>
        </p:txBody>
      </p:sp>
      <p:cxnSp>
        <p:nvCxnSpPr>
          <p:cNvPr id="67" name=""/>
          <p:cNvCxnSpPr>
            <a:stCxn xmlns:a="http://schemas.openxmlformats.org/drawingml/2006/main" id="3" idx="3"/>
            <a:endCxn xmlns:a="http://schemas.openxmlformats.org/drawingml/2006/main" id="4" idx="1"/>
          </p:cNvCxnSpPr>
          <p:nvPr/>
        </p:nvCxnSpPr>
        <p:spPr>
          <a:xfrm xmlns:a="http://schemas.openxmlformats.org/drawingml/2006/main">
            <a:off x="3295650" y="2333625"/>
            <a:ext cx="7429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68" name=""/>
          <p:cNvCxnSpPr>
            <a:stCxn xmlns:a="http://schemas.openxmlformats.org/drawingml/2006/main" id="4" idx="3"/>
            <a:endCxn xmlns:a="http://schemas.openxmlformats.org/drawingml/2006/main" id="5" idx="1"/>
          </p:cNvCxnSpPr>
          <p:nvPr/>
        </p:nvCxnSpPr>
        <p:spPr>
          <a:xfrm xmlns:a="http://schemas.openxmlformats.org/drawingml/2006/main">
            <a:off x="6648450" y="2333625"/>
            <a:ext cx="828675" cy="95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0" name="immutable-memory">
            <a:extLst xmlns:a="http://schemas.openxmlformats.org/drawingml/2006/main">
              <a:ext uri="{FF2B5EF4-FFF2-40B4-BE49-F238E27FC236}">
                <a16:creationId xmlns:a16="http://schemas.microsoft.com/office/drawing/2014/main" id="{EADD56C2-1996-4716-B89E-37E749DF7C6B}"/>
              </a:ext>
            </a:extLst>
          </p:cNvPr>
          <p:cNvSpPr>
            <a:spLocks xmlns:a="http://schemas.openxmlformats.org/drawingml/2006/main" noGrp="1"/>
          </p:cNvSpPr>
          <p:nvPr/>
        </p:nvSpPr>
        <p:spPr>
          <a:xfrm xmlns:a="http://schemas.openxmlformats.org/drawingml/2006/main">
            <a:off x="11191875" y="1819275"/>
            <a:ext cx="1762125" cy="933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Fixed after</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construction</a:t>
            </a:r>
          </a:p>
        </p:txBody>
      </p:sp>
      <p:sp>
        <p:nvSpPr>
          <p:cNvPr id="11" name="rule-14">
            <a:extLst xmlns:a="http://schemas.openxmlformats.org/drawingml/2006/main">
              <a:ext uri="{FF2B5EF4-FFF2-40B4-BE49-F238E27FC236}">
                <a16:creationId xmlns:a16="http://schemas.microsoft.com/office/drawing/2014/main" id="{53A7D2C4-B60E-43B2-A2BF-3A6D3F06E5AF}"/>
              </a:ext>
            </a:extLst>
          </p:cNvPr>
          <p:cNvSpPr>
            <a:spLocks xmlns:a="http://schemas.openxmlformats.org/drawingml/2006/main" noGrp="1"/>
          </p:cNvSpPr>
          <p:nvPr/>
        </p:nvSpPr>
        <p:spPr>
          <a:xfrm xmlns:a="http://schemas.openxmlformats.org/drawingml/2006/main">
            <a:off x="342900" y="36576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2" name="scoring-heading">
            <a:extLst xmlns:a="http://schemas.openxmlformats.org/drawingml/2006/main">
              <a:ext uri="{FF2B5EF4-FFF2-40B4-BE49-F238E27FC236}">
                <a16:creationId xmlns:a16="http://schemas.microsoft.com/office/drawing/2014/main" id="{4B50172F-50B9-4436-8E53-CBE7DD4D6068}"/>
              </a:ext>
            </a:extLst>
          </p:cNvPr>
          <p:cNvSpPr>
            <a:spLocks xmlns:a="http://schemas.openxmlformats.org/drawingml/2006/main" noGrp="1"/>
          </p:cNvSpPr>
          <p:nvPr/>
        </p:nvSpPr>
        <p:spPr>
          <a:xfrm xmlns:a="http://schemas.openxmlformats.org/drawingml/2006/main">
            <a:off x="342900" y="3867150"/>
            <a:ext cx="447675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patch scoring</a:t>
            </a:r>
          </a:p>
        </p:txBody>
      </p:sp>
      <p:sp>
        <p:nvSpPr>
          <p:cNvPr id="13" name="query-patch">
            <a:extLst xmlns:a="http://schemas.openxmlformats.org/drawingml/2006/main">
              <a:ext uri="{FF2B5EF4-FFF2-40B4-BE49-F238E27FC236}">
                <a16:creationId xmlns:a16="http://schemas.microsoft.com/office/drawing/2014/main" id="{3D689A18-0F5C-40F4-822B-9F8B1847CB60}"/>
              </a:ext>
            </a:extLst>
          </p:cNvPr>
          <p:cNvSpPr>
            <a:spLocks xmlns:a="http://schemas.openxmlformats.org/drawingml/2006/main" noGrp="1"/>
          </p:cNvSpPr>
          <p:nvPr/>
        </p:nvSpPr>
        <p:spPr>
          <a:xfrm xmlns:a="http://schemas.openxmlformats.org/drawingml/2006/main">
            <a:off x="361950" y="4648200"/>
            <a:ext cx="2628900" cy="942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Fused query</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a:t>
            </a:r>
          </a:p>
        </p:txBody>
      </p:sp>
      <p:sp>
        <p:nvSpPr>
          <p:cNvPr id="14" name="qpatch-symbol">
            <a:extLst xmlns:a="http://schemas.openxmlformats.org/drawingml/2006/main">
              <a:ext uri="{FF2B5EF4-FFF2-40B4-BE49-F238E27FC236}">
                <a16:creationId xmlns:a16="http://schemas.microsoft.com/office/drawing/2014/main" id="{140B5C92-3C6B-40C7-9D76-E8378C479F05}"/>
              </a:ext>
            </a:extLst>
          </p:cNvPr>
          <p:cNvSpPr>
            <a:spLocks xmlns:a="http://schemas.openxmlformats.org/drawingml/2006/main" noGrp="1"/>
          </p:cNvSpPr>
          <p:nvPr/>
        </p:nvSpPr>
        <p:spPr>
          <a:xfrm xmlns:a="http://schemas.openxmlformats.org/drawingml/2006/main">
            <a:off x="552450" y="5600700"/>
            <a:ext cx="22383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1" i="0" baseline="-25000">
                <a:latin typeface="Cambria"/>
                <a:ea typeface="Cambria"/>
                <a:cs typeface="Cambria"/>
              </a:rPr>
              <a:t>A,p</a:t>
            </a:r>
            <a:r>
              <a:rPr sz="2325">
                <a:latin typeface="Cambria"/>
                <a:ea typeface="Cambria"/>
                <a:cs typeface="Cambria"/>
              </a:rPr>
              <a:t>(</a:t>
            </a:r>
            <a:r>
              <a:rPr sz="2325" b="1" i="1">
                <a:latin typeface="Cambria"/>
                <a:ea typeface="Cambria"/>
                <a:cs typeface="Cambria"/>
              </a:rPr>
              <a:t>x</a:t>
            </a:r>
            <a:r>
              <a:rPr sz="2325">
                <a:latin typeface="Cambria"/>
                <a:ea typeface="Cambria"/>
                <a:cs typeface="Cambria"/>
              </a:rPr>
              <a:t>)</a:t>
            </a:r>
          </a:p>
        </p:txBody>
      </p:sp>
      <p:sp>
        <p:nvSpPr>
          <p:cNvPr id="15" name="feature-search">
            <a:extLst xmlns:a="http://schemas.openxmlformats.org/drawingml/2006/main">
              <a:ext uri="{FF2B5EF4-FFF2-40B4-BE49-F238E27FC236}">
                <a16:creationId xmlns:a16="http://schemas.microsoft.com/office/drawing/2014/main" id="{C82940B1-F7C8-4241-90BC-010410044112}"/>
              </a:ext>
            </a:extLst>
          </p:cNvPr>
          <p:cNvSpPr>
            <a:spLocks xmlns:a="http://schemas.openxmlformats.org/drawingml/2006/main" noGrp="1"/>
          </p:cNvSpPr>
          <p:nvPr/>
        </p:nvSpPr>
        <p:spPr>
          <a:xfrm xmlns:a="http://schemas.openxmlformats.org/drawingml/2006/main">
            <a:off x="3714750" y="4648200"/>
            <a:ext cx="2819400" cy="942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Exact nearest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normal descriptor</a:t>
            </a:r>
          </a:p>
        </p:txBody>
      </p:sp>
      <p:cxnSp>
        <p:nvCxnSpPr>
          <p:cNvPr id="75" name=""/>
          <p:cNvCxnSpPr>
            <a:stCxn xmlns:a="http://schemas.openxmlformats.org/drawingml/2006/main" id="13" idx="3"/>
            <a:endCxn xmlns:a="http://schemas.openxmlformats.org/drawingml/2006/main" id="15" idx="1"/>
          </p:cNvCxnSpPr>
          <p:nvPr/>
        </p:nvCxnSpPr>
        <p:spPr>
          <a:xfrm xmlns:a="http://schemas.openxmlformats.org/drawingml/2006/main">
            <a:off x="2990850" y="5119688"/>
            <a:ext cx="7239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7" name="junction-15">
            <a:extLst xmlns:a="http://schemas.openxmlformats.org/drawingml/2006/main">
              <a:ext uri="{FF2B5EF4-FFF2-40B4-BE49-F238E27FC236}">
                <a16:creationId xmlns:a16="http://schemas.microsoft.com/office/drawing/2014/main" id="{69307623-E144-4B9C-9EDB-8B3E1F134E89}"/>
              </a:ext>
            </a:extLst>
          </p:cNvPr>
          <p:cNvSpPr>
            <a:spLocks xmlns:a="http://schemas.openxmlformats.org/drawingml/2006/main" noGrp="1"/>
          </p:cNvSpPr>
          <p:nvPr/>
        </p:nvSpPr>
        <p:spPr>
          <a:xfrm xmlns:a="http://schemas.openxmlformats.org/drawingml/2006/main">
            <a:off x="9172575" y="30670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8" name="junction-16">
            <a:extLst xmlns:a="http://schemas.openxmlformats.org/drawingml/2006/main">
              <a:ext uri="{FF2B5EF4-FFF2-40B4-BE49-F238E27FC236}">
                <a16:creationId xmlns:a16="http://schemas.microsoft.com/office/drawing/2014/main" id="{D67A895B-2753-4057-9136-9C54B2EE3889}"/>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17" idx="2"/>
            <a:endCxn xmlns:a="http://schemas.openxmlformats.org/drawingml/2006/main" id="18" idx="0"/>
          </p:cNvCxnSpPr>
          <p:nvPr/>
        </p:nvCxnSpPr>
        <p:spPr>
          <a:xfrm xmlns:a="http://schemas.openxmlformats.org/drawingml/2006/main">
            <a:off x="9182100" y="3086100"/>
            <a:ext cx="0" cy="3524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0" name="junction-17">
            <a:extLst xmlns:a="http://schemas.openxmlformats.org/drawingml/2006/main">
              <a:ext uri="{FF2B5EF4-FFF2-40B4-BE49-F238E27FC236}">
                <a16:creationId xmlns:a16="http://schemas.microsoft.com/office/drawing/2014/main" id="{57A642AA-A913-443D-AD34-6ECEE3EE8144}"/>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junction-18">
            <a:extLst xmlns:a="http://schemas.openxmlformats.org/drawingml/2006/main">
              <a:ext uri="{FF2B5EF4-FFF2-40B4-BE49-F238E27FC236}">
                <a16:creationId xmlns:a16="http://schemas.microsoft.com/office/drawing/2014/main" id="{EF74CE83-F56A-4A1C-92D6-6D756CB27FCB}"/>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1" name=""/>
          <p:cNvCxnSpPr>
            <a:stCxn xmlns:a="http://schemas.openxmlformats.org/drawingml/2006/main" id="20" idx="1"/>
            <a:endCxn xmlns:a="http://schemas.openxmlformats.org/drawingml/2006/main" id="21" idx="3"/>
          </p:cNvCxnSpPr>
          <p:nvPr/>
        </p:nvCxnSpPr>
        <p:spPr>
          <a:xfrm xmlns:a="http://schemas.openxmlformats.org/drawingml/2006/main" flipH="1">
            <a:off x="5133975" y="3448050"/>
            <a:ext cx="4038600"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3" name="junction-19">
            <a:extLst xmlns:a="http://schemas.openxmlformats.org/drawingml/2006/main">
              <a:ext uri="{FF2B5EF4-FFF2-40B4-BE49-F238E27FC236}">
                <a16:creationId xmlns:a16="http://schemas.microsoft.com/office/drawing/2014/main" id="{94C10520-5D18-49B5-8EB2-BF7B827DDE7D}"/>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4" name="junction-20">
            <a:extLst xmlns:a="http://schemas.openxmlformats.org/drawingml/2006/main">
              <a:ext uri="{FF2B5EF4-FFF2-40B4-BE49-F238E27FC236}">
                <a16:creationId xmlns:a16="http://schemas.microsoft.com/office/drawing/2014/main" id="{C9AE4E0D-4466-4C90-A82B-C6CE5DDBEF04}"/>
              </a:ext>
            </a:extLst>
          </p:cNvPr>
          <p:cNvSpPr>
            <a:spLocks xmlns:a="http://schemas.openxmlformats.org/drawingml/2006/main" noGrp="1"/>
          </p:cNvSpPr>
          <p:nvPr/>
        </p:nvSpPr>
        <p:spPr>
          <a:xfrm xmlns:a="http://schemas.openxmlformats.org/drawingml/2006/main">
            <a:off x="5114925" y="4610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23" idx="2"/>
            <a:endCxn xmlns:a="http://schemas.openxmlformats.org/drawingml/2006/main" id="24" idx="0"/>
          </p:cNvCxnSpPr>
          <p:nvPr/>
        </p:nvCxnSpPr>
        <p:spPr>
          <a:xfrm xmlns:a="http://schemas.openxmlformats.org/drawingml/2006/main">
            <a:off x="5124450" y="3457575"/>
            <a:ext cx="0" cy="115252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6" name="search-domain">
            <a:extLst xmlns:a="http://schemas.openxmlformats.org/drawingml/2006/main">
              <a:ext uri="{FF2B5EF4-FFF2-40B4-BE49-F238E27FC236}">
                <a16:creationId xmlns:a16="http://schemas.microsoft.com/office/drawing/2014/main" id="{0D52913C-3A2E-4684-B446-2F86A8B43F06}"/>
              </a:ext>
            </a:extLst>
          </p:cNvPr>
          <p:cNvSpPr>
            <a:spLocks xmlns:a="http://schemas.openxmlformats.org/drawingml/2006/main" noGrp="1"/>
          </p:cNvSpPr>
          <p:nvPr/>
        </p:nvSpPr>
        <p:spPr>
          <a:xfrm xmlns:a="http://schemas.openxmlformats.org/drawingml/2006/main">
            <a:off x="3629025" y="5667375"/>
            <a:ext cx="3648075"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Search all support locations</a:t>
            </a:r>
          </a:p>
        </p:txBody>
      </p:sp>
      <p:sp>
        <p:nvSpPr>
          <p:cNvPr id="27" name="patch-score-grid-anchor">
            <a:extLst xmlns:a="http://schemas.openxmlformats.org/drawingml/2006/main">
              <a:ext uri="{FF2B5EF4-FFF2-40B4-BE49-F238E27FC236}">
                <a16:creationId xmlns:a16="http://schemas.microsoft.com/office/drawing/2014/main" id="{A96FBCFF-071E-4CEB-AA96-16098C967C51}"/>
              </a:ext>
            </a:extLst>
          </p:cNvPr>
          <p:cNvSpPr>
            <a:spLocks xmlns:a="http://schemas.openxmlformats.org/drawingml/2006/main" noGrp="1"/>
          </p:cNvSpPr>
          <p:nvPr/>
        </p:nvSpPr>
        <p:spPr>
          <a:xfrm xmlns:a="http://schemas.openxmlformats.org/drawingml/2006/main">
            <a:off x="7229475" y="4743450"/>
            <a:ext cx="1095375" cy="876300"/>
          </a:xfrm>
          <a:prstGeom xmlns:a="http://schemas.openxmlformats.org/drawingml/2006/main" prst="rect">
            <a:avLst/>
          </a:prstGeom>
          <a:noFill xmlns:a="http://schemas.openxmlformats.org/drawingml/2006/main"/>
          <a:ln xmlns:a="http://schemas.openxmlformats.org/drawingml/2006/main" w="0">
            <a:noFill/>
          </a:ln>
        </p:spPr>
      </p:sp>
      <p:sp>
        <p:nvSpPr>
          <p:cNvPr id="28" name="patch-score-grid-0-0">
            <a:extLst xmlns:a="http://schemas.openxmlformats.org/drawingml/2006/main">
              <a:ext uri="{FF2B5EF4-FFF2-40B4-BE49-F238E27FC236}">
                <a16:creationId xmlns:a16="http://schemas.microsoft.com/office/drawing/2014/main" id="{BBE23E0C-97D4-45C1-A4C2-3CD50AA4DC70}"/>
              </a:ext>
            </a:extLst>
          </p:cNvPr>
          <p:cNvSpPr>
            <a:spLocks xmlns:a="http://schemas.openxmlformats.org/drawingml/2006/main" noGrp="1"/>
          </p:cNvSpPr>
          <p:nvPr/>
        </p:nvSpPr>
        <p:spPr>
          <a:xfrm xmlns:a="http://schemas.openxmlformats.org/drawingml/2006/main">
            <a:off x="72294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29" name="patch-score-grid-0-1">
            <a:extLst xmlns:a="http://schemas.openxmlformats.org/drawingml/2006/main">
              <a:ext uri="{FF2B5EF4-FFF2-40B4-BE49-F238E27FC236}">
                <a16:creationId xmlns:a16="http://schemas.microsoft.com/office/drawing/2014/main" id="{3899C54E-14BC-4A39-AC49-A9E74BB2FFF7}"/>
              </a:ext>
            </a:extLst>
          </p:cNvPr>
          <p:cNvSpPr>
            <a:spLocks xmlns:a="http://schemas.openxmlformats.org/drawingml/2006/main" noGrp="1"/>
          </p:cNvSpPr>
          <p:nvPr/>
        </p:nvSpPr>
        <p:spPr>
          <a:xfrm xmlns:a="http://schemas.openxmlformats.org/drawingml/2006/main">
            <a:off x="744855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0" name="patch-score-grid-0-2">
            <a:extLst xmlns:a="http://schemas.openxmlformats.org/drawingml/2006/main">
              <a:ext uri="{FF2B5EF4-FFF2-40B4-BE49-F238E27FC236}">
                <a16:creationId xmlns:a16="http://schemas.microsoft.com/office/drawing/2014/main" id="{728DAD28-90BF-4B06-91AE-626EB77EE954}"/>
              </a:ext>
            </a:extLst>
          </p:cNvPr>
          <p:cNvSpPr>
            <a:spLocks xmlns:a="http://schemas.openxmlformats.org/drawingml/2006/main" noGrp="1"/>
          </p:cNvSpPr>
          <p:nvPr/>
        </p:nvSpPr>
        <p:spPr>
          <a:xfrm xmlns:a="http://schemas.openxmlformats.org/drawingml/2006/main">
            <a:off x="766762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1" name="patch-score-grid-0-3">
            <a:extLst xmlns:a="http://schemas.openxmlformats.org/drawingml/2006/main">
              <a:ext uri="{FF2B5EF4-FFF2-40B4-BE49-F238E27FC236}">
                <a16:creationId xmlns:a16="http://schemas.microsoft.com/office/drawing/2014/main" id="{518410F6-E27E-41D0-9CD6-EF4AC1D64F7F}"/>
              </a:ext>
            </a:extLst>
          </p:cNvPr>
          <p:cNvSpPr>
            <a:spLocks xmlns:a="http://schemas.openxmlformats.org/drawingml/2006/main" noGrp="1"/>
          </p:cNvSpPr>
          <p:nvPr/>
        </p:nvSpPr>
        <p:spPr>
          <a:xfrm xmlns:a="http://schemas.openxmlformats.org/drawingml/2006/main">
            <a:off x="788670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2" name="patch-score-grid-0-4">
            <a:extLst xmlns:a="http://schemas.openxmlformats.org/drawingml/2006/main">
              <a:ext uri="{FF2B5EF4-FFF2-40B4-BE49-F238E27FC236}">
                <a16:creationId xmlns:a16="http://schemas.microsoft.com/office/drawing/2014/main" id="{957B5FE6-FAFD-4B8A-9481-9F675570C2DA}"/>
              </a:ext>
            </a:extLst>
          </p:cNvPr>
          <p:cNvSpPr>
            <a:spLocks xmlns:a="http://schemas.openxmlformats.org/drawingml/2006/main" noGrp="1"/>
          </p:cNvSpPr>
          <p:nvPr/>
        </p:nvSpPr>
        <p:spPr>
          <a:xfrm xmlns:a="http://schemas.openxmlformats.org/drawingml/2006/main">
            <a:off x="81057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3" name="patch-score-grid-1-0">
            <a:extLst xmlns:a="http://schemas.openxmlformats.org/drawingml/2006/main">
              <a:ext uri="{FF2B5EF4-FFF2-40B4-BE49-F238E27FC236}">
                <a16:creationId xmlns:a16="http://schemas.microsoft.com/office/drawing/2014/main" id="{5736124E-CE92-4836-9DBE-C01E6FEC51A5}"/>
              </a:ext>
            </a:extLst>
          </p:cNvPr>
          <p:cNvSpPr>
            <a:spLocks xmlns:a="http://schemas.openxmlformats.org/drawingml/2006/main" noGrp="1"/>
          </p:cNvSpPr>
          <p:nvPr/>
        </p:nvSpPr>
        <p:spPr>
          <a:xfrm xmlns:a="http://schemas.openxmlformats.org/drawingml/2006/main">
            <a:off x="72294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4" name="patch-score-grid-1-1">
            <a:extLst xmlns:a="http://schemas.openxmlformats.org/drawingml/2006/main">
              <a:ext uri="{FF2B5EF4-FFF2-40B4-BE49-F238E27FC236}">
                <a16:creationId xmlns:a16="http://schemas.microsoft.com/office/drawing/2014/main" id="{7A64D9C4-FF16-4A80-A907-EB286B8467A0}"/>
              </a:ext>
            </a:extLst>
          </p:cNvPr>
          <p:cNvSpPr>
            <a:spLocks xmlns:a="http://schemas.openxmlformats.org/drawingml/2006/main" noGrp="1"/>
          </p:cNvSpPr>
          <p:nvPr/>
        </p:nvSpPr>
        <p:spPr>
          <a:xfrm xmlns:a="http://schemas.openxmlformats.org/drawingml/2006/main">
            <a:off x="744855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5" name="patch-score-grid-1-2">
            <a:extLst xmlns:a="http://schemas.openxmlformats.org/drawingml/2006/main">
              <a:ext uri="{FF2B5EF4-FFF2-40B4-BE49-F238E27FC236}">
                <a16:creationId xmlns:a16="http://schemas.microsoft.com/office/drawing/2014/main" id="{73736136-5FFD-4CF0-864D-C24FFD2C2E34}"/>
              </a:ext>
            </a:extLst>
          </p:cNvPr>
          <p:cNvSpPr>
            <a:spLocks xmlns:a="http://schemas.openxmlformats.org/drawingml/2006/main" noGrp="1"/>
          </p:cNvSpPr>
          <p:nvPr/>
        </p:nvSpPr>
        <p:spPr>
          <a:xfrm xmlns:a="http://schemas.openxmlformats.org/drawingml/2006/main">
            <a:off x="7667625" y="4962525"/>
            <a:ext cx="219075" cy="219075"/>
          </a:xfrm>
          <a:prstGeom xmlns:a="http://schemas.openxmlformats.org/drawingml/2006/main" prst="rect">
            <a:avLst/>
          </a:prstGeom>
          <a:solidFill xmlns:a="http://schemas.openxmlformats.org/drawingml/2006/main">
            <a:srgbClr val="548773"/>
          </a:solidFill>
          <a:ln xmlns:a="http://schemas.openxmlformats.org/drawingml/2006/main" w="8573">
            <a:solidFill>
              <a:srgbClr val="548773"/>
            </a:solidFill>
          </a:ln>
        </p:spPr>
      </p:sp>
      <p:sp>
        <p:nvSpPr>
          <p:cNvPr id="36" name="patch-score-grid-1-3">
            <a:extLst xmlns:a="http://schemas.openxmlformats.org/drawingml/2006/main">
              <a:ext uri="{FF2B5EF4-FFF2-40B4-BE49-F238E27FC236}">
                <a16:creationId xmlns:a16="http://schemas.microsoft.com/office/drawing/2014/main" id="{D2DC3F51-B01C-4AE1-A7AB-FE6642C6B3A3}"/>
              </a:ext>
            </a:extLst>
          </p:cNvPr>
          <p:cNvSpPr>
            <a:spLocks xmlns:a="http://schemas.openxmlformats.org/drawingml/2006/main" noGrp="1"/>
          </p:cNvSpPr>
          <p:nvPr/>
        </p:nvSpPr>
        <p:spPr>
          <a:xfrm xmlns:a="http://schemas.openxmlformats.org/drawingml/2006/main">
            <a:off x="788670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7" name="patch-score-grid-1-4">
            <a:extLst xmlns:a="http://schemas.openxmlformats.org/drawingml/2006/main">
              <a:ext uri="{FF2B5EF4-FFF2-40B4-BE49-F238E27FC236}">
                <a16:creationId xmlns:a16="http://schemas.microsoft.com/office/drawing/2014/main" id="{D564AAAA-AABC-4837-B7D0-B891099EDA03}"/>
              </a:ext>
            </a:extLst>
          </p:cNvPr>
          <p:cNvSpPr>
            <a:spLocks xmlns:a="http://schemas.openxmlformats.org/drawingml/2006/main" noGrp="1"/>
          </p:cNvSpPr>
          <p:nvPr/>
        </p:nvSpPr>
        <p:spPr>
          <a:xfrm xmlns:a="http://schemas.openxmlformats.org/drawingml/2006/main">
            <a:off x="81057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8" name="patch-score-grid-2-0">
            <a:extLst xmlns:a="http://schemas.openxmlformats.org/drawingml/2006/main">
              <a:ext uri="{FF2B5EF4-FFF2-40B4-BE49-F238E27FC236}">
                <a16:creationId xmlns:a16="http://schemas.microsoft.com/office/drawing/2014/main" id="{510985EF-0E5F-4E07-9C16-5D2EF974690F}"/>
              </a:ext>
            </a:extLst>
          </p:cNvPr>
          <p:cNvSpPr>
            <a:spLocks xmlns:a="http://schemas.openxmlformats.org/drawingml/2006/main" noGrp="1"/>
          </p:cNvSpPr>
          <p:nvPr/>
        </p:nvSpPr>
        <p:spPr>
          <a:xfrm xmlns:a="http://schemas.openxmlformats.org/drawingml/2006/main">
            <a:off x="72294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9" name="patch-score-grid-2-1">
            <a:extLst xmlns:a="http://schemas.openxmlformats.org/drawingml/2006/main">
              <a:ext uri="{FF2B5EF4-FFF2-40B4-BE49-F238E27FC236}">
                <a16:creationId xmlns:a16="http://schemas.microsoft.com/office/drawing/2014/main" id="{2908E875-5AF2-46BB-BB32-4B2580D92849}"/>
              </a:ext>
            </a:extLst>
          </p:cNvPr>
          <p:cNvSpPr>
            <a:spLocks xmlns:a="http://schemas.openxmlformats.org/drawingml/2006/main" noGrp="1"/>
          </p:cNvSpPr>
          <p:nvPr/>
        </p:nvSpPr>
        <p:spPr>
          <a:xfrm xmlns:a="http://schemas.openxmlformats.org/drawingml/2006/main">
            <a:off x="744855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0" name="patch-score-grid-2-2">
            <a:extLst xmlns:a="http://schemas.openxmlformats.org/drawingml/2006/main">
              <a:ext uri="{FF2B5EF4-FFF2-40B4-BE49-F238E27FC236}">
                <a16:creationId xmlns:a16="http://schemas.microsoft.com/office/drawing/2014/main" id="{23967450-22C1-4D74-BAA8-765FD53A4D09}"/>
              </a:ext>
            </a:extLst>
          </p:cNvPr>
          <p:cNvSpPr>
            <a:spLocks xmlns:a="http://schemas.openxmlformats.org/drawingml/2006/main" noGrp="1"/>
          </p:cNvSpPr>
          <p:nvPr/>
        </p:nvSpPr>
        <p:spPr>
          <a:xfrm xmlns:a="http://schemas.openxmlformats.org/drawingml/2006/main">
            <a:off x="766762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1" name="patch-score-grid-2-3">
            <a:extLst xmlns:a="http://schemas.openxmlformats.org/drawingml/2006/main">
              <a:ext uri="{FF2B5EF4-FFF2-40B4-BE49-F238E27FC236}">
                <a16:creationId xmlns:a16="http://schemas.microsoft.com/office/drawing/2014/main" id="{1D984D95-6946-4786-B1DE-891A7FFCC846}"/>
              </a:ext>
            </a:extLst>
          </p:cNvPr>
          <p:cNvSpPr>
            <a:spLocks xmlns:a="http://schemas.openxmlformats.org/drawingml/2006/main" noGrp="1"/>
          </p:cNvSpPr>
          <p:nvPr/>
        </p:nvSpPr>
        <p:spPr>
          <a:xfrm xmlns:a="http://schemas.openxmlformats.org/drawingml/2006/main">
            <a:off x="788670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2" name="patch-score-grid-2-4">
            <a:extLst xmlns:a="http://schemas.openxmlformats.org/drawingml/2006/main">
              <a:ext uri="{FF2B5EF4-FFF2-40B4-BE49-F238E27FC236}">
                <a16:creationId xmlns:a16="http://schemas.microsoft.com/office/drawing/2014/main" id="{A76D048C-B7B2-4193-AC46-890355F09EEB}"/>
              </a:ext>
            </a:extLst>
          </p:cNvPr>
          <p:cNvSpPr>
            <a:spLocks xmlns:a="http://schemas.openxmlformats.org/drawingml/2006/main" noGrp="1"/>
          </p:cNvSpPr>
          <p:nvPr/>
        </p:nvSpPr>
        <p:spPr>
          <a:xfrm xmlns:a="http://schemas.openxmlformats.org/drawingml/2006/main">
            <a:off x="81057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3" name="patch-score-grid-3-0">
            <a:extLst xmlns:a="http://schemas.openxmlformats.org/drawingml/2006/main">
              <a:ext uri="{FF2B5EF4-FFF2-40B4-BE49-F238E27FC236}">
                <a16:creationId xmlns:a16="http://schemas.microsoft.com/office/drawing/2014/main" id="{B6CE8D9C-B163-428C-A250-DFF7E8FE2B0B}"/>
              </a:ext>
            </a:extLst>
          </p:cNvPr>
          <p:cNvSpPr>
            <a:spLocks xmlns:a="http://schemas.openxmlformats.org/drawingml/2006/main" noGrp="1"/>
          </p:cNvSpPr>
          <p:nvPr/>
        </p:nvSpPr>
        <p:spPr>
          <a:xfrm xmlns:a="http://schemas.openxmlformats.org/drawingml/2006/main">
            <a:off x="72294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4" name="patch-score-grid-3-1">
            <a:extLst xmlns:a="http://schemas.openxmlformats.org/drawingml/2006/main">
              <a:ext uri="{FF2B5EF4-FFF2-40B4-BE49-F238E27FC236}">
                <a16:creationId xmlns:a16="http://schemas.microsoft.com/office/drawing/2014/main" id="{06EE71AF-E587-424A-AE9E-30FC6AAE1C9E}"/>
              </a:ext>
            </a:extLst>
          </p:cNvPr>
          <p:cNvSpPr>
            <a:spLocks xmlns:a="http://schemas.openxmlformats.org/drawingml/2006/main" noGrp="1"/>
          </p:cNvSpPr>
          <p:nvPr/>
        </p:nvSpPr>
        <p:spPr>
          <a:xfrm xmlns:a="http://schemas.openxmlformats.org/drawingml/2006/main">
            <a:off x="744855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5" name="patch-score-grid-3-2">
            <a:extLst xmlns:a="http://schemas.openxmlformats.org/drawingml/2006/main">
              <a:ext uri="{FF2B5EF4-FFF2-40B4-BE49-F238E27FC236}">
                <a16:creationId xmlns:a16="http://schemas.microsoft.com/office/drawing/2014/main" id="{097798EC-29E1-4966-BFAA-4745E8AD752E}"/>
              </a:ext>
            </a:extLst>
          </p:cNvPr>
          <p:cNvSpPr>
            <a:spLocks xmlns:a="http://schemas.openxmlformats.org/drawingml/2006/main" noGrp="1"/>
          </p:cNvSpPr>
          <p:nvPr/>
        </p:nvSpPr>
        <p:spPr>
          <a:xfrm xmlns:a="http://schemas.openxmlformats.org/drawingml/2006/main">
            <a:off x="766762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6" name="patch-score-grid-3-3">
            <a:extLst xmlns:a="http://schemas.openxmlformats.org/drawingml/2006/main">
              <a:ext uri="{FF2B5EF4-FFF2-40B4-BE49-F238E27FC236}">
                <a16:creationId xmlns:a16="http://schemas.microsoft.com/office/drawing/2014/main" id="{09CD1F01-F33D-4065-A1C0-BCE2E2F2DD15}"/>
              </a:ext>
            </a:extLst>
          </p:cNvPr>
          <p:cNvSpPr>
            <a:spLocks xmlns:a="http://schemas.openxmlformats.org/drawingml/2006/main" noGrp="1"/>
          </p:cNvSpPr>
          <p:nvPr/>
        </p:nvSpPr>
        <p:spPr>
          <a:xfrm xmlns:a="http://schemas.openxmlformats.org/drawingml/2006/main">
            <a:off x="788670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7" name="patch-score-grid-3-4">
            <a:extLst xmlns:a="http://schemas.openxmlformats.org/drawingml/2006/main">
              <a:ext uri="{FF2B5EF4-FFF2-40B4-BE49-F238E27FC236}">
                <a16:creationId xmlns:a16="http://schemas.microsoft.com/office/drawing/2014/main" id="{EBC402CA-C93C-4FFB-863C-4526E31B62F0}"/>
              </a:ext>
            </a:extLst>
          </p:cNvPr>
          <p:cNvSpPr>
            <a:spLocks xmlns:a="http://schemas.openxmlformats.org/drawingml/2006/main" noGrp="1"/>
          </p:cNvSpPr>
          <p:nvPr/>
        </p:nvSpPr>
        <p:spPr>
          <a:xfrm xmlns:a="http://schemas.openxmlformats.org/drawingml/2006/main">
            <a:off x="81057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cxnSp>
        <p:nvCxnSpPr>
          <p:cNvPr id="107" name=""/>
          <p:cNvCxnSpPr>
            <a:stCxn xmlns:a="http://schemas.openxmlformats.org/drawingml/2006/main" id="15" idx="3"/>
            <a:endCxn xmlns:a="http://schemas.openxmlformats.org/drawingml/2006/main" id="27" idx="1"/>
          </p:cNvCxnSpPr>
          <p:nvPr/>
        </p:nvCxnSpPr>
        <p:spPr>
          <a:xfrm xmlns:a="http://schemas.openxmlformats.org/drawingml/2006/main">
            <a:off x="6534150" y="5119688"/>
            <a:ext cx="695325" cy="619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raw-score">
            <a:extLst xmlns:a="http://schemas.openxmlformats.org/drawingml/2006/main">
              <a:ext uri="{FF2B5EF4-FFF2-40B4-BE49-F238E27FC236}">
                <a16:creationId xmlns:a16="http://schemas.microsoft.com/office/drawing/2014/main" id="{B08FF5FA-C569-4F29-AA4B-A6139A6F572C}"/>
              </a:ext>
            </a:extLst>
          </p:cNvPr>
          <p:cNvSpPr>
            <a:spLocks xmlns:a="http://schemas.openxmlformats.org/drawingml/2006/main" noGrp="1"/>
          </p:cNvSpPr>
          <p:nvPr/>
        </p:nvSpPr>
        <p:spPr>
          <a:xfrm xmlns:a="http://schemas.openxmlformats.org/drawingml/2006/main">
            <a:off x="7334250" y="5686425"/>
            <a:ext cx="10953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0" i="1">
                <a:latin typeface="Cambria"/>
                <a:ea typeface="Cambria"/>
                <a:cs typeface="Cambria"/>
              </a:rPr>
              <a:t>a</a:t>
            </a:r>
            <a:r>
              <a:rPr sz="1728" b="0" i="0" baseline="-25000">
                <a:latin typeface="Cambria"/>
                <a:ea typeface="Cambria"/>
                <a:cs typeface="Cambria"/>
              </a:rPr>
              <a:t>p</a:t>
            </a:r>
          </a:p>
        </p:txBody>
      </p:sp>
      <p:sp>
        <p:nvSpPr>
          <p:cNvPr id="50" name="resize-and-smooth">
            <a:extLst xmlns:a="http://schemas.openxmlformats.org/drawingml/2006/main">
              <a:ext uri="{FF2B5EF4-FFF2-40B4-BE49-F238E27FC236}">
                <a16:creationId xmlns:a16="http://schemas.microsoft.com/office/drawing/2014/main" id="{6415A710-18AD-4811-BD78-A8A30799D369}"/>
              </a:ext>
            </a:extLst>
          </p:cNvPr>
          <p:cNvSpPr>
            <a:spLocks xmlns:a="http://schemas.openxmlformats.org/drawingml/2006/main" noGrp="1"/>
          </p:cNvSpPr>
          <p:nvPr/>
        </p:nvSpPr>
        <p:spPr>
          <a:xfrm xmlns:a="http://schemas.openxmlformats.org/drawingml/2006/main">
            <a:off x="8915400" y="4581525"/>
            <a:ext cx="2209800" cy="13049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Bilinear resize</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448 × 448</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Gaussian σ = 4</a:t>
            </a:r>
          </a:p>
        </p:txBody>
      </p:sp>
      <p:cxnSp>
        <p:nvCxnSpPr>
          <p:cNvPr id="110" name=""/>
          <p:cNvCxnSpPr>
            <a:stCxn xmlns:a="http://schemas.openxmlformats.org/drawingml/2006/main" id="27" idx="3"/>
            <a:endCxn xmlns:a="http://schemas.openxmlformats.org/drawingml/2006/main" id="50" idx="1"/>
          </p:cNvCxnSpPr>
          <p:nvPr/>
        </p:nvCxnSpPr>
        <p:spPr>
          <a:xfrm xmlns:a="http://schemas.openxmlformats.org/drawingml/2006/main">
            <a:off x="8324850" y="5181600"/>
            <a:ext cx="590550"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pic>
        <p:nvPicPr>
          <p:cNvPr id="111" name="Existing A1 map for scoring illustration"/>
          <p:cNvPicPr>
            <a:picLocks xmlns:a="http://schemas.openxmlformats.org/drawingml/2006/main" noChangeAspect="1"/>
          </p:cNvPicPr>
          <p:nvPr/>
        </p:nvPicPr>
        <p:blipFill>
          <a:blip xmlns:r="http://schemas.openxmlformats.org/officeDocument/2006/relationships" xmlns:a="http://schemas.openxmlformats.org/drawingml/2006/main" r:embed="R7d035b28092b41b1"/>
          <ns0:srcRect xmlns:ns0="http://schemas.openxmlformats.org/drawingml/2006/main" l="79543" t="22084" r="490" b="2022"/>
          <a:stretch xmlns:a="http://schemas.openxmlformats.org/drawingml/2006/main"/>
        </p:blipFill>
        <p:spPr>
          <a:xfrm xmlns:a="http://schemas.openxmlformats.org/drawingml/2006/main">
            <a:off x="11763375" y="4572000"/>
            <a:ext cx="1228725" cy="1228725"/>
          </a:xfrm>
          <a:prstGeom xmlns:a="http://schemas.openxmlformats.org/drawingml/2006/main" prst="rect">
            <a:avLst/>
          </a:prstGeom>
        </p:spPr>
      </p:pic>
      <p:sp>
        <p:nvSpPr>
          <p:cNvPr id="53" name="Existing A1 map for scoring illustration-anchor">
            <a:extLst xmlns:a="http://schemas.openxmlformats.org/drawingml/2006/main">
              <a:ext uri="{FF2B5EF4-FFF2-40B4-BE49-F238E27FC236}">
                <a16:creationId xmlns:a16="http://schemas.microsoft.com/office/drawing/2014/main" id="{E992042B-9524-4EC1-B0DD-160CB30F226C}"/>
              </a:ext>
            </a:extLst>
          </p:cNvPr>
          <p:cNvSpPr>
            <a:spLocks xmlns:a="http://schemas.openxmlformats.org/drawingml/2006/main" noGrp="1"/>
          </p:cNvSpPr>
          <p:nvPr/>
        </p:nvSpPr>
        <p:spPr>
          <a:xfrm xmlns:a="http://schemas.openxmlformats.org/drawingml/2006/main">
            <a:off x="11763375" y="4572000"/>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54" name="junction-21">
            <a:extLst xmlns:a="http://schemas.openxmlformats.org/drawingml/2006/main">
              <a:ext uri="{FF2B5EF4-FFF2-40B4-BE49-F238E27FC236}">
                <a16:creationId xmlns:a16="http://schemas.microsoft.com/office/drawing/2014/main" id="{F8651EA1-8D38-48BE-ADB0-B46E55620D0E}"/>
              </a:ext>
            </a:extLst>
          </p:cNvPr>
          <p:cNvSpPr>
            <a:spLocks xmlns:a="http://schemas.openxmlformats.org/drawingml/2006/main" noGrp="1"/>
          </p:cNvSpPr>
          <p:nvPr/>
        </p:nvSpPr>
        <p:spPr>
          <a:xfrm xmlns:a="http://schemas.openxmlformats.org/drawingml/2006/main">
            <a:off x="11706225" y="52197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50" idx="3"/>
            <a:endCxn xmlns:a="http://schemas.openxmlformats.org/drawingml/2006/main" id="54" idx="1"/>
          </p:cNvCxnSpPr>
          <p:nvPr/>
        </p:nvCxnSpPr>
        <p:spPr>
          <a:xfrm xmlns:a="http://schemas.openxmlformats.org/drawingml/2006/main" flipV="1">
            <a:off x="11125200" y="5229225"/>
            <a:ext cx="581025" cy="47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56" name="output-map">
            <a:extLst xmlns:a="http://schemas.openxmlformats.org/drawingml/2006/main">
              <a:ext uri="{FF2B5EF4-FFF2-40B4-BE49-F238E27FC236}">
                <a16:creationId xmlns:a16="http://schemas.microsoft.com/office/drawing/2014/main" id="{A47DDDB7-10DC-4E58-ACE3-EAE5C3BF8677}"/>
              </a:ext>
            </a:extLst>
          </p:cNvPr>
          <p:cNvSpPr>
            <a:spLocks xmlns:a="http://schemas.openxmlformats.org/drawingml/2006/main" noGrp="1"/>
          </p:cNvSpPr>
          <p:nvPr/>
        </p:nvSpPr>
        <p:spPr>
          <a:xfrm xmlns:a="http://schemas.openxmlformats.org/drawingml/2006/main">
            <a:off x="11449050" y="5915025"/>
            <a:ext cx="18288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S</a:t>
            </a:r>
            <a:r>
              <a:rPr sz="1674" b="1" i="0" baseline="-25000">
                <a:latin typeface="Cambria"/>
                <a:ea typeface="Cambria"/>
                <a:cs typeface="Cambria"/>
              </a:rPr>
              <a:t>448</a:t>
            </a:r>
            <a:r>
              <a:rPr sz="2325">
                <a:latin typeface="Cambria"/>
                <a:ea typeface="Cambria"/>
                <a:cs typeface="Cambria"/>
              </a:rPr>
              <a:t>(</a:t>
            </a:r>
            <a:r>
              <a:rPr sz="2325" b="1" i="1">
                <a:latin typeface="Cambria"/>
                <a:ea typeface="Cambria"/>
                <a:cs typeface="Cambria"/>
              </a:rPr>
              <a:t>x</a:t>
            </a:r>
            <a:r>
              <a:rPr sz="2325">
                <a:latin typeface="Cambria"/>
                <a:ea typeface="Cambria"/>
                <a:cs typeface="Cambria"/>
              </a:rPr>
              <a:t>)</a:t>
            </a:r>
          </a:p>
        </p:txBody>
      </p:sp>
      <p:sp>
        <p:nvSpPr>
          <p:cNvPr id="57" name="nn-equation">
            <a:extLst xmlns:a="http://schemas.openxmlformats.org/drawingml/2006/main">
              <a:ext uri="{FF2B5EF4-FFF2-40B4-BE49-F238E27FC236}">
                <a16:creationId xmlns:a16="http://schemas.microsoft.com/office/drawing/2014/main" id="{9DFADCE6-27CD-4D86-A91F-E7AB3C92FF4A}"/>
              </a:ext>
            </a:extLst>
          </p:cNvPr>
          <p:cNvSpPr>
            <a:spLocks xmlns:a="http://schemas.openxmlformats.org/drawingml/2006/main" noGrp="1"/>
          </p:cNvSpPr>
          <p:nvPr/>
        </p:nvSpPr>
        <p:spPr>
          <a:xfrm xmlns:a="http://schemas.openxmlformats.org/drawingml/2006/main">
            <a:off x="400050" y="6572250"/>
            <a:ext cx="7648575"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202832"/>
                </a:solidFill>
                <a:latin typeface="Cambria"/>
                <a:ea typeface="Cambria"/>
                <a:cs typeface="Cambria"/>
              </a:defRPr>
            </a:pPr>
            <a:r>
              <a:rPr sz="2400" b="0" i="1">
                <a:latin typeface="Cambria"/>
                <a:ea typeface="Cambria"/>
                <a:cs typeface="Cambria"/>
              </a:rPr>
              <a:t>a</a:t>
            </a:r>
            <a:r>
              <a:rPr sz="1728" b="0" i="0" baseline="-25000">
                <a:latin typeface="Cambria"/>
                <a:ea typeface="Cambria"/>
                <a:cs typeface="Cambria"/>
              </a:rPr>
              <a:t>p</a:t>
            </a:r>
            <a:r>
              <a:rPr sz="2400">
                <a:latin typeface="Cambria"/>
                <a:ea typeface="Cambria"/>
                <a:cs typeface="Cambria"/>
              </a:rPr>
              <a:t>(</a:t>
            </a:r>
            <a:r>
              <a:rPr sz="2400" b="1" i="1">
                <a:latin typeface="Cambria"/>
                <a:ea typeface="Cambria"/>
                <a:cs typeface="Cambria"/>
              </a:rPr>
              <a:t>x</a:t>
            </a:r>
            <a:r>
              <a:rPr sz="2400">
                <a:latin typeface="Cambria"/>
                <a:ea typeface="Cambria"/>
                <a:cs typeface="Cambria"/>
              </a:rPr>
              <a:t>) = ½ min</a:t>
            </a:r>
            <a:r>
              <a:rPr sz="2400" b="0" i="1">
                <a:latin typeface="Cambria"/>
                <a:ea typeface="Cambria"/>
                <a:cs typeface="Cambria"/>
              </a:rPr>
              <a:t/>
            </a:r>
            <a:r>
              <a:rPr sz="1728" b="0" i="0" baseline="-25000">
                <a:latin typeface="Cambria"/>
                <a:ea typeface="Cambria"/>
                <a:cs typeface="Cambria"/>
              </a:rPr>
              <a:t>m ∈ </a:t>
            </a:r>
            <a:r>
              <a:rPr sz="1728" b="1" i="1" baseline="-25000">
                <a:latin typeface="Cambria"/>
                <a:ea typeface="Cambria"/>
                <a:cs typeface="Cambria"/>
              </a:rPr>
              <a:t>M</a:t>
            </a:r>
            <a:r>
              <a:rPr sz="1200" b="0" i="0" baseline="-43000">
                <a:latin typeface="Cambria"/>
                <a:ea typeface="Cambria"/>
                <a:cs typeface="Cambria"/>
              </a:rPr>
              <a:t>c</a:t>
            </a:r>
            <a:r>
              <a:rPr sz="2400">
                <a:latin typeface="Cambria"/>
                <a:ea typeface="Cambria"/>
                <a:cs typeface="Cambria"/>
              </a:rPr>
              <a:t> ‖</a:t>
            </a:r>
            <a:r>
              <a:rPr sz="2400" b="1" i="1">
                <a:latin typeface="Cambria"/>
                <a:ea typeface="Cambria"/>
                <a:cs typeface="Cambria"/>
              </a:rPr>
              <a:t>f</a:t>
            </a:r>
            <a:r>
              <a:rPr sz="1728" b="1" i="0" baseline="-25000">
                <a:latin typeface="Cambria"/>
                <a:ea typeface="Cambria"/>
                <a:cs typeface="Cambria"/>
              </a:rPr>
              <a:t>A,p</a:t>
            </a:r>
            <a:r>
              <a:rPr sz="2400">
                <a:latin typeface="Cambria"/>
                <a:ea typeface="Cambria"/>
                <a:cs typeface="Cambria"/>
              </a:rPr>
              <a:t>(</a:t>
            </a:r>
            <a:r>
              <a:rPr sz="2400" b="1" i="1">
                <a:latin typeface="Cambria"/>
                <a:ea typeface="Cambria"/>
                <a:cs typeface="Cambria"/>
              </a:rPr>
              <a:t>x</a:t>
            </a:r>
            <a:r>
              <a:rPr sz="2400">
                <a:latin typeface="Cambria"/>
                <a:ea typeface="Cambria"/>
                <a:cs typeface="Cambria"/>
              </a:rPr>
              <a:t>) − </a:t>
            </a:r>
            <a:r>
              <a:rPr sz="2400" b="1" i="1">
                <a:latin typeface="Cambria"/>
                <a:ea typeface="Cambria"/>
                <a:cs typeface="Cambria"/>
              </a:rPr>
              <a:t>m</a:t>
            </a:r>
            <a:r>
              <a:rPr sz="2400">
                <a:latin typeface="Cambria"/>
                <a:ea typeface="Cambria"/>
                <a:cs typeface="Cambria"/>
              </a:rPr>
              <a:t>‖₂²</a:t>
            </a:r>
          </a:p>
        </p:txBody>
      </p:sp>
      <p:sp>
        <p:nvSpPr>
          <p:cNvPr id="58" name="pool-equation">
            <a:extLst xmlns:a="http://schemas.openxmlformats.org/drawingml/2006/main">
              <a:ext uri="{FF2B5EF4-FFF2-40B4-BE49-F238E27FC236}">
                <a16:creationId xmlns:a16="http://schemas.microsoft.com/office/drawing/2014/main" id="{14C47E9C-61A1-44D1-ACF9-17C4B3F8FC73}"/>
              </a:ext>
            </a:extLst>
          </p:cNvPr>
          <p:cNvSpPr>
            <a:spLocks xmlns:a="http://schemas.openxmlformats.org/drawingml/2006/main" noGrp="1"/>
          </p:cNvSpPr>
          <p:nvPr/>
        </p:nvSpPr>
        <p:spPr>
          <a:xfrm xmlns:a="http://schemas.openxmlformats.org/drawingml/2006/main">
            <a:off x="8382000" y="6705600"/>
            <a:ext cx="45910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s</a:t>
            </a:r>
            <a:r>
              <a:rPr sz="1620" b="0" i="0" baseline="-25000">
                <a:latin typeface="Cambria"/>
                <a:ea typeface="Cambria"/>
                <a:cs typeface="Cambria"/>
              </a:rPr>
              <a:t>img</a:t>
            </a:r>
            <a:r>
              <a:rPr sz="2250">
                <a:latin typeface="Cambria"/>
                <a:ea typeface="Cambria"/>
                <a:cs typeface="Cambria"/>
              </a:rPr>
              <a:t>(</a:t>
            </a:r>
            <a:r>
              <a:rPr sz="2250" b="1" i="1">
                <a:latin typeface="Cambria"/>
                <a:ea typeface="Cambria"/>
                <a:cs typeface="Cambria"/>
              </a:rPr>
              <a:t>x</a:t>
            </a:r>
            <a:r>
              <a:rPr sz="2250">
                <a:latin typeface="Cambria"/>
                <a:ea typeface="Cambria"/>
                <a:cs typeface="Cambria"/>
              </a:rPr>
              <a:t>) = max</a:t>
            </a:r>
            <a:r>
              <a:rPr sz="2250" b="0" i="1">
                <a:latin typeface="Cambria"/>
                <a:ea typeface="Cambria"/>
                <a:cs typeface="Cambria"/>
              </a:rPr>
              <a:t/>
            </a:r>
            <a:r>
              <a:rPr sz="1620" b="0" i="0" baseline="-25000">
                <a:latin typeface="Cambria"/>
                <a:ea typeface="Cambria"/>
                <a:cs typeface="Cambria"/>
              </a:rPr>
              <a:t>u</a:t>
            </a:r>
            <a:r>
              <a:rPr sz="2250">
                <a:latin typeface="Cambria"/>
                <a:ea typeface="Cambria"/>
                <a:cs typeface="Cambria"/>
              </a:rPr>
              <a:t> </a:t>
            </a:r>
            <a:r>
              <a:rPr sz="2250" b="1" i="1">
                <a:latin typeface="Cambria"/>
                <a:ea typeface="Cambria"/>
                <a:cs typeface="Cambria"/>
              </a:rPr>
              <a:t>S</a:t>
            </a:r>
            <a:r>
              <a:rPr sz="1620" b="1" i="0" baseline="-25000">
                <a:latin typeface="Cambria"/>
                <a:ea typeface="Cambria"/>
                <a:cs typeface="Cambria"/>
              </a:rPr>
              <a:t>448,u</a:t>
            </a:r>
            <a:r>
              <a:rPr sz="2250">
                <a:latin typeface="Cambria"/>
                <a:ea typeface="Cambria"/>
                <a:cs typeface="Cambria"/>
              </a:rPr>
              <a:t>(</a:t>
            </a:r>
            <a:r>
              <a:rPr sz="2250" b="1" i="1">
                <a:latin typeface="Cambria"/>
                <a:ea typeface="Cambria"/>
                <a:cs typeface="Cambria"/>
              </a:rPr>
              <a:t>x</a:t>
            </a:r>
            <a:r>
              <a:rPr sz="2250">
                <a:latin typeface="Cambria"/>
                <a:ea typeface="Cambria"/>
                <a:cs typeface="Cambria"/>
              </a:rPr>
              <a:t>)</a:t>
            </a:r>
          </a:p>
        </p:txBody>
      </p:sp>
      <p:sp>
        <p:nvSpPr>
          <p:cNvPr id="59" name="nearest-note">
            <a:extLst xmlns:a="http://schemas.openxmlformats.org/drawingml/2006/main">
              <a:ext uri="{FF2B5EF4-FFF2-40B4-BE49-F238E27FC236}">
                <a16:creationId xmlns:a16="http://schemas.microsoft.com/office/drawing/2014/main" id="{997C3BD0-07C2-4CBC-AD14-97CF18032B2D}"/>
              </a:ext>
            </a:extLst>
          </p:cNvPr>
          <p:cNvSpPr>
            <a:spLocks xmlns:a="http://schemas.openxmlformats.org/drawingml/2006/main" noGrp="1"/>
          </p:cNvSpPr>
          <p:nvPr/>
        </p:nvSpPr>
        <p:spPr>
          <a:xfrm xmlns:a="http://schemas.openxmlformats.org/drawingml/2006/main">
            <a:off x="371475" y="7181850"/>
            <a:ext cx="73247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Nearest means closest in feature space</a:t>
            </a:r>
          </a:p>
        </p:txBody>
      </p:sp>
    </p:spTree>
    <p:extLst>
      <p:ext uri="{BB962C8B-B14F-4D97-AF65-F5344CB8AC3E}">
        <p14:creationId xmlns:p14="http://schemas.microsoft.com/office/powerpoint/2010/main" val="11481807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itle">
            <a:extLst xmlns:a="http://schemas.openxmlformats.org/drawingml/2006/main">
              <a:ext uri="{FF2B5EF4-FFF2-40B4-BE49-F238E27FC236}">
                <a16:creationId xmlns:a16="http://schemas.microsoft.com/office/drawing/2014/main" id="{7FACDE1E-E790-494C-836B-0315D55C4C56}"/>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Matched DINO-only control</a:t>
            </a:r>
          </a:p>
        </p:txBody>
      </p:sp>
      <p:sp>
        <p:nvSpPr>
          <p:cNvPr id="2" name="shared-control-context">
            <a:extLst xmlns:a="http://schemas.openxmlformats.org/drawingml/2006/main">
              <a:ext uri="{FF2B5EF4-FFF2-40B4-BE49-F238E27FC236}">
                <a16:creationId xmlns:a16="http://schemas.microsoft.com/office/drawing/2014/main" id="{3403612E-E3C4-4346-B21E-7711A0A7E73C}"/>
              </a:ext>
            </a:extLst>
          </p:cNvPr>
          <p:cNvSpPr>
            <a:spLocks xmlns:a="http://schemas.openxmlformats.org/drawingml/2006/main" noGrp="1"/>
          </p:cNvSpPr>
          <p:nvPr/>
        </p:nvSpPr>
        <p:spPr>
          <a:xfrm xmlns:a="http://schemas.openxmlformats.org/drawingml/2006/main">
            <a:off x="342900" y="866775"/>
            <a:ext cx="12639675" cy="4572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52606B"/>
                </a:solidFill>
                <a:latin typeface="Arial"/>
                <a:ea typeface="Arial"/>
                <a:cs typeface="Arial"/>
              </a:defRPr>
            </a:pPr>
            <a:r>
              <a:rPr sz="2400" b="0">
                <a:solidFill>
                  <a:srgbClr val="52606B"/>
                </a:solidFill>
                <a:latin typeface="Arial"/>
                <a:ea typeface="Arial"/>
                <a:cs typeface="Arial"/>
              </a:rPr>
              <a:t>Identical support identities and query images</a:t>
            </a:r>
          </a:p>
        </p:txBody>
      </p:sp>
      <p:sp>
        <p:nvSpPr>
          <p:cNvPr id="3" name="a-method">
            <a:extLst xmlns:a="http://schemas.openxmlformats.org/drawingml/2006/main">
              <a:ext uri="{FF2B5EF4-FFF2-40B4-BE49-F238E27FC236}">
                <a16:creationId xmlns:a16="http://schemas.microsoft.com/office/drawing/2014/main" id="{15C7B3D5-4B4B-41B1-8CB3-B62D1C8C7DC2}"/>
              </a:ext>
            </a:extLst>
          </p:cNvPr>
          <p:cNvSpPr>
            <a:spLocks xmlns:a="http://schemas.openxmlformats.org/drawingml/2006/main" noGrp="1"/>
          </p:cNvSpPr>
          <p:nvPr/>
        </p:nvSpPr>
        <p:spPr>
          <a:xfrm xmlns:a="http://schemas.openxmlformats.org/drawingml/2006/main">
            <a:off x="342900" y="1628775"/>
            <a:ext cx="39052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(a) DCFnet</a:t>
            </a:r>
          </a:p>
        </p:txBody>
      </p:sp>
      <p:sp>
        <p:nvSpPr>
          <p:cNvPr id="4" name="control-dcfnet-features">
            <a:extLst xmlns:a="http://schemas.openxmlformats.org/drawingml/2006/main">
              <a:ext uri="{FF2B5EF4-FFF2-40B4-BE49-F238E27FC236}">
                <a16:creationId xmlns:a16="http://schemas.microsoft.com/office/drawing/2014/main" id="{ECB85FE4-6EBF-493F-A241-FF65BEA533D5}"/>
              </a:ext>
            </a:extLst>
          </p:cNvPr>
          <p:cNvSpPr>
            <a:spLocks xmlns:a="http://schemas.openxmlformats.org/drawingml/2006/main" noGrp="1"/>
          </p:cNvSpPr>
          <p:nvPr/>
        </p:nvSpPr>
        <p:spPr>
          <a:xfrm xmlns:a="http://schemas.openxmlformats.org/drawingml/2006/main">
            <a:off x="361950" y="2257425"/>
            <a:ext cx="338137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DINOv2 + CLIP/DPAM</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Calibrated fixed fusion</a:t>
            </a:r>
          </a:p>
        </p:txBody>
      </p:sp>
      <p:sp>
        <p:nvSpPr>
          <p:cNvPr id="5" name="dcfnet-descriptor">
            <a:extLst xmlns:a="http://schemas.openxmlformats.org/drawingml/2006/main">
              <a:ext uri="{FF2B5EF4-FFF2-40B4-BE49-F238E27FC236}">
                <a16:creationId xmlns:a16="http://schemas.microsoft.com/office/drawing/2014/main" id="{FE7AAA69-965B-4645-9128-7F2130BC96E4}"/>
              </a:ext>
            </a:extLst>
          </p:cNvPr>
          <p:cNvSpPr>
            <a:spLocks xmlns:a="http://schemas.openxmlformats.org/drawingml/2006/main" noGrp="1"/>
          </p:cNvSpPr>
          <p:nvPr/>
        </p:nvSpPr>
        <p:spPr>
          <a:xfrm xmlns:a="http://schemas.openxmlformats.org/drawingml/2006/main">
            <a:off x="4429125" y="2257425"/>
            <a:ext cx="225742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6" name="dcfnet-bank">
            <a:extLst xmlns:a="http://schemas.openxmlformats.org/drawingml/2006/main">
              <a:ext uri="{FF2B5EF4-FFF2-40B4-BE49-F238E27FC236}">
                <a16:creationId xmlns:a16="http://schemas.microsoft.com/office/drawing/2014/main" id="{F5D76106-CE65-49D4-A0FB-74E51EDCF976}"/>
              </a:ext>
            </a:extLst>
          </p:cNvPr>
          <p:cNvSpPr>
            <a:spLocks xmlns:a="http://schemas.openxmlformats.org/drawingml/2006/main" noGrp="1"/>
          </p:cNvSpPr>
          <p:nvPr/>
        </p:nvSpPr>
        <p:spPr>
          <a:xfrm xmlns:a="http://schemas.openxmlformats.org/drawingml/2006/main">
            <a:off x="7372350" y="2257425"/>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 memory</a:t>
            </a:r>
          </a:p>
        </p:txBody>
      </p:sp>
      <p:sp>
        <p:nvSpPr>
          <p:cNvPr id="7" name="dcfnet-score">
            <a:extLst xmlns:a="http://schemas.openxmlformats.org/drawingml/2006/main">
              <a:ext uri="{FF2B5EF4-FFF2-40B4-BE49-F238E27FC236}">
                <a16:creationId xmlns:a16="http://schemas.microsoft.com/office/drawing/2014/main" id="{DFABB599-AD1D-464C-A9E1-AA867DFFA4F1}"/>
              </a:ext>
            </a:extLst>
          </p:cNvPr>
          <p:cNvSpPr>
            <a:spLocks xmlns:a="http://schemas.openxmlformats.org/drawingml/2006/main" noGrp="1"/>
          </p:cNvSpPr>
          <p:nvPr/>
        </p:nvSpPr>
        <p:spPr>
          <a:xfrm xmlns:a="http://schemas.openxmlformats.org/drawingml/2006/main">
            <a:off x="10477500" y="2257425"/>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50" name=""/>
          <p:cNvCxnSpPr>
            <a:stCxn xmlns:a="http://schemas.openxmlformats.org/drawingml/2006/main" id="4" idx="3"/>
            <a:endCxn xmlns:a="http://schemas.openxmlformats.org/drawingml/2006/main" id="5" idx="1"/>
          </p:cNvCxnSpPr>
          <p:nvPr/>
        </p:nvCxnSpPr>
        <p:spPr>
          <a:xfrm xmlns:a="http://schemas.openxmlformats.org/drawingml/2006/main">
            <a:off x="3743325"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1" name=""/>
          <p:cNvCxnSpPr>
            <a:stCxn xmlns:a="http://schemas.openxmlformats.org/drawingml/2006/main" id="5" idx="3"/>
            <a:endCxn xmlns:a="http://schemas.openxmlformats.org/drawingml/2006/main" id="6" idx="1"/>
          </p:cNvCxnSpPr>
          <p:nvPr/>
        </p:nvCxnSpPr>
        <p:spPr>
          <a:xfrm xmlns:a="http://schemas.openxmlformats.org/drawingml/2006/main">
            <a:off x="6686550"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2" name=""/>
          <p:cNvCxnSpPr>
            <a:stCxn xmlns:a="http://schemas.openxmlformats.org/drawingml/2006/main" id="6" idx="3"/>
            <a:endCxn xmlns:a="http://schemas.openxmlformats.org/drawingml/2006/main" id="7" idx="1"/>
          </p:cNvCxnSpPr>
          <p:nvPr/>
        </p:nvCxnSpPr>
        <p:spPr>
          <a:xfrm xmlns:a="http://schemas.openxmlformats.org/drawingml/2006/main">
            <a:off x="9867900" y="2947988"/>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1" name="support-only-a">
            <a:extLst xmlns:a="http://schemas.openxmlformats.org/drawingml/2006/main">
              <a:ext uri="{FF2B5EF4-FFF2-40B4-BE49-F238E27FC236}">
                <a16:creationId xmlns:a16="http://schemas.microsoft.com/office/drawing/2014/main" id="{7B5975AC-571D-4AAE-9EF6-17C3CFBFDE25}"/>
              </a:ext>
            </a:extLst>
          </p:cNvPr>
          <p:cNvSpPr>
            <a:spLocks xmlns:a="http://schemas.openxmlformats.org/drawingml/2006/main" noGrp="1"/>
          </p:cNvSpPr>
          <p:nvPr/>
        </p:nvSpPr>
        <p:spPr>
          <a:xfrm xmlns:a="http://schemas.openxmlformats.org/drawingml/2006/main">
            <a:off x="6619875" y="182880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12" name="junction-22">
            <a:extLst xmlns:a="http://schemas.openxmlformats.org/drawingml/2006/main">
              <a:ext uri="{FF2B5EF4-FFF2-40B4-BE49-F238E27FC236}">
                <a16:creationId xmlns:a16="http://schemas.microsoft.com/office/drawing/2014/main" id="{D6FEE46D-1086-4DC5-8FFA-F9CD3A0AD7D2}"/>
              </a:ext>
            </a:extLst>
          </p:cNvPr>
          <p:cNvSpPr>
            <a:spLocks xmlns:a="http://schemas.openxmlformats.org/drawingml/2006/main" noGrp="1"/>
          </p:cNvSpPr>
          <p:nvPr/>
        </p:nvSpPr>
        <p:spPr>
          <a:xfrm xmlns:a="http://schemas.openxmlformats.org/drawingml/2006/main">
            <a:off x="5543550" y="3648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junction-23">
            <a:extLst xmlns:a="http://schemas.openxmlformats.org/drawingml/2006/main">
              <a:ext uri="{FF2B5EF4-FFF2-40B4-BE49-F238E27FC236}">
                <a16:creationId xmlns:a16="http://schemas.microsoft.com/office/drawing/2014/main" id="{76187222-E043-4C33-B5DE-8E9CEAB51AE1}"/>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12" idx="2"/>
            <a:endCxn xmlns:a="http://schemas.openxmlformats.org/drawingml/2006/main" id="13" idx="0"/>
          </p:cNvCxnSpPr>
          <p:nvPr/>
        </p:nvCxnSpPr>
        <p:spPr>
          <a:xfrm xmlns:a="http://schemas.openxmlformats.org/drawingml/2006/main">
            <a:off x="5553075" y="3667125"/>
            <a:ext cx="0" cy="22860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5" name="junction-24">
            <a:extLst xmlns:a="http://schemas.openxmlformats.org/drawingml/2006/main">
              <a:ext uri="{FF2B5EF4-FFF2-40B4-BE49-F238E27FC236}">
                <a16:creationId xmlns:a16="http://schemas.microsoft.com/office/drawing/2014/main" id="{603DFDB8-9643-44AD-9454-D14E725C0B38}"/>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junction-25">
            <a:extLst xmlns:a="http://schemas.openxmlformats.org/drawingml/2006/main">
              <a:ext uri="{FF2B5EF4-FFF2-40B4-BE49-F238E27FC236}">
                <a16:creationId xmlns:a16="http://schemas.microsoft.com/office/drawing/2014/main" id="{303251B6-7BE5-4121-943D-18F72ED19D82}"/>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15" idx="3"/>
            <a:endCxn xmlns:a="http://schemas.openxmlformats.org/drawingml/2006/main" id="16" idx="1"/>
          </p:cNvCxnSpPr>
          <p:nvPr/>
        </p:nvCxnSpPr>
        <p:spPr>
          <a:xfrm xmlns:a="http://schemas.openxmlformats.org/drawingml/2006/main">
            <a:off x="5562600" y="39052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8" name="junction-26">
            <a:extLst xmlns:a="http://schemas.openxmlformats.org/drawingml/2006/main">
              <a:ext uri="{FF2B5EF4-FFF2-40B4-BE49-F238E27FC236}">
                <a16:creationId xmlns:a16="http://schemas.microsoft.com/office/drawing/2014/main" id="{EC2888A1-9258-4A24-9905-A7243B9BD77A}"/>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junction-27">
            <a:extLst xmlns:a="http://schemas.openxmlformats.org/drawingml/2006/main">
              <a:ext uri="{FF2B5EF4-FFF2-40B4-BE49-F238E27FC236}">
                <a16:creationId xmlns:a16="http://schemas.microsoft.com/office/drawing/2014/main" id="{F1337567-0023-461B-B07D-5C71DB08C1AA}"/>
              </a:ext>
            </a:extLst>
          </p:cNvPr>
          <p:cNvSpPr>
            <a:spLocks xmlns:a="http://schemas.openxmlformats.org/drawingml/2006/main" noGrp="1"/>
          </p:cNvSpPr>
          <p:nvPr/>
        </p:nvSpPr>
        <p:spPr>
          <a:xfrm xmlns:a="http://schemas.openxmlformats.org/drawingml/2006/main">
            <a:off x="11725275" y="3657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0"/>
            <a:endCxn xmlns:a="http://schemas.openxmlformats.org/drawingml/2006/main" id="19" idx="2"/>
          </p:cNvCxnSpPr>
          <p:nvPr/>
        </p:nvCxnSpPr>
        <p:spPr>
          <a:xfrm xmlns:a="http://schemas.openxmlformats.org/drawingml/2006/main" flipV="1">
            <a:off x="11734800" y="3676650"/>
            <a:ext cx="0" cy="2190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1" name="query-only-a">
            <a:extLst xmlns:a="http://schemas.openxmlformats.org/drawingml/2006/main">
              <a:ext uri="{FF2B5EF4-FFF2-40B4-BE49-F238E27FC236}">
                <a16:creationId xmlns:a16="http://schemas.microsoft.com/office/drawing/2014/main" id="{2AFB3391-9AC8-4EEA-B235-FC7618A793F8}"/>
              </a:ext>
            </a:extLst>
          </p:cNvPr>
          <p:cNvSpPr>
            <a:spLocks xmlns:a="http://schemas.openxmlformats.org/drawingml/2006/main" noGrp="1"/>
          </p:cNvSpPr>
          <p:nvPr/>
        </p:nvSpPr>
        <p:spPr>
          <a:xfrm xmlns:a="http://schemas.openxmlformats.org/drawingml/2006/main">
            <a:off x="7534275" y="363855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22" name="rule-28">
            <a:extLst xmlns:a="http://schemas.openxmlformats.org/drawingml/2006/main">
              <a:ext uri="{FF2B5EF4-FFF2-40B4-BE49-F238E27FC236}">
                <a16:creationId xmlns:a16="http://schemas.microsoft.com/office/drawing/2014/main" id="{150B9092-0609-44E1-B434-255D5047D116}"/>
              </a:ext>
            </a:extLst>
          </p:cNvPr>
          <p:cNvSpPr>
            <a:spLocks xmlns:a="http://schemas.openxmlformats.org/drawingml/2006/main" noGrp="1"/>
          </p:cNvSpPr>
          <p:nvPr/>
        </p:nvSpPr>
        <p:spPr>
          <a:xfrm xmlns:a="http://schemas.openxmlformats.org/drawingml/2006/main">
            <a:off x="342900" y="40767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3" name="b-method">
            <a:extLst xmlns:a="http://schemas.openxmlformats.org/drawingml/2006/main">
              <a:ext uri="{FF2B5EF4-FFF2-40B4-BE49-F238E27FC236}">
                <a16:creationId xmlns:a16="http://schemas.microsoft.com/office/drawing/2014/main" id="{A07287DD-CDB0-426A-BC96-1DDDD8E4D9BF}"/>
              </a:ext>
            </a:extLst>
          </p:cNvPr>
          <p:cNvSpPr>
            <a:spLocks xmlns:a="http://schemas.openxmlformats.org/drawingml/2006/main" noGrp="1"/>
          </p:cNvSpPr>
          <p:nvPr/>
        </p:nvSpPr>
        <p:spPr>
          <a:xfrm xmlns:a="http://schemas.openxmlformats.org/drawingml/2006/main">
            <a:off x="342900" y="4276725"/>
            <a:ext cx="590550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(b) DINO-only control</a:t>
            </a:r>
          </a:p>
        </p:txBody>
      </p:sp>
      <p:sp>
        <p:nvSpPr>
          <p:cNvPr id="24" name="control-dino-features">
            <a:extLst xmlns:a="http://schemas.openxmlformats.org/drawingml/2006/main">
              <a:ext uri="{FF2B5EF4-FFF2-40B4-BE49-F238E27FC236}">
                <a16:creationId xmlns:a16="http://schemas.microsoft.com/office/drawing/2014/main" id="{2A017C5D-D12E-4BC2-A484-521E7887E3B2}"/>
              </a:ext>
            </a:extLst>
          </p:cNvPr>
          <p:cNvSpPr>
            <a:spLocks xmlns:a="http://schemas.openxmlformats.org/drawingml/2006/main" noGrp="1"/>
          </p:cNvSpPr>
          <p:nvPr/>
        </p:nvSpPr>
        <p:spPr>
          <a:xfrm xmlns:a="http://schemas.openxmlformats.org/drawingml/2006/main">
            <a:off x="361950" y="4914900"/>
            <a:ext cx="338137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Same frozen</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DINOv2 encoder</a:t>
            </a:r>
          </a:p>
        </p:txBody>
      </p:sp>
      <p:sp>
        <p:nvSpPr>
          <p:cNvPr id="25" name="dino-descriptor">
            <a:extLst xmlns:a="http://schemas.openxmlformats.org/drawingml/2006/main">
              <a:ext uri="{FF2B5EF4-FFF2-40B4-BE49-F238E27FC236}">
                <a16:creationId xmlns:a16="http://schemas.microsoft.com/office/drawing/2014/main" id="{EDAB6DC3-885F-42E3-B7FE-D8CF38DB4C75}"/>
              </a:ext>
            </a:extLst>
          </p:cNvPr>
          <p:cNvSpPr>
            <a:spLocks xmlns:a="http://schemas.openxmlformats.org/drawingml/2006/main" noGrp="1"/>
          </p:cNvSpPr>
          <p:nvPr/>
        </p:nvSpPr>
        <p:spPr>
          <a:xfrm xmlns:a="http://schemas.openxmlformats.org/drawingml/2006/main">
            <a:off x="4429125" y="4914900"/>
            <a:ext cx="225742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26" name="dino-bank">
            <a:extLst xmlns:a="http://schemas.openxmlformats.org/drawingml/2006/main">
              <a:ext uri="{FF2B5EF4-FFF2-40B4-BE49-F238E27FC236}">
                <a16:creationId xmlns:a16="http://schemas.microsoft.com/office/drawing/2014/main" id="{28E31D67-61E2-4ABC-A0C9-72D5F9FFCB90}"/>
              </a:ext>
            </a:extLst>
          </p:cNvPr>
          <p:cNvSpPr>
            <a:spLocks xmlns:a="http://schemas.openxmlformats.org/drawingml/2006/main" noGrp="1"/>
          </p:cNvSpPr>
          <p:nvPr/>
        </p:nvSpPr>
        <p:spPr>
          <a:xfrm xmlns:a="http://schemas.openxmlformats.org/drawingml/2006/main">
            <a:off x="7372350" y="4914900"/>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 memory</a:t>
            </a:r>
          </a:p>
        </p:txBody>
      </p:sp>
      <p:sp>
        <p:nvSpPr>
          <p:cNvPr id="27" name="dino-score">
            <a:extLst xmlns:a="http://schemas.openxmlformats.org/drawingml/2006/main">
              <a:ext uri="{FF2B5EF4-FFF2-40B4-BE49-F238E27FC236}">
                <a16:creationId xmlns:a16="http://schemas.microsoft.com/office/drawing/2014/main" id="{79AE3F96-4601-4C75-B92D-D76EB39AAB9C}"/>
              </a:ext>
            </a:extLst>
          </p:cNvPr>
          <p:cNvSpPr>
            <a:spLocks xmlns:a="http://schemas.openxmlformats.org/drawingml/2006/main" noGrp="1"/>
          </p:cNvSpPr>
          <p:nvPr/>
        </p:nvSpPr>
        <p:spPr>
          <a:xfrm xmlns:a="http://schemas.openxmlformats.org/drawingml/2006/main">
            <a:off x="10477500" y="4914900"/>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70" name=""/>
          <p:cNvCxnSpPr>
            <a:stCxn xmlns:a="http://schemas.openxmlformats.org/drawingml/2006/main" id="24" idx="3"/>
            <a:endCxn xmlns:a="http://schemas.openxmlformats.org/drawingml/2006/main" id="25" idx="1"/>
          </p:cNvCxnSpPr>
          <p:nvPr/>
        </p:nvCxnSpPr>
        <p:spPr>
          <a:xfrm xmlns:a="http://schemas.openxmlformats.org/drawingml/2006/main">
            <a:off x="3743325"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25" idx="3"/>
            <a:endCxn xmlns:a="http://schemas.openxmlformats.org/drawingml/2006/main" id="26" idx="1"/>
          </p:cNvCxnSpPr>
          <p:nvPr/>
        </p:nvCxnSpPr>
        <p:spPr>
          <a:xfrm xmlns:a="http://schemas.openxmlformats.org/drawingml/2006/main">
            <a:off x="6686550"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26" idx="3"/>
            <a:endCxn xmlns:a="http://schemas.openxmlformats.org/drawingml/2006/main" id="27" idx="1"/>
          </p:cNvCxnSpPr>
          <p:nvPr/>
        </p:nvCxnSpPr>
        <p:spPr>
          <a:xfrm xmlns:a="http://schemas.openxmlformats.org/drawingml/2006/main">
            <a:off x="9867900" y="5605463"/>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31" name="support-only-b">
            <a:extLst xmlns:a="http://schemas.openxmlformats.org/drawingml/2006/main">
              <a:ext uri="{FF2B5EF4-FFF2-40B4-BE49-F238E27FC236}">
                <a16:creationId xmlns:a16="http://schemas.microsoft.com/office/drawing/2014/main" id="{F9A152B6-E5FA-4431-B121-BC4604A1C7B6}"/>
              </a:ext>
            </a:extLst>
          </p:cNvPr>
          <p:cNvSpPr>
            <a:spLocks xmlns:a="http://schemas.openxmlformats.org/drawingml/2006/main" noGrp="1"/>
          </p:cNvSpPr>
          <p:nvPr/>
        </p:nvSpPr>
        <p:spPr>
          <a:xfrm xmlns:a="http://schemas.openxmlformats.org/drawingml/2006/main">
            <a:off x="6619875" y="451485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32" name="junction-29">
            <a:extLst xmlns:a="http://schemas.openxmlformats.org/drawingml/2006/main">
              <a:ext uri="{FF2B5EF4-FFF2-40B4-BE49-F238E27FC236}">
                <a16:creationId xmlns:a16="http://schemas.microsoft.com/office/drawing/2014/main" id="{725C3CA4-B735-43C8-A54D-635890057903}"/>
              </a:ext>
            </a:extLst>
          </p:cNvPr>
          <p:cNvSpPr>
            <a:spLocks xmlns:a="http://schemas.openxmlformats.org/drawingml/2006/main" noGrp="1"/>
          </p:cNvSpPr>
          <p:nvPr/>
        </p:nvSpPr>
        <p:spPr>
          <a:xfrm xmlns:a="http://schemas.openxmlformats.org/drawingml/2006/main">
            <a:off x="5543550" y="63055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3" name="junction-30">
            <a:extLst xmlns:a="http://schemas.openxmlformats.org/drawingml/2006/main">
              <a:ext uri="{FF2B5EF4-FFF2-40B4-BE49-F238E27FC236}">
                <a16:creationId xmlns:a16="http://schemas.microsoft.com/office/drawing/2014/main" id="{F8A1202B-B4C5-4F9D-ACFB-098DFD5EAB5F}"/>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2" idx="2"/>
            <a:endCxn xmlns:a="http://schemas.openxmlformats.org/drawingml/2006/main" id="33" idx="0"/>
          </p:cNvCxnSpPr>
          <p:nvPr/>
        </p:nvCxnSpPr>
        <p:spPr>
          <a:xfrm xmlns:a="http://schemas.openxmlformats.org/drawingml/2006/main">
            <a:off x="5553075" y="6324600"/>
            <a:ext cx="0" cy="2762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5" name="junction-31">
            <a:extLst xmlns:a="http://schemas.openxmlformats.org/drawingml/2006/main">
              <a:ext uri="{FF2B5EF4-FFF2-40B4-BE49-F238E27FC236}">
                <a16:creationId xmlns:a16="http://schemas.microsoft.com/office/drawing/2014/main" id="{E64CC500-2D77-4D57-8842-3C920DE54BA1}"/>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junction-32">
            <a:extLst xmlns:a="http://schemas.openxmlformats.org/drawingml/2006/main">
              <a:ext uri="{FF2B5EF4-FFF2-40B4-BE49-F238E27FC236}">
                <a16:creationId xmlns:a16="http://schemas.microsoft.com/office/drawing/2014/main" id="{2A2154AC-1395-4AD1-9E53-F72FAE268505}"/>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35" idx="3"/>
            <a:endCxn xmlns:a="http://schemas.openxmlformats.org/drawingml/2006/main" id="36" idx="1"/>
          </p:cNvCxnSpPr>
          <p:nvPr/>
        </p:nvCxnSpPr>
        <p:spPr>
          <a:xfrm xmlns:a="http://schemas.openxmlformats.org/drawingml/2006/main">
            <a:off x="5562600" y="66103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8" name="junction-33">
            <a:extLst xmlns:a="http://schemas.openxmlformats.org/drawingml/2006/main">
              <a:ext uri="{FF2B5EF4-FFF2-40B4-BE49-F238E27FC236}">
                <a16:creationId xmlns:a16="http://schemas.microsoft.com/office/drawing/2014/main" id="{59987C8D-8BC2-4982-9F31-A8D92BB29366}"/>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junction-34">
            <a:extLst xmlns:a="http://schemas.openxmlformats.org/drawingml/2006/main">
              <a:ext uri="{FF2B5EF4-FFF2-40B4-BE49-F238E27FC236}">
                <a16:creationId xmlns:a16="http://schemas.microsoft.com/office/drawing/2014/main" id="{5A8CCE6D-6777-4325-8E8C-045DE0FF1BF8}"/>
              </a:ext>
            </a:extLst>
          </p:cNvPr>
          <p:cNvSpPr>
            <a:spLocks xmlns:a="http://schemas.openxmlformats.org/drawingml/2006/main" noGrp="1"/>
          </p:cNvSpPr>
          <p:nvPr/>
        </p:nvSpPr>
        <p:spPr>
          <a:xfrm xmlns:a="http://schemas.openxmlformats.org/drawingml/2006/main">
            <a:off x="11725275" y="6315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8" idx="0"/>
            <a:endCxn xmlns:a="http://schemas.openxmlformats.org/drawingml/2006/main" id="39" idx="2"/>
          </p:cNvCxnSpPr>
          <p:nvPr/>
        </p:nvCxnSpPr>
        <p:spPr>
          <a:xfrm xmlns:a="http://schemas.openxmlformats.org/drawingml/2006/main" flipV="1">
            <a:off x="11734800" y="6334125"/>
            <a:ext cx="0" cy="2667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1" name="query-only-b">
            <a:extLst xmlns:a="http://schemas.openxmlformats.org/drawingml/2006/main">
              <a:ext uri="{FF2B5EF4-FFF2-40B4-BE49-F238E27FC236}">
                <a16:creationId xmlns:a16="http://schemas.microsoft.com/office/drawing/2014/main" id="{672C664E-E918-4343-A2B7-E8B69D1E10CC}"/>
              </a:ext>
            </a:extLst>
          </p:cNvPr>
          <p:cNvSpPr>
            <a:spLocks xmlns:a="http://schemas.openxmlformats.org/drawingml/2006/main" noGrp="1"/>
          </p:cNvSpPr>
          <p:nvPr/>
        </p:nvSpPr>
        <p:spPr>
          <a:xfrm xmlns:a="http://schemas.openxmlformats.org/drawingml/2006/main">
            <a:off x="7534275" y="632460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42" name="common-postprocessing">
            <a:extLst xmlns:a="http://schemas.openxmlformats.org/drawingml/2006/main">
              <a:ext uri="{FF2B5EF4-FFF2-40B4-BE49-F238E27FC236}">
                <a16:creationId xmlns:a16="http://schemas.microsoft.com/office/drawing/2014/main" id="{4D687D7C-3E32-45C2-961A-91BF844D97B0}"/>
              </a:ext>
            </a:extLst>
          </p:cNvPr>
          <p:cNvSpPr>
            <a:spLocks xmlns:a="http://schemas.openxmlformats.org/drawingml/2006/main" noGrp="1"/>
          </p:cNvSpPr>
          <p:nvPr/>
        </p:nvSpPr>
        <p:spPr>
          <a:xfrm xmlns:a="http://schemas.openxmlformats.org/drawingml/2006/main">
            <a:off x="342900" y="6924675"/>
            <a:ext cx="12649200" cy="5429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202832"/>
                </a:solidFill>
                <a:latin typeface="Arial"/>
                <a:ea typeface="Arial"/>
                <a:cs typeface="Arial"/>
              </a:defRPr>
            </a:pPr>
            <a:r>
              <a:rPr sz="2250" b="0">
                <a:solidFill>
                  <a:srgbClr val="202832"/>
                </a:solidFill>
                <a:latin typeface="Arial"/>
                <a:ea typeface="Arial"/>
                <a:cs typeface="Arial"/>
              </a:rPr>
              <a:t>Same bilinear resizing, Gaussian smoothing, image pooling and evaluator</a:t>
            </a:r>
          </a:p>
        </p:txBody>
      </p:sp>
    </p:spTree>
    <p:extLst>
      <p:ext uri="{BB962C8B-B14F-4D97-AF65-F5344CB8AC3E}">
        <p14:creationId xmlns:p14="http://schemas.microsoft.com/office/powerpoint/2010/main" val="415412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49F8368-5551-4912-ABB8-363D09E7D722}"/>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Microsoft YaHei"/>
                <a:ea typeface="Microsoft YaHei"/>
                <a:cs typeface="Microsoft YaHei"/>
              </a:defRPr>
            </a:pPr>
            <a:r>
              <a:rPr sz="2850" b="1">
                <a:solidFill>
                  <a:srgbClr val="202832"/>
                </a:solidFill>
                <a:latin typeface="Microsoft YaHei"/>
                <a:ea typeface="Microsoft YaHei"/>
                <a:cs typeface="Microsoft YaHei"/>
              </a:rPr>
              <a:t>图件安排与正文放置建议</a:t>
            </a:r>
          </a:p>
        </p:txBody>
      </p:sp>
      <p:graphicFrame>
        <p:nvGraphicFramePr>
          <p:cNvPr id="8" name=""/>
          <p:cNvGraphicFramePr/>
          <p:nvPr/>
        </p:nvGraphicFramePr>
        <p:xfrm>
          <a:off xmlns:a="http://schemas.openxmlformats.org/drawingml/2006/main" x="342900" y="1066800"/>
          <a:ext xmlns:a="http://schemas.openxmlformats.org/drawingml/2006/main" cx="12649200" cy="4000500"/>
        </p:xfrm>
        <a:graphic xmlns:a="http://schemas.openxmlformats.org/drawingml/2006/main">
          <a:graphicData uri="http://schemas.openxmlformats.org/drawingml/2006/table">
            <a:tbl>
              <a:tblPr/>
              <a:tblGrid>
                <a:gridCol w="1190625"/>
                <a:gridCol w="6067425"/>
                <a:gridCol w="5391150"/>
              </a:tblGrid>
              <a:tr h="666750">
                <a:tc>
                  <a:txBody>
                    <a:bodyPr lIns="114300" tIns="76200" rIns="114300" bIns="76200"/>
                    <a:lstStyle/>
                    <a:p>
                      <a:pPr algn="l"/>
                      <a:r>
                        <a:rPr sz="1875" b="1">
                          <a:solidFill>
                            <a:srgbClr val="202832"/>
                          </a:solidFill>
                          <a:latin typeface="Microsoft YaHei"/>
                          <a:ea typeface="Microsoft YaHei"/>
                          <a:cs typeface="Microsoft YaHei"/>
                        </a:rPr>
                        <a:t>PPT 页</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图件与用途</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建议位置</a:t>
                      </a:r>
                    </a:p>
                  </a:txBody>
                  <a:tcPr marL="91440" marR="91440" marT="45720" marB="45720" anchor="ctr">
                    <a:solidFill>
                      <a:srgbClr val="DEEBF7"/>
                    </a:solidFill>
                  </a:tcPr>
                </a:tc>
              </a:tr>
              <a:tr h="666750">
                <a:tc>
                  <a:txBody>
                    <a:bodyPr lIns="114300" tIns="76200" rIns="114300" bIns="76200"/>
                    <a:lstStyle/>
                    <a:p>
                      <a:pPr algn="l"/>
                      <a:r>
                        <a:rPr sz="1875" b="0">
                          <a:solidFill>
                            <a:srgbClr val="202832"/>
                          </a:solidFill>
                          <a:latin typeface="Microsoft YaHei"/>
                          <a:ea typeface="Microsoft YaHei"/>
                          <a:cs typeface="Microsoft YaHei"/>
                        </a:rPr>
                        <a:t>1</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1 主图：建库与查询的完整流程</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3.2 Overview 首次引用后，双栏通栏</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2</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S1 双编码器：输入尺寸与保留的特征</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3.3 编码器说明后，可移入补充材料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3</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2 对齐与融合：空间及幅值校准</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3.4 对齐说明与融合公式附近，优先保留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4</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3 记忆与评分：匹配、异常图与图像分数</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3.5 记忆库和评分公式附近，优先保留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5</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S2 对照设计：两套独立特征与记忆库</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3.6 对照说明或消融实验，可用作附图</a:t>
                      </a:r>
                    </a:p>
                  </a:txBody>
                  <a:tcPr marL="91440" marR="91440" marT="45720" marB="45720" anchor="ctr">
                    <a:solidFill>
                      <a:srgbClr val="FFFFFF"/>
                    </a:solidFill>
                  </a:tcPr>
                </a:tc>
              </a:tr>
            </a:tbl>
          </a:graphicData>
        </a:graphic>
      </p:graphicFrame>
      <p:sp>
        <p:nvSpPr>
          <p:cNvPr id="3" name="usage-one">
            <a:extLst xmlns:a="http://schemas.openxmlformats.org/drawingml/2006/main">
              <a:ext uri="{FF2B5EF4-FFF2-40B4-BE49-F238E27FC236}">
                <a16:creationId xmlns:a16="http://schemas.microsoft.com/office/drawing/2014/main" id="{23A76AD2-17AE-4917-966E-954460B6464B}"/>
              </a:ext>
            </a:extLst>
          </p:cNvPr>
          <p:cNvSpPr>
            <a:spLocks xmlns:a="http://schemas.openxmlformats.org/drawingml/2006/main" noGrp="1"/>
          </p:cNvSpPr>
          <p:nvPr/>
        </p:nvSpPr>
        <p:spPr>
          <a:xfrm xmlns:a="http://schemas.openxmlformats.org/drawingml/2006/main">
            <a:off x="342900" y="545782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版式：英文图件统一横向矩形。先引用，再就近放图。</a:t>
            </a:r>
          </a:p>
        </p:txBody>
      </p:sp>
      <p:sp>
        <p:nvSpPr>
          <p:cNvPr id="4" name="usage-two">
            <a:extLst xmlns:a="http://schemas.openxmlformats.org/drawingml/2006/main">
              <a:ext uri="{FF2B5EF4-FFF2-40B4-BE49-F238E27FC236}">
                <a16:creationId xmlns:a16="http://schemas.microsoft.com/office/drawing/2014/main" id="{C0738843-2C04-4D1E-A3B8-240E42911001}"/>
              </a:ext>
            </a:extLst>
          </p:cNvPr>
          <p:cNvSpPr>
            <a:spLocks xmlns:a="http://schemas.openxmlformats.org/drawingml/2006/main" noGrp="1"/>
          </p:cNvSpPr>
          <p:nvPr/>
        </p:nvSpPr>
        <p:spPr>
          <a:xfrm xmlns:a="http://schemas.openxmlformats.org/drawingml/2006/main">
            <a:off x="342900" y="6038850"/>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字体：Arial 正文标签，Cambria 数学符号。变量下标保持可编辑。</a:t>
            </a:r>
          </a:p>
        </p:txBody>
      </p:sp>
      <p:sp>
        <p:nvSpPr>
          <p:cNvPr id="5" name="usage-three">
            <a:extLst xmlns:a="http://schemas.openxmlformats.org/drawingml/2006/main">
              <a:ext uri="{FF2B5EF4-FFF2-40B4-BE49-F238E27FC236}">
                <a16:creationId xmlns:a16="http://schemas.microsoft.com/office/drawing/2014/main" id="{4472D01F-DACD-405E-82AC-DB7625BF279E}"/>
              </a:ext>
            </a:extLst>
          </p:cNvPr>
          <p:cNvSpPr>
            <a:spLocks xmlns:a="http://schemas.openxmlformats.org/drawingml/2006/main" noGrp="1"/>
          </p:cNvSpPr>
          <p:nvPr/>
        </p:nvSpPr>
        <p:spPr>
          <a:xfrm xmlns:a="http://schemas.openxmlformats.org/drawingml/2006/main">
            <a:off x="342900" y="661987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图注：每页备注附英文图注。图 2、图 3 的细节优先进入正文。</a:t>
            </a:r>
          </a:p>
        </p:txBody>
      </p:sp>
      <p:sp>
        <p:nvSpPr>
          <p:cNvPr id="6" name="usage-four">
            <a:extLst xmlns:a="http://schemas.openxmlformats.org/drawingml/2006/main">
              <a:ext uri="{FF2B5EF4-FFF2-40B4-BE49-F238E27FC236}">
                <a16:creationId xmlns:a16="http://schemas.microsoft.com/office/drawing/2014/main" id="{1169BFD6-EDCA-483F-B8E1-497A3B135734}"/>
              </a:ext>
            </a:extLst>
          </p:cNvPr>
          <p:cNvSpPr>
            <a:spLocks xmlns:a="http://schemas.openxmlformats.org/drawingml/2006/main" noGrp="1"/>
          </p:cNvSpPr>
          <p:nvPr/>
        </p:nvSpPr>
        <p:spPr>
          <a:xfrm xmlns:a="http://schemas.openxmlformats.org/drawingml/2006/main">
            <a:off x="342900" y="7200900"/>
            <a:ext cx="126492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00" b="0">
                <a:solidFill>
                  <a:srgbClr val="202832"/>
                </a:solidFill>
                <a:latin typeface="Microsoft YaHei"/>
                <a:ea typeface="Microsoft YaHei"/>
                <a:cs typeface="Microsoft YaHei"/>
              </a:defRPr>
            </a:pPr>
            <a:r>
              <a:rPr sz="2100" b="0">
                <a:solidFill>
                  <a:srgbClr val="202832"/>
                </a:solidFill>
                <a:latin typeface="Microsoft YaHei"/>
                <a:ea typeface="Microsoft YaHei"/>
                <a:cs typeface="Microsoft YaHei"/>
              </a:rPr>
              <a:t>篇幅压缩时：正文保留主图及融合、评分分图，其余作为附图。</a:t>
            </a:r>
          </a:p>
        </p:txBody>
      </p:sp>
    </p:spTree>
    <p:extLst>
      <p:ext uri="{BB962C8B-B14F-4D97-AF65-F5344CB8AC3E}">
        <p14:creationId xmlns:p14="http://schemas.microsoft.com/office/powerpoint/2010/main" val="21162394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2026-09-06T13:06:46.2630000Z</dcterms:created>
  <dcterms:modified xsi:type="dcterms:W3CDTF">2026-09-06T13:06:46.2630000Z</dcterms:modified>
</coreProperties>
</file>