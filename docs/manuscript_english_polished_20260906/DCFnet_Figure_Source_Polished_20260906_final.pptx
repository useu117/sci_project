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0efe0d55104a59" /><Relationship Type="http://schemas.openxmlformats.org/officeDocument/2006/relationships/extended-properties" Target="/docProps/app.xml" Id="R0a096fbf3a774a23" /><Relationship Type="http://schemas.openxmlformats.org/officeDocument/2006/relationships/officeDocument" Target="/ppt/presentation.xml" Id="R0dfdd94164c74b72" /></Relationships>
</file>

<file path=ppt/presentation.xml><?xml version="1.0" encoding="utf-8"?>
<p:presentation xmlns:p="http://schemas.openxmlformats.org/presentationml/2006/main">
  <p:sldMasterIdLst>
    <p:sldMasterId xmlns:r="http://schemas.openxmlformats.org/officeDocument/2006/relationships" id="2147483648" r:id="Re97d249d9df14cf4"/>
  </p:sldMasterIdLst>
  <p:notesMasterIdLst>
    <p:notesMasterId xmlns:r="http://schemas.openxmlformats.org/officeDocument/2006/relationships" r:id="R7420831edfa84b37"/>
  </p:notesMasterIdLst>
  <p:sldIdLst>
    <p:sldId xmlns:r="http://schemas.openxmlformats.org/officeDocument/2006/relationships" id="256" r:id="R4d1933fdd0104081"/>
    <p:sldId xmlns:r="http://schemas.openxmlformats.org/officeDocument/2006/relationships" id="257" r:id="Ree1627f1fcb4419a"/>
    <p:sldId xmlns:r="http://schemas.openxmlformats.org/officeDocument/2006/relationships" id="258" r:id="Re5af5c2a90d1474d"/>
    <p:sldId xmlns:r="http://schemas.openxmlformats.org/officeDocument/2006/relationships" id="259" r:id="R337ba8784bf34879"/>
    <p:sldId xmlns:r="http://schemas.openxmlformats.org/officeDocument/2006/relationships" id="260" r:id="R6b187a7144a742e9"/>
    <p:sldId xmlns:r="http://schemas.openxmlformats.org/officeDocument/2006/relationships" id="261" r:id="Rce8280fae4704ff5"/>
  </p:sldIdLst>
  <p:sldSz cx="13335000" cy="7810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181c8aaba24570" /><Relationship Type="http://schemas.openxmlformats.org/officeDocument/2006/relationships/slideMaster" Target="/ppt/slideMasters/slideMaster1.xml" Id="Re97d249d9df14cf4" /><Relationship Type="http://schemas.openxmlformats.org/officeDocument/2006/relationships/notesMaster" Target="/ppt/notesMasters/notesMaster1.xml" Id="R7420831edfa84b37" /><Relationship Type="http://schemas.openxmlformats.org/officeDocument/2006/relationships/presProps" Target="/ppt/presProps.xml" Id="Ra82359d7cd8f4b75" /><Relationship Type="http://schemas.openxmlformats.org/officeDocument/2006/relationships/tableStyles" Target="/ppt/tableStyles.xml" Id="R75d8824fc938428d" /><Relationship Type="http://schemas.openxmlformats.org/officeDocument/2006/relationships/slide" Target="/ppt/slides/slide1.xml" Id="R4d1933fdd0104081" /><Relationship Type="http://schemas.openxmlformats.org/officeDocument/2006/relationships/slide" Target="/ppt/slides/slide2.xml" Id="Ree1627f1fcb4419a" /><Relationship Type="http://schemas.openxmlformats.org/officeDocument/2006/relationships/slide" Target="/ppt/slides/slide3.xml" Id="Re5af5c2a90d1474d" /><Relationship Type="http://schemas.openxmlformats.org/officeDocument/2006/relationships/slide" Target="/ppt/slides/slide4.xml" Id="R337ba8784bf34879" /><Relationship Type="http://schemas.openxmlformats.org/officeDocument/2006/relationships/slide" Target="/ppt/slides/slide5.xml" Id="R6b187a7144a742e9" /><Relationship Type="http://schemas.openxmlformats.org/officeDocument/2006/relationships/slide" Target="/ppt/slides/slide6.xml" Id="Rce8280fae4704f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6b4244268149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c402f81af4451b" /><Relationship Type="http://schemas.openxmlformats.org/officeDocument/2006/relationships/notesMaster" Target="/ppt/notesMasters/notesMaster1.xml" Id="R0fdf21ab11c84c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9d2b6e6ee04868" /><Relationship Type="http://schemas.openxmlformats.org/officeDocument/2006/relationships/notesMaster" Target="/ppt/notesMasters/notesMaster1.xml" Id="Rbc4571c92d9b4d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7f723d7de34b0f" /><Relationship Type="http://schemas.openxmlformats.org/officeDocument/2006/relationships/notesMaster" Target="/ppt/notesMasters/notesMaster1.xml" Id="R98581e433e6941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b984914be34b79" /><Relationship Type="http://schemas.openxmlformats.org/officeDocument/2006/relationships/notesMaster" Target="/ppt/notesMasters/notesMaster1.xml" Id="R603c4ee6112446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67623ab9bf4b72" /><Relationship Type="http://schemas.openxmlformats.org/officeDocument/2006/relationships/notesMaster" Target="/ppt/notesMasters/notesMaster1.xml" Id="R36cffa60f0ad40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99bf40bc4f4c21" /><Relationship Type="http://schemas.openxmlformats.org/officeDocument/2006/relationships/notesMaster" Target="/ppt/notesMasters/notesMaster1.xml" Id="Rab58bcd52b0d4f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1，放在 3.2 Overview Structure 首次引用后，双栏通栏。主图保留正常支持集建库与查询评分的完整路径，详细算子见后续分图。</a:t>
            </a:r>
          </a:p>
          <a:p xmlns:a="http://schemas.openxmlformats.org/drawingml/2006/main">
            <a:r>
              <a:t>Caption: Overall workflow of DCFnet. Normal support images construct a category-specific memory. Query images use the same frozen visual encoders and calibrated fusion operator, and their descriptors are compared with the fixed memory. Exact nearest-neighbor distances are upsampled and Gaussian-smoothed to obtain the anomaly map. The image score is the spatial maximum of this map.</a:t>
            </a:r>
          </a:p>
          <a:p xmlns:a="http://schemas.openxmlformats.org/drawingml/2006/main">
            <a:r>
              <a:t>Illustrative image pair and output: MPDD, metal_plate, seed 0, K=1. Support: train/good/029.png. Query: test/scratches/026.png. Output cropped from existing mpdd_s0_k1_metal_plate_success.png (A1 concat panel), with display scaling inherited from that figure. This single example is a workflow illustration, not an aggregate performance claim.</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Supplementary Fig. S1，置于 3.3 Frozen Dual-Encoder Visual Representation 两个编码器说明后。若篇幅有限，可放补充材料，而保留 Fig. 3 的融合细节。</a:t>
            </a:r>
          </a:p>
          <a:p xmlns:a="http://schemas.openxmlformats.org/drawingml/2006/main">
            <a:r>
              <a:t>Caption: Frozen visual feature extraction. DINOv2 produces 768-dimensional patch descriptors on its native grid after aspect-ratio-preserving resizing and patch-compatible cropping. The CLIP visual encoder uses the fixed DPAM configuration and retains layer-24 patch descriptors on a 37 × 37 grid. Both branches process each support or query image independently. Only visual patch descriptors enter fusion.</a:t>
            </a:r>
          </a:p>
          <a:p xmlns:a="http://schemas.openxmlformats.org/drawingml/2006/main">
            <a:r>
              <a:t>CLIP implementation requests layers 6,12,18,24 and retains the last returned tensor (layer 24), discarding CLS. It is not four-layer concatenation. DPAM_layer=20. The general DINO grid is h_D × w_D, with shorter dimension 32 for short side 448 and patch size 14.</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2，置于 3.4 Spatial Calibration and Fixed Feature Fusion 首次介绍对齐和归一化后，靠近对应公式。该图优先保留在正文。</a:t>
            </a:r>
          </a:p>
          <a:p xmlns:a="http://schemas.openxmlformats.org/drawingml/2006/main">
            <a:r>
              <a:t>Caption: Spatial and magnitude calibration before fixed feature concatenation. The CLIP grid is bilinearly resized to the DINO grid. At each aligned location, the two 768-dimensional branch descriptors are independently normalized, scaled equally, concatenated along the channel dimension, and normalized again to obtain a 1536-dimensional descriptor. The coefficients are fixed at 0.5.</a:t>
            </a:r>
          </a:p>
          <a:p xmlns:a="http://schemas.openxmlformats.org/drawingml/2006/main">
            <a:r>
              <a:t>All colored grids and vector bars are schematic editable objects, not measured activation maps. Native grid dimensions are written explicitly; the number of drawn cells is illustrative. Norm(v)=v/||v||₂ for positive-norm descriptors. No epsilon guard is claimed. align_corners=False. The diagram shows feature concatenation, not averaging two separately searched anomaly maps.</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3，置于 3.5 Normal Reference Memory and Anomaly Scoring，紧邻记忆库与评分公式。优先保留正文。</a:t>
            </a:r>
          </a:p>
          <a:p xmlns:a="http://schemas.openxmlformats.org/drawingml/2006/main">
            <a:r>
              <a:t>Caption: Construction and use of the normal reference memory. All fused patch descriptors from the K normal support images populate a fixed category-specific FAISS IndexFlatL2 memory. Each query descriptor retrieves its nearest support descriptor in feature space across all stored locations. Half of the squared Euclidean distance produces the patch score. The patch-score grid is resized to 448 × 448 and smoothed with σ=4. The final map supplies both pixel-level scores and the spatial maximum for image-level scoring.</a:t>
            </a:r>
          </a:p>
          <a:p xmlns:a="http://schemas.openxmlformats.org/drawingml/2006/main">
            <a:r>
              <a:t>P=h_D w_D assumes a common retained grid. The memory has KP rows for K support images with P retained patches each. Query descriptors are never inserted into the normal memory. Schematic vectors are not actual activations. Example map source and display scaling are the same as Fig. 1.</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S1，放在 3.6 Matched Control 或实验消融小节。若正文空间足够，可改为正文图；编号应随最终全文排序。</a:t>
            </a:r>
          </a:p>
          <a:p xmlns:a="http://schemas.openxmlformats.org/drawingml/2006/main">
            <a:r>
              <a:t>Caption: Matched comparison isolating the calibrated second representation. DCFnet and the DINO-only control use the same support-image identities, query images, DINO features, exact nearest-neighbor search, distance convention, post-processing, and evaluation resolution. They maintain separate memories. The DCFnet descriptor has 1536 channels, while the control descriptor has 768 channels.</a:t>
            </a:r>
          </a:p>
          <a:p xmlns:a="http://schemas.openxmlformats.org/drawingml/2006/main">
            <a:r>
              <a:t>This is an experimental control diagram, not a third branch of DCFnet. No performance improvement is claimed by the diagram. The DCFnet setting has no PCA, whitening, learned gate, or target-domain optimization.</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本页为图件使用规划，不作为论文插图。暂定图号需要随最终正文顺序统一调整。正文图与实验结果图应避免编号冲突。所有图均围绕课堂稿的固定融合版本，不将后续研究候选架构写入已完成的方法。</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07db100e954f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97b311722943cd" /><Relationship Type="http://schemas.openxmlformats.org/officeDocument/2006/relationships/slideLayout" Target="/ppt/slideLayouts/slideLayout1.xml" Id="Ree2bb373aa4c48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2bb373aa4c48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7fdc389fc94200" /><Relationship Type="http://schemas.openxmlformats.org/officeDocument/2006/relationships/image" Target="/ppt/media/image.png" Id="R05246aebc33a4370" /><Relationship Type="http://schemas.openxmlformats.org/officeDocument/2006/relationships/image" Target="/ppt/media/image2.png" Id="R600f8c75ae594515" /><Relationship Type="http://schemas.openxmlformats.org/officeDocument/2006/relationships/image" Target="/ppt/media/image3.png" Id="Rbf96e0d1ecd940cb" /><Relationship Type="http://schemas.openxmlformats.org/officeDocument/2006/relationships/notesSlide" Target="/ppt/notesSlides/notesSlide1.xml" Id="R7db602869f054c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a502ed6212461e" /><Relationship Type="http://schemas.openxmlformats.org/officeDocument/2006/relationships/notesSlide" Target="/ppt/notesSlides/notesSlide2.xml" Id="R74a4dacb863741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48028dd58a4d48" /><Relationship Type="http://schemas.openxmlformats.org/officeDocument/2006/relationships/notesSlide" Target="/ppt/notesSlides/notesSlide3.xml" Id="Rfff74b83127443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37e3b5f1c74ccf" /><Relationship Type="http://schemas.openxmlformats.org/officeDocument/2006/relationships/image" Target="/ppt/media/image4.png" Id="R47b98b7f21fb4fe8" /><Relationship Type="http://schemas.openxmlformats.org/officeDocument/2006/relationships/notesSlide" Target="/ppt/notesSlides/notesSlide4.xml" Id="R2606ea6ca54549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2cfeec72fa47d4" /><Relationship Type="http://schemas.openxmlformats.org/officeDocument/2006/relationships/notesSlide" Target="/ppt/notesSlides/notesSlide5.xml" Id="R3bb102458d4743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11f1dd48804f7f" /><Relationship Type="http://schemas.openxmlformats.org/officeDocument/2006/relationships/notesSlide" Target="/ppt/notesSlides/notesSlide6.xml" Id="Rdeb9fd57482b45b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itle">
            <a:extLst xmlns:a="http://schemas.openxmlformats.org/drawingml/2006/main">
              <a:ext uri="{FF2B5EF4-FFF2-40B4-BE49-F238E27FC236}">
                <a16:creationId xmlns:a16="http://schemas.microsoft.com/office/drawing/2014/main" id="{C6D2B648-C4F0-4720-A50C-FE2541C10A07}"/>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DCFnet overview</a:t>
            </a:r>
          </a:p>
        </p:txBody>
      </p:sp>
      <p:sp>
        <p:nvSpPr>
          <p:cNvPr id="2" name="support-heading">
            <a:extLst xmlns:a="http://schemas.openxmlformats.org/drawingml/2006/main">
              <a:ext uri="{FF2B5EF4-FFF2-40B4-BE49-F238E27FC236}">
                <a16:creationId xmlns:a16="http://schemas.microsoft.com/office/drawing/2014/main" id="{FDDAA049-505C-47F1-9CED-083309F65D1F}"/>
              </a:ext>
            </a:extLst>
          </p:cNvPr>
          <p:cNvSpPr>
            <a:spLocks xmlns:a="http://schemas.openxmlformats.org/drawingml/2006/main" noGrp="1"/>
          </p:cNvSpPr>
          <p:nvPr/>
        </p:nvSpPr>
        <p:spPr>
          <a:xfrm xmlns:a="http://schemas.openxmlformats.org/drawingml/2006/main">
            <a:off x="342900" y="857250"/>
            <a:ext cx="97155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Normal support memory construction</a:t>
            </a:r>
          </a:p>
        </p:txBody>
      </p:sp>
      <p:pic>
        <p:nvPicPr>
          <p:cNvPr id="54" name="Verified normal support image"/>
          <p:cNvPicPr>
            <a:picLocks xmlns:a="http://schemas.openxmlformats.org/drawingml/2006/main" noChangeAspect="1"/>
          </p:cNvPicPr>
          <p:nvPr/>
        </p:nvPicPr>
        <p:blipFill>
          <a:blip xmlns:r="http://schemas.openxmlformats.org/officeDocument/2006/relationships" xmlns:a="http://schemas.openxmlformats.org/drawingml/2006/main" r:embed="R05246aebc33a4370"/>
          <a:stretch xmlns:a="http://schemas.openxmlformats.org/drawingml/2006/main"/>
        </p:blipFill>
        <p:spPr>
          <a:xfrm xmlns:a="http://schemas.openxmlformats.org/drawingml/2006/main">
            <a:off x="381000" y="1666875"/>
            <a:ext cx="1285875" cy="1285875"/>
          </a:xfrm>
          <a:prstGeom xmlns:a="http://schemas.openxmlformats.org/drawingml/2006/main" prst="rect">
            <a:avLst/>
          </a:prstGeom>
        </p:spPr>
      </p:pic>
      <p:sp>
        <p:nvSpPr>
          <p:cNvPr id="4" name="Verified normal support image-anchor">
            <a:extLst xmlns:a="http://schemas.openxmlformats.org/drawingml/2006/main">
              <a:ext uri="{FF2B5EF4-FFF2-40B4-BE49-F238E27FC236}">
                <a16:creationId xmlns:a16="http://schemas.microsoft.com/office/drawing/2014/main" id="{973C5AAE-484F-4803-9F1E-F0C55CF47B5D}"/>
              </a:ext>
            </a:extLst>
          </p:cNvPr>
          <p:cNvSpPr>
            <a:spLocks xmlns:a="http://schemas.openxmlformats.org/drawingml/2006/main" noGrp="1"/>
          </p:cNvSpPr>
          <p:nvPr/>
        </p:nvSpPr>
        <p:spPr>
          <a:xfrm xmlns:a="http://schemas.openxmlformats.org/drawingml/2006/main">
            <a:off x="381000" y="1666875"/>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5" name="support-set">
            <a:extLst xmlns:a="http://schemas.openxmlformats.org/drawingml/2006/main">
              <a:ext uri="{FF2B5EF4-FFF2-40B4-BE49-F238E27FC236}">
                <a16:creationId xmlns:a16="http://schemas.microsoft.com/office/drawing/2014/main" id="{E56C185E-D576-4F99-95E5-75B0FE1834C2}"/>
              </a:ext>
            </a:extLst>
          </p:cNvPr>
          <p:cNvSpPr>
            <a:spLocks xmlns:a="http://schemas.openxmlformats.org/drawingml/2006/main" noGrp="1"/>
          </p:cNvSpPr>
          <p:nvPr/>
        </p:nvSpPr>
        <p:spPr>
          <a:xfrm xmlns:a="http://schemas.openxmlformats.org/drawingml/2006/main">
            <a:off x="190500" y="3019425"/>
            <a:ext cx="16573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R</a:t>
            </a:r>
            <a:r>
              <a:rPr sz="1566" b="0" i="1" baseline="-25000">
                <a:latin typeface="Cambria"/>
                <a:ea typeface="Cambria"/>
                <a:cs typeface="Cambria"/>
              </a:rPr>
              <a:t>c</a:t>
            </a:r>
            <a:r>
              <a:rPr sz="2175">
                <a:latin typeface="Cambria"/>
                <a:ea typeface="Cambria"/>
                <a:cs typeface="Cambria"/>
              </a:rPr>
              <a:t> = {</a:t>
            </a:r>
            <a:r>
              <a:rPr sz="2175" b="1" i="1">
                <a:latin typeface="Cambria"/>
                <a:ea typeface="Cambria"/>
                <a:cs typeface="Cambria"/>
              </a:rPr>
              <a:t>x</a:t>
            </a:r>
            <a:r>
              <a:rPr sz="1566" i="1" baseline="30000">
                <a:latin typeface="Cambria"/>
                <a:ea typeface="Cambria"/>
                <a:cs typeface="Cambria"/>
              </a:rPr>
              <a:t>c</a:t>
            </a:r>
            <a:r>
              <a:rPr sz="1566" b="0" i="1" baseline="-25000">
                <a:latin typeface="Cambria"/>
                <a:ea typeface="Cambria"/>
                <a:cs typeface="Cambria"/>
              </a:rPr>
              <a:t>i</a:t>
            </a:r>
            <a:r>
              <a:rPr sz="2175">
                <a:latin typeface="Cambria"/>
                <a:ea typeface="Cambria"/>
                <a:cs typeface="Cambria"/>
              </a:rPr>
              <a:t>}</a:t>
            </a:r>
          </a:p>
        </p:txBody>
      </p:sp>
      <p:sp>
        <p:nvSpPr>
          <p:cNvPr id="6" name="shot-count">
            <a:extLst xmlns:a="http://schemas.openxmlformats.org/drawingml/2006/main">
              <a:ext uri="{FF2B5EF4-FFF2-40B4-BE49-F238E27FC236}">
                <a16:creationId xmlns:a16="http://schemas.microsoft.com/office/drawing/2014/main" id="{7BBFC7F2-A512-4F87-86D5-530207FB4A96}"/>
              </a:ext>
            </a:extLst>
          </p:cNvPr>
          <p:cNvSpPr>
            <a:spLocks xmlns:a="http://schemas.openxmlformats.org/drawingml/2006/main" noGrp="1"/>
          </p:cNvSpPr>
          <p:nvPr/>
        </p:nvSpPr>
        <p:spPr>
          <a:xfrm xmlns:a="http://schemas.openxmlformats.org/drawingml/2006/main">
            <a:off x="200025" y="3409950"/>
            <a:ext cx="16668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0" i="1">
                <a:latin typeface="Cambria"/>
                <a:ea typeface="Cambria"/>
                <a:cs typeface="Cambria"/>
              </a:rPr>
              <a:t>K</a:t>
            </a:r>
            <a:r>
              <a:rPr sz="2025">
                <a:latin typeface="Cambria"/>
                <a:ea typeface="Cambria"/>
                <a:cs typeface="Cambria"/>
              </a:rPr>
              <a:t> ∈ {1, 2, 4}</a:t>
            </a:r>
          </a:p>
        </p:txBody>
      </p:sp>
      <p:sp>
        <p:nvSpPr>
          <p:cNvPr id="7" name="support-encoder">
            <a:extLst xmlns:a="http://schemas.openxmlformats.org/drawingml/2006/main">
              <a:ext uri="{FF2B5EF4-FFF2-40B4-BE49-F238E27FC236}">
                <a16:creationId xmlns:a16="http://schemas.microsoft.com/office/drawing/2014/main" id="{B50141FF-9A18-437D-B4A8-CFD310EF9BC3}"/>
              </a:ext>
            </a:extLst>
          </p:cNvPr>
          <p:cNvSpPr>
            <a:spLocks xmlns:a="http://schemas.openxmlformats.org/drawingml/2006/main" noGrp="1"/>
          </p:cNvSpPr>
          <p:nvPr/>
        </p:nvSpPr>
        <p:spPr>
          <a:xfrm xmlns:a="http://schemas.openxmlformats.org/drawingml/2006/main">
            <a:off x="2286000" y="1657350"/>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8" name="support-encoder-dino">
            <a:extLst xmlns:a="http://schemas.openxmlformats.org/drawingml/2006/main">
              <a:ext uri="{FF2B5EF4-FFF2-40B4-BE49-F238E27FC236}">
                <a16:creationId xmlns:a16="http://schemas.microsoft.com/office/drawing/2014/main" id="{050B015A-7655-45C4-8142-ECFEEB6E528D}"/>
              </a:ext>
            </a:extLst>
          </p:cNvPr>
          <p:cNvSpPr>
            <a:spLocks xmlns:a="http://schemas.openxmlformats.org/drawingml/2006/main" noGrp="1"/>
          </p:cNvSpPr>
          <p:nvPr/>
        </p:nvSpPr>
        <p:spPr>
          <a:xfrm xmlns:a="http://schemas.openxmlformats.org/drawingml/2006/main">
            <a:off x="2381250" y="1752600"/>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9" name="support-encoder-clip">
            <a:extLst xmlns:a="http://schemas.openxmlformats.org/drawingml/2006/main">
              <a:ext uri="{FF2B5EF4-FFF2-40B4-BE49-F238E27FC236}">
                <a16:creationId xmlns:a16="http://schemas.microsoft.com/office/drawing/2014/main" id="{BB76CC96-DE31-4F3D-B655-D02CADF3295E}"/>
              </a:ext>
            </a:extLst>
          </p:cNvPr>
          <p:cNvSpPr>
            <a:spLocks xmlns:a="http://schemas.openxmlformats.org/drawingml/2006/main" noGrp="1"/>
          </p:cNvSpPr>
          <p:nvPr/>
        </p:nvSpPr>
        <p:spPr>
          <a:xfrm xmlns:a="http://schemas.openxmlformats.org/drawingml/2006/main">
            <a:off x="2381250" y="2524125"/>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a:t>
            </a:r>
          </a:p>
        </p:txBody>
      </p:sp>
      <p:sp>
        <p:nvSpPr>
          <p:cNvPr id="10" name="support-encoder-dim">
            <a:extLst xmlns:a="http://schemas.openxmlformats.org/drawingml/2006/main">
              <a:ext uri="{FF2B5EF4-FFF2-40B4-BE49-F238E27FC236}">
                <a16:creationId xmlns:a16="http://schemas.microsoft.com/office/drawing/2014/main" id="{D1347B23-6E5B-4F04-8235-D36AF8A30F3F}"/>
              </a:ext>
            </a:extLst>
          </p:cNvPr>
          <p:cNvSpPr>
            <a:spLocks xmlns:a="http://schemas.openxmlformats.org/drawingml/2006/main" noGrp="1"/>
          </p:cNvSpPr>
          <p:nvPr/>
        </p:nvSpPr>
        <p:spPr>
          <a:xfrm xmlns:a="http://schemas.openxmlformats.org/drawingml/2006/main">
            <a:off x="2286000" y="3400425"/>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11" name="support-fusion">
            <a:extLst xmlns:a="http://schemas.openxmlformats.org/drawingml/2006/main">
              <a:ext uri="{FF2B5EF4-FFF2-40B4-BE49-F238E27FC236}">
                <a16:creationId xmlns:a16="http://schemas.microsoft.com/office/drawing/2014/main" id="{F36BDE58-4229-48BE-821A-6038FE7D0155}"/>
              </a:ext>
            </a:extLst>
          </p:cNvPr>
          <p:cNvSpPr>
            <a:spLocks xmlns:a="http://schemas.openxmlformats.org/drawingml/2006/main" noGrp="1"/>
          </p:cNvSpPr>
          <p:nvPr/>
        </p:nvSpPr>
        <p:spPr>
          <a:xfrm xmlns:a="http://schemas.openxmlformats.org/drawingml/2006/main">
            <a:off x="5715000" y="1657350"/>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12" name="support-fusion-heading">
            <a:extLst xmlns:a="http://schemas.openxmlformats.org/drawingml/2006/main">
              <a:ext uri="{FF2B5EF4-FFF2-40B4-BE49-F238E27FC236}">
                <a16:creationId xmlns:a16="http://schemas.microsoft.com/office/drawing/2014/main" id="{7F007F5C-A1DA-4B19-84A0-5EE1D6FC4495}"/>
              </a:ext>
            </a:extLst>
          </p:cNvPr>
          <p:cNvSpPr>
            <a:spLocks xmlns:a="http://schemas.openxmlformats.org/drawingml/2006/main" noGrp="1"/>
          </p:cNvSpPr>
          <p:nvPr/>
        </p:nvSpPr>
        <p:spPr>
          <a:xfrm xmlns:a="http://schemas.openxmlformats.org/drawingml/2006/main">
            <a:off x="5800725" y="1724025"/>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13" name="support-fusion-detail">
            <a:extLst xmlns:a="http://schemas.openxmlformats.org/drawingml/2006/main">
              <a:ext uri="{FF2B5EF4-FFF2-40B4-BE49-F238E27FC236}">
                <a16:creationId xmlns:a16="http://schemas.microsoft.com/office/drawing/2014/main" id="{C91CFDBA-493D-4463-81B7-D385DBF45335}"/>
              </a:ext>
            </a:extLst>
          </p:cNvPr>
          <p:cNvSpPr>
            <a:spLocks xmlns:a="http://schemas.openxmlformats.org/drawingml/2006/main" noGrp="1"/>
          </p:cNvSpPr>
          <p:nvPr/>
        </p:nvSpPr>
        <p:spPr>
          <a:xfrm xmlns:a="http://schemas.openxmlformats.org/drawingml/2006/main">
            <a:off x="5791200" y="2105025"/>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14" name="support-fusion-dim">
            <a:extLst xmlns:a="http://schemas.openxmlformats.org/drawingml/2006/main">
              <a:ext uri="{FF2B5EF4-FFF2-40B4-BE49-F238E27FC236}">
                <a16:creationId xmlns:a16="http://schemas.microsoft.com/office/drawing/2014/main" id="{F9105F5D-27A2-426A-8FA6-40BF93895029}"/>
              </a:ext>
            </a:extLst>
          </p:cNvPr>
          <p:cNvSpPr>
            <a:spLocks xmlns:a="http://schemas.openxmlformats.org/drawingml/2006/main" noGrp="1"/>
          </p:cNvSpPr>
          <p:nvPr/>
        </p:nvSpPr>
        <p:spPr>
          <a:xfrm xmlns:a="http://schemas.openxmlformats.org/drawingml/2006/main">
            <a:off x="5715000" y="3400425"/>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15" name="fixed-memory">
            <a:extLst xmlns:a="http://schemas.openxmlformats.org/drawingml/2006/main">
              <a:ext uri="{FF2B5EF4-FFF2-40B4-BE49-F238E27FC236}">
                <a16:creationId xmlns:a16="http://schemas.microsoft.com/office/drawing/2014/main" id="{94BBBA2F-FBB4-45DF-ADB7-A9FFB5E08BE5}"/>
              </a:ext>
            </a:extLst>
          </p:cNvPr>
          <p:cNvSpPr>
            <a:spLocks xmlns:a="http://schemas.openxmlformats.org/drawingml/2006/main" noGrp="1"/>
          </p:cNvSpPr>
          <p:nvPr/>
        </p:nvSpPr>
        <p:spPr>
          <a:xfrm xmlns:a="http://schemas.openxmlformats.org/drawingml/2006/main">
            <a:off x="9010650" y="1657350"/>
            <a:ext cx="2305050" cy="1704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16" name="memory-title">
            <a:extLst xmlns:a="http://schemas.openxmlformats.org/drawingml/2006/main">
              <a:ext uri="{FF2B5EF4-FFF2-40B4-BE49-F238E27FC236}">
                <a16:creationId xmlns:a16="http://schemas.microsoft.com/office/drawing/2014/main" id="{F974BAC5-C3EF-48CD-AF7C-569B9A4BB94A}"/>
              </a:ext>
            </a:extLst>
          </p:cNvPr>
          <p:cNvSpPr>
            <a:spLocks xmlns:a="http://schemas.openxmlformats.org/drawingml/2006/main" noGrp="1"/>
          </p:cNvSpPr>
          <p:nvPr/>
        </p:nvSpPr>
        <p:spPr>
          <a:xfrm xmlns:a="http://schemas.openxmlformats.org/drawingml/2006/main">
            <a:off x="9077325" y="1809750"/>
            <a:ext cx="2171700" cy="9525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Normal memory</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1536-D</a:t>
            </a:r>
          </a:p>
        </p:txBody>
      </p:sp>
      <p:sp>
        <p:nvSpPr>
          <p:cNvPr id="17" name="memory-symbol">
            <a:extLst xmlns:a="http://schemas.openxmlformats.org/drawingml/2006/main">
              <a:ext uri="{FF2B5EF4-FFF2-40B4-BE49-F238E27FC236}">
                <a16:creationId xmlns:a16="http://schemas.microsoft.com/office/drawing/2014/main" id="{817A12BC-E61F-4614-9547-A0992D4BA8DD}"/>
              </a:ext>
            </a:extLst>
          </p:cNvPr>
          <p:cNvSpPr>
            <a:spLocks xmlns:a="http://schemas.openxmlformats.org/drawingml/2006/main" noGrp="1"/>
          </p:cNvSpPr>
          <p:nvPr/>
        </p:nvSpPr>
        <p:spPr>
          <a:xfrm xmlns:a="http://schemas.openxmlformats.org/drawingml/2006/main">
            <a:off x="9477375" y="2838450"/>
            <a:ext cx="1400175"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M</a:t>
            </a:r>
            <a:r>
              <a:rPr sz="1728" b="0" i="1" baseline="-25000">
                <a:latin typeface="Cambria"/>
                <a:ea typeface="Cambria"/>
                <a:cs typeface="Cambria"/>
              </a:rPr>
              <a:t>c</a:t>
            </a:r>
          </a:p>
        </p:txBody>
      </p:sp>
      <p:sp>
        <p:nvSpPr>
          <p:cNvPr id="18" name="junction-0">
            <a:extLst xmlns:a="http://schemas.openxmlformats.org/drawingml/2006/main">
              <a:ext uri="{FF2B5EF4-FFF2-40B4-BE49-F238E27FC236}">
                <a16:creationId xmlns:a16="http://schemas.microsoft.com/office/drawing/2014/main" id="{2283E663-2333-420C-BE08-3FAB92BF7CA7}"/>
              </a:ext>
            </a:extLst>
          </p:cNvPr>
          <p:cNvSpPr>
            <a:spLocks xmlns:a="http://schemas.openxmlformats.org/drawingml/2006/main" noGrp="1"/>
          </p:cNvSpPr>
          <p:nvPr/>
        </p:nvSpPr>
        <p:spPr>
          <a:xfrm xmlns:a="http://schemas.openxmlformats.org/drawingml/2006/main">
            <a:off x="1676400" y="2295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18" idx="3"/>
            <a:endCxn xmlns:a="http://schemas.openxmlformats.org/drawingml/2006/main" id="7" idx="1"/>
          </p:cNvCxnSpPr>
          <p:nvPr/>
        </p:nvCxnSpPr>
        <p:spPr>
          <a:xfrm xmlns:a="http://schemas.openxmlformats.org/drawingml/2006/main">
            <a:off x="1695450" y="2305050"/>
            <a:ext cx="590550" cy="2047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7" idx="3"/>
            <a:endCxn xmlns:a="http://schemas.openxmlformats.org/drawingml/2006/main" id="11" idx="1"/>
          </p:cNvCxnSpPr>
          <p:nvPr/>
        </p:nvCxnSpPr>
        <p:spPr>
          <a:xfrm xmlns:a="http://schemas.openxmlformats.org/drawingml/2006/main">
            <a:off x="5143500" y="2509838"/>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11" idx="3"/>
            <a:endCxn xmlns:a="http://schemas.openxmlformats.org/drawingml/2006/main" id="15" idx="1"/>
          </p:cNvCxnSpPr>
          <p:nvPr/>
        </p:nvCxnSpPr>
        <p:spPr>
          <a:xfrm xmlns:a="http://schemas.openxmlformats.org/drawingml/2006/main">
            <a:off x="8362950" y="2509838"/>
            <a:ext cx="6477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2" name="frozen-note">
            <a:extLst xmlns:a="http://schemas.openxmlformats.org/drawingml/2006/main">
              <a:ext uri="{FF2B5EF4-FFF2-40B4-BE49-F238E27FC236}">
                <a16:creationId xmlns:a16="http://schemas.microsoft.com/office/drawing/2014/main" id="{23D4421F-1761-4007-B333-977D21D0428B}"/>
              </a:ext>
            </a:extLst>
          </p:cNvPr>
          <p:cNvSpPr>
            <a:spLocks xmlns:a="http://schemas.openxmlformats.org/drawingml/2006/main" noGrp="1"/>
          </p:cNvSpPr>
          <p:nvPr/>
        </p:nvSpPr>
        <p:spPr>
          <a:xfrm xmlns:a="http://schemas.openxmlformats.org/drawingml/2006/main">
            <a:off x="2286000" y="3810000"/>
            <a:ext cx="6838950"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Shared frozen encoders and fusion</a:t>
            </a:r>
          </a:p>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0 target-domain trainable parameters</a:t>
            </a:r>
          </a:p>
        </p:txBody>
      </p:sp>
      <p:sp>
        <p:nvSpPr>
          <p:cNvPr id="23" name="rule-1">
            <a:extLst xmlns:a="http://schemas.openxmlformats.org/drawingml/2006/main">
              <a:ext uri="{FF2B5EF4-FFF2-40B4-BE49-F238E27FC236}">
                <a16:creationId xmlns:a16="http://schemas.microsoft.com/office/drawing/2014/main" id="{3E4A8A86-526E-44E3-B2C6-BF3C5ECD134A}"/>
              </a:ext>
            </a:extLst>
          </p:cNvPr>
          <p:cNvSpPr>
            <a:spLocks xmlns:a="http://schemas.openxmlformats.org/drawingml/2006/main" noGrp="1"/>
          </p:cNvSpPr>
          <p:nvPr/>
        </p:nvSpPr>
        <p:spPr>
          <a:xfrm xmlns:a="http://schemas.openxmlformats.org/drawingml/2006/main">
            <a:off x="342900" y="437197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4" name="query-heading">
            <a:extLst xmlns:a="http://schemas.openxmlformats.org/drawingml/2006/main">
              <a:ext uri="{FF2B5EF4-FFF2-40B4-BE49-F238E27FC236}">
                <a16:creationId xmlns:a16="http://schemas.microsoft.com/office/drawing/2014/main" id="{7FD44CE5-7A72-4478-ACE8-2E9DA5A24F38}"/>
              </a:ext>
            </a:extLst>
          </p:cNvPr>
          <p:cNvSpPr>
            <a:spLocks xmlns:a="http://schemas.openxmlformats.org/drawingml/2006/main" noGrp="1"/>
          </p:cNvSpPr>
          <p:nvPr/>
        </p:nvSpPr>
        <p:spPr>
          <a:xfrm xmlns:a="http://schemas.openxmlformats.org/drawingml/2006/main">
            <a:off x="342900" y="4457700"/>
            <a:ext cx="657225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inference</a:t>
            </a:r>
          </a:p>
        </p:txBody>
      </p:sp>
      <p:pic>
        <p:nvPicPr>
          <p:cNvPr id="76" name="Query image"/>
          <p:cNvPicPr>
            <a:picLocks xmlns:a="http://schemas.openxmlformats.org/drawingml/2006/main" noChangeAspect="1"/>
          </p:cNvPicPr>
          <p:nvPr/>
        </p:nvPicPr>
        <p:blipFill>
          <a:blip xmlns:r="http://schemas.openxmlformats.org/officeDocument/2006/relationships" xmlns:a="http://schemas.openxmlformats.org/drawingml/2006/main" r:embed="R600f8c75ae594515"/>
          <a:stretch xmlns:a="http://schemas.openxmlformats.org/drawingml/2006/main"/>
        </p:blipFill>
        <p:spPr>
          <a:xfrm xmlns:a="http://schemas.openxmlformats.org/drawingml/2006/main">
            <a:off x="381000" y="5257800"/>
            <a:ext cx="1285875" cy="1285875"/>
          </a:xfrm>
          <a:prstGeom xmlns:a="http://schemas.openxmlformats.org/drawingml/2006/main" prst="rect">
            <a:avLst/>
          </a:prstGeom>
        </p:spPr>
      </p:pic>
      <p:sp>
        <p:nvSpPr>
          <p:cNvPr id="26" name="Query image-anchor">
            <a:extLst xmlns:a="http://schemas.openxmlformats.org/drawingml/2006/main">
              <a:ext uri="{FF2B5EF4-FFF2-40B4-BE49-F238E27FC236}">
                <a16:creationId xmlns:a16="http://schemas.microsoft.com/office/drawing/2014/main" id="{E015082B-22B2-4239-92E2-5A0A9114F4A4}"/>
              </a:ext>
            </a:extLst>
          </p:cNvPr>
          <p:cNvSpPr>
            <a:spLocks xmlns:a="http://schemas.openxmlformats.org/drawingml/2006/main" noGrp="1"/>
          </p:cNvSpPr>
          <p:nvPr/>
        </p:nvSpPr>
        <p:spPr>
          <a:xfrm xmlns:a="http://schemas.openxmlformats.org/drawingml/2006/main">
            <a:off x="381000" y="5257800"/>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27" name="query-symbol">
            <a:extLst xmlns:a="http://schemas.openxmlformats.org/drawingml/2006/main">
              <a:ext uri="{FF2B5EF4-FFF2-40B4-BE49-F238E27FC236}">
                <a16:creationId xmlns:a16="http://schemas.microsoft.com/office/drawing/2014/main" id="{856F3226-851A-4C89-8AED-FEAD64027788}"/>
              </a:ext>
            </a:extLst>
          </p:cNvPr>
          <p:cNvSpPr>
            <a:spLocks xmlns:a="http://schemas.openxmlformats.org/drawingml/2006/main" noGrp="1"/>
          </p:cNvSpPr>
          <p:nvPr/>
        </p:nvSpPr>
        <p:spPr>
          <a:xfrm xmlns:a="http://schemas.openxmlformats.org/drawingml/2006/main">
            <a:off x="561975" y="6629400"/>
            <a:ext cx="952500"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x</a:t>
            </a:r>
          </a:p>
        </p:txBody>
      </p:sp>
      <p:sp>
        <p:nvSpPr>
          <p:cNvPr id="28" name="query-encoder">
            <a:extLst xmlns:a="http://schemas.openxmlformats.org/drawingml/2006/main">
              <a:ext uri="{FF2B5EF4-FFF2-40B4-BE49-F238E27FC236}">
                <a16:creationId xmlns:a16="http://schemas.microsoft.com/office/drawing/2014/main" id="{12B5A133-7CAF-4B6B-83BE-314E35376AB4}"/>
              </a:ext>
            </a:extLst>
          </p:cNvPr>
          <p:cNvSpPr>
            <a:spLocks xmlns:a="http://schemas.openxmlformats.org/drawingml/2006/main" noGrp="1"/>
          </p:cNvSpPr>
          <p:nvPr/>
        </p:nvSpPr>
        <p:spPr>
          <a:xfrm xmlns:a="http://schemas.openxmlformats.org/drawingml/2006/main">
            <a:off x="2286000" y="5172075"/>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29" name="query-encoder-dino">
            <a:extLst xmlns:a="http://schemas.openxmlformats.org/drawingml/2006/main">
              <a:ext uri="{FF2B5EF4-FFF2-40B4-BE49-F238E27FC236}">
                <a16:creationId xmlns:a16="http://schemas.microsoft.com/office/drawing/2014/main" id="{683263FB-D821-48EE-8DD2-F1CCA64645B3}"/>
              </a:ext>
            </a:extLst>
          </p:cNvPr>
          <p:cNvSpPr>
            <a:spLocks xmlns:a="http://schemas.openxmlformats.org/drawingml/2006/main" noGrp="1"/>
          </p:cNvSpPr>
          <p:nvPr/>
        </p:nvSpPr>
        <p:spPr>
          <a:xfrm xmlns:a="http://schemas.openxmlformats.org/drawingml/2006/main">
            <a:off x="2381250" y="5267325"/>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30" name="query-encoder-clip">
            <a:extLst xmlns:a="http://schemas.openxmlformats.org/drawingml/2006/main">
              <a:ext uri="{FF2B5EF4-FFF2-40B4-BE49-F238E27FC236}">
                <a16:creationId xmlns:a16="http://schemas.microsoft.com/office/drawing/2014/main" id="{12C87F0E-C0EF-4BEE-847A-5A9053C89675}"/>
              </a:ext>
            </a:extLst>
          </p:cNvPr>
          <p:cNvSpPr>
            <a:spLocks xmlns:a="http://schemas.openxmlformats.org/drawingml/2006/main" noGrp="1"/>
          </p:cNvSpPr>
          <p:nvPr/>
        </p:nvSpPr>
        <p:spPr>
          <a:xfrm xmlns:a="http://schemas.openxmlformats.org/drawingml/2006/main">
            <a:off x="2381250" y="6038850"/>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a:t>
            </a:r>
          </a:p>
        </p:txBody>
      </p:sp>
      <p:sp>
        <p:nvSpPr>
          <p:cNvPr id="31" name="query-encoder-dim">
            <a:extLst xmlns:a="http://schemas.openxmlformats.org/drawingml/2006/main">
              <a:ext uri="{FF2B5EF4-FFF2-40B4-BE49-F238E27FC236}">
                <a16:creationId xmlns:a16="http://schemas.microsoft.com/office/drawing/2014/main" id="{B6572A44-A438-43C6-B1D0-EF3855A3A58A}"/>
              </a:ext>
            </a:extLst>
          </p:cNvPr>
          <p:cNvSpPr>
            <a:spLocks xmlns:a="http://schemas.openxmlformats.org/drawingml/2006/main" noGrp="1"/>
          </p:cNvSpPr>
          <p:nvPr/>
        </p:nvSpPr>
        <p:spPr>
          <a:xfrm xmlns:a="http://schemas.openxmlformats.org/drawingml/2006/main">
            <a:off x="2286000" y="6915150"/>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32" name="query-fusion">
            <a:extLst xmlns:a="http://schemas.openxmlformats.org/drawingml/2006/main">
              <a:ext uri="{FF2B5EF4-FFF2-40B4-BE49-F238E27FC236}">
                <a16:creationId xmlns:a16="http://schemas.microsoft.com/office/drawing/2014/main" id="{8C417E8C-8AE5-45CF-AA73-B9AB028E3FD0}"/>
              </a:ext>
            </a:extLst>
          </p:cNvPr>
          <p:cNvSpPr>
            <a:spLocks xmlns:a="http://schemas.openxmlformats.org/drawingml/2006/main" noGrp="1"/>
          </p:cNvSpPr>
          <p:nvPr/>
        </p:nvSpPr>
        <p:spPr>
          <a:xfrm xmlns:a="http://schemas.openxmlformats.org/drawingml/2006/main">
            <a:off x="5715000" y="5172075"/>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33" name="query-fusion-heading">
            <a:extLst xmlns:a="http://schemas.openxmlformats.org/drawingml/2006/main">
              <a:ext uri="{FF2B5EF4-FFF2-40B4-BE49-F238E27FC236}">
                <a16:creationId xmlns:a16="http://schemas.microsoft.com/office/drawing/2014/main" id="{4560B435-241C-440F-8965-08556C5C9A72}"/>
              </a:ext>
            </a:extLst>
          </p:cNvPr>
          <p:cNvSpPr>
            <a:spLocks xmlns:a="http://schemas.openxmlformats.org/drawingml/2006/main" noGrp="1"/>
          </p:cNvSpPr>
          <p:nvPr/>
        </p:nvSpPr>
        <p:spPr>
          <a:xfrm xmlns:a="http://schemas.openxmlformats.org/drawingml/2006/main">
            <a:off x="5800725" y="5238750"/>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34" name="query-fusion-detail">
            <a:extLst xmlns:a="http://schemas.openxmlformats.org/drawingml/2006/main">
              <a:ext uri="{FF2B5EF4-FFF2-40B4-BE49-F238E27FC236}">
                <a16:creationId xmlns:a16="http://schemas.microsoft.com/office/drawing/2014/main" id="{9E313A55-2A8D-4E52-AE85-BD2BEEC6EA30}"/>
              </a:ext>
            </a:extLst>
          </p:cNvPr>
          <p:cNvSpPr>
            <a:spLocks xmlns:a="http://schemas.openxmlformats.org/drawingml/2006/main" noGrp="1"/>
          </p:cNvSpPr>
          <p:nvPr/>
        </p:nvSpPr>
        <p:spPr>
          <a:xfrm xmlns:a="http://schemas.openxmlformats.org/drawingml/2006/main">
            <a:off x="5791200" y="5619750"/>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35" name="query-fusion-dim">
            <a:extLst xmlns:a="http://schemas.openxmlformats.org/drawingml/2006/main">
              <a:ext uri="{FF2B5EF4-FFF2-40B4-BE49-F238E27FC236}">
                <a16:creationId xmlns:a16="http://schemas.microsoft.com/office/drawing/2014/main" id="{E465EF8F-3875-4FAB-867B-CB733D23F515}"/>
              </a:ext>
            </a:extLst>
          </p:cNvPr>
          <p:cNvSpPr>
            <a:spLocks xmlns:a="http://schemas.openxmlformats.org/drawingml/2006/main" noGrp="1"/>
          </p:cNvSpPr>
          <p:nvPr/>
        </p:nvSpPr>
        <p:spPr>
          <a:xfrm xmlns:a="http://schemas.openxmlformats.org/drawingml/2006/main">
            <a:off x="5715000" y="6915150"/>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36" name="exact-nn">
            <a:extLst xmlns:a="http://schemas.openxmlformats.org/drawingml/2006/main">
              <a:ext uri="{FF2B5EF4-FFF2-40B4-BE49-F238E27FC236}">
                <a16:creationId xmlns:a16="http://schemas.microsoft.com/office/drawing/2014/main" id="{A066254A-8FB3-410B-8C4E-47AF9D066F08}"/>
              </a:ext>
            </a:extLst>
          </p:cNvPr>
          <p:cNvSpPr>
            <a:spLocks xmlns:a="http://schemas.openxmlformats.org/drawingml/2006/main" noGrp="1"/>
          </p:cNvSpPr>
          <p:nvPr/>
        </p:nvSpPr>
        <p:spPr>
          <a:xfrm xmlns:a="http://schemas.openxmlformats.org/drawingml/2006/main">
            <a:off x="9010650" y="4953000"/>
            <a:ext cx="2305050" cy="838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sp>
        <p:nvSpPr>
          <p:cNvPr id="37" name="postprocessing">
            <a:extLst xmlns:a="http://schemas.openxmlformats.org/drawingml/2006/main">
              <a:ext uri="{FF2B5EF4-FFF2-40B4-BE49-F238E27FC236}">
                <a16:creationId xmlns:a16="http://schemas.microsoft.com/office/drawing/2014/main" id="{21E1E62A-D946-4122-BE06-84469377C3AB}"/>
              </a:ext>
            </a:extLst>
          </p:cNvPr>
          <p:cNvSpPr>
            <a:spLocks xmlns:a="http://schemas.openxmlformats.org/drawingml/2006/main" noGrp="1"/>
          </p:cNvSpPr>
          <p:nvPr/>
        </p:nvSpPr>
        <p:spPr>
          <a:xfrm xmlns:a="http://schemas.openxmlformats.org/drawingml/2006/main">
            <a:off x="9010650" y="6134100"/>
            <a:ext cx="2305050" cy="7620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Bilinear resize</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Gaussian σ = 4</a:t>
            </a:r>
          </a:p>
        </p:txBody>
      </p:sp>
      <p:sp>
        <p:nvSpPr>
          <p:cNvPr id="38" name="junction-2">
            <a:extLst xmlns:a="http://schemas.openxmlformats.org/drawingml/2006/main">
              <a:ext uri="{FF2B5EF4-FFF2-40B4-BE49-F238E27FC236}">
                <a16:creationId xmlns:a16="http://schemas.microsoft.com/office/drawing/2014/main" id="{88BC55D5-94FC-4B23-9605-580F32308FBE}"/>
              </a:ext>
            </a:extLst>
          </p:cNvPr>
          <p:cNvSpPr>
            <a:spLocks xmlns:a="http://schemas.openxmlformats.org/drawingml/2006/main" noGrp="1"/>
          </p:cNvSpPr>
          <p:nvPr/>
        </p:nvSpPr>
        <p:spPr>
          <a:xfrm xmlns:a="http://schemas.openxmlformats.org/drawingml/2006/main">
            <a:off x="1676400" y="58864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38" idx="3"/>
            <a:endCxn xmlns:a="http://schemas.openxmlformats.org/drawingml/2006/main" id="28" idx="1"/>
          </p:cNvCxnSpPr>
          <p:nvPr/>
        </p:nvCxnSpPr>
        <p:spPr>
          <a:xfrm xmlns:a="http://schemas.openxmlformats.org/drawingml/2006/main">
            <a:off x="1695450" y="5895975"/>
            <a:ext cx="590550" cy="1285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1" name=""/>
          <p:cNvCxnSpPr>
            <a:stCxn xmlns:a="http://schemas.openxmlformats.org/drawingml/2006/main" id="28" idx="3"/>
            <a:endCxn xmlns:a="http://schemas.openxmlformats.org/drawingml/2006/main" id="32" idx="1"/>
          </p:cNvCxnSpPr>
          <p:nvPr/>
        </p:nvCxnSpPr>
        <p:spPr>
          <a:xfrm xmlns:a="http://schemas.openxmlformats.org/drawingml/2006/main">
            <a:off x="5143500" y="6024563"/>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2" name=""/>
          <p:cNvCxnSpPr>
            <a:stCxn xmlns:a="http://schemas.openxmlformats.org/drawingml/2006/main" id="32" idx="3"/>
            <a:endCxn xmlns:a="http://schemas.openxmlformats.org/drawingml/2006/main" id="36" idx="1"/>
          </p:cNvCxnSpPr>
          <p:nvPr/>
        </p:nvCxnSpPr>
        <p:spPr>
          <a:xfrm xmlns:a="http://schemas.openxmlformats.org/drawingml/2006/main" flipV="1">
            <a:off x="8362950" y="5372100"/>
            <a:ext cx="647700" cy="6524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3" name=""/>
          <p:cNvCxnSpPr>
            <a:stCxn xmlns:a="http://schemas.openxmlformats.org/drawingml/2006/main" id="15" idx="2"/>
            <a:endCxn xmlns:a="http://schemas.openxmlformats.org/drawingml/2006/main" id="36" idx="0"/>
          </p:cNvCxnSpPr>
          <p:nvPr/>
        </p:nvCxnSpPr>
        <p:spPr>
          <a:xfrm xmlns:a="http://schemas.openxmlformats.org/drawingml/2006/main">
            <a:off x="10163175" y="3362325"/>
            <a:ext cx="0" cy="15906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4" name=""/>
          <p:cNvCxnSpPr>
            <a:stCxn xmlns:a="http://schemas.openxmlformats.org/drawingml/2006/main" id="36" idx="2"/>
            <a:endCxn xmlns:a="http://schemas.openxmlformats.org/drawingml/2006/main" id="37" idx="0"/>
          </p:cNvCxnSpPr>
          <p:nvPr/>
        </p:nvCxnSpPr>
        <p:spPr>
          <a:xfrm xmlns:a="http://schemas.openxmlformats.org/drawingml/2006/main">
            <a:off x="10163175" y="5791200"/>
            <a:ext cx="0" cy="3429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4" name="memory-use">
            <a:extLst xmlns:a="http://schemas.openxmlformats.org/drawingml/2006/main">
              <a:ext uri="{FF2B5EF4-FFF2-40B4-BE49-F238E27FC236}">
                <a16:creationId xmlns:a16="http://schemas.microsoft.com/office/drawing/2014/main" id="{9B60A533-205B-43ED-8CD6-6769C7731255}"/>
              </a:ext>
            </a:extLst>
          </p:cNvPr>
          <p:cNvSpPr>
            <a:spLocks xmlns:a="http://schemas.openxmlformats.org/drawingml/2006/main" noGrp="1"/>
          </p:cNvSpPr>
          <p:nvPr/>
        </p:nvSpPr>
        <p:spPr>
          <a:xfrm xmlns:a="http://schemas.openxmlformats.org/drawingml/2006/main">
            <a:off x="10287000" y="4267200"/>
            <a:ext cx="9429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fixed</a:t>
            </a:r>
          </a:p>
        </p:txBody>
      </p:sp>
      <p:pic>
        <p:nvPicPr>
          <p:cNvPr id="96" name="Existing A1 anomaly map"/>
          <p:cNvPicPr>
            <a:picLocks xmlns:a="http://schemas.openxmlformats.org/drawingml/2006/main" noChangeAspect="1"/>
          </p:cNvPicPr>
          <p:nvPr/>
        </p:nvPicPr>
        <p:blipFill>
          <a:blip xmlns:r="http://schemas.openxmlformats.org/officeDocument/2006/relationships" xmlns:a="http://schemas.openxmlformats.org/drawingml/2006/main" r:embed="Rbf96e0d1ecd940cb"/>
          <ns0:srcRect xmlns:ns0="http://schemas.openxmlformats.org/drawingml/2006/main" l="79543" t="22084" r="490" b="2022"/>
          <a:stretch xmlns:a="http://schemas.openxmlformats.org/drawingml/2006/main"/>
        </p:blipFill>
        <p:spPr>
          <a:xfrm xmlns:a="http://schemas.openxmlformats.org/drawingml/2006/main">
            <a:off x="11763375" y="5534025"/>
            <a:ext cx="1228725" cy="1228725"/>
          </a:xfrm>
          <a:prstGeom xmlns:a="http://schemas.openxmlformats.org/drawingml/2006/main" prst="rect">
            <a:avLst/>
          </a:prstGeom>
        </p:spPr>
      </p:pic>
      <p:sp>
        <p:nvSpPr>
          <p:cNvPr id="46" name="Existing A1 anomaly map-anchor">
            <a:extLst xmlns:a="http://schemas.openxmlformats.org/drawingml/2006/main">
              <a:ext uri="{FF2B5EF4-FFF2-40B4-BE49-F238E27FC236}">
                <a16:creationId xmlns:a16="http://schemas.microsoft.com/office/drawing/2014/main" id="{4221C527-2096-4B6B-88E1-F9AF0DBFB8D6}"/>
              </a:ext>
            </a:extLst>
          </p:cNvPr>
          <p:cNvSpPr>
            <a:spLocks xmlns:a="http://schemas.openxmlformats.org/drawingml/2006/main" noGrp="1"/>
          </p:cNvSpPr>
          <p:nvPr/>
        </p:nvSpPr>
        <p:spPr>
          <a:xfrm xmlns:a="http://schemas.openxmlformats.org/drawingml/2006/main">
            <a:off x="11763375" y="5534025"/>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47" name="junction-3">
            <a:extLst xmlns:a="http://schemas.openxmlformats.org/drawingml/2006/main">
              <a:ext uri="{FF2B5EF4-FFF2-40B4-BE49-F238E27FC236}">
                <a16:creationId xmlns:a16="http://schemas.microsoft.com/office/drawing/2014/main" id="{C3760CB2-6BE4-4A3A-B4E8-C2DC1586044F}"/>
              </a:ext>
            </a:extLst>
          </p:cNvPr>
          <p:cNvSpPr>
            <a:spLocks xmlns:a="http://schemas.openxmlformats.org/drawingml/2006/main" noGrp="1"/>
          </p:cNvSpPr>
          <p:nvPr/>
        </p:nvSpPr>
        <p:spPr>
          <a:xfrm xmlns:a="http://schemas.openxmlformats.org/drawingml/2006/main">
            <a:off x="11725275" y="6134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37" idx="3"/>
            <a:endCxn xmlns:a="http://schemas.openxmlformats.org/drawingml/2006/main" id="47" idx="1"/>
          </p:cNvCxnSpPr>
          <p:nvPr/>
        </p:nvCxnSpPr>
        <p:spPr>
          <a:xfrm xmlns:a="http://schemas.openxmlformats.org/drawingml/2006/main" flipV="1">
            <a:off x="11315700" y="6143625"/>
            <a:ext cx="409575" cy="3714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output-label">
            <a:extLst xmlns:a="http://schemas.openxmlformats.org/drawingml/2006/main">
              <a:ext uri="{FF2B5EF4-FFF2-40B4-BE49-F238E27FC236}">
                <a16:creationId xmlns:a16="http://schemas.microsoft.com/office/drawing/2014/main" id="{F4629CF2-3A39-416B-954A-42E1277C08DE}"/>
              </a:ext>
            </a:extLst>
          </p:cNvPr>
          <p:cNvSpPr>
            <a:spLocks xmlns:a="http://schemas.openxmlformats.org/drawingml/2006/main" noGrp="1"/>
          </p:cNvSpPr>
          <p:nvPr/>
        </p:nvSpPr>
        <p:spPr>
          <a:xfrm xmlns:a="http://schemas.openxmlformats.org/drawingml/2006/main">
            <a:off x="11477625" y="5048250"/>
            <a:ext cx="16954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1">
                <a:solidFill>
                  <a:srgbClr val="202832"/>
                </a:solidFill>
                <a:latin typeface="Arial"/>
                <a:ea typeface="Arial"/>
                <a:cs typeface="Arial"/>
              </a:defRPr>
            </a:pPr>
            <a:r>
              <a:rPr sz="2025" b="1">
                <a:solidFill>
                  <a:srgbClr val="202832"/>
                </a:solidFill>
                <a:latin typeface="Arial"/>
                <a:ea typeface="Arial"/>
                <a:cs typeface="Arial"/>
              </a:rPr>
              <a:t>Anomaly map</a:t>
            </a:r>
          </a:p>
        </p:txBody>
      </p:sp>
      <p:sp>
        <p:nvSpPr>
          <p:cNvPr id="50" name="map-dim">
            <a:extLst xmlns:a="http://schemas.openxmlformats.org/drawingml/2006/main">
              <a:ext uri="{FF2B5EF4-FFF2-40B4-BE49-F238E27FC236}">
                <a16:creationId xmlns:a16="http://schemas.microsoft.com/office/drawing/2014/main" id="{027B3209-1CAC-41EC-8C34-E8D0A635E49B}"/>
              </a:ext>
            </a:extLst>
          </p:cNvPr>
          <p:cNvSpPr>
            <a:spLocks xmlns:a="http://schemas.openxmlformats.org/drawingml/2006/main" noGrp="1"/>
          </p:cNvSpPr>
          <p:nvPr/>
        </p:nvSpPr>
        <p:spPr>
          <a:xfrm xmlns:a="http://schemas.openxmlformats.org/drawingml/2006/main">
            <a:off x="11582400" y="6800850"/>
            <a:ext cx="14954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448 × 448</a:t>
            </a:r>
          </a:p>
        </p:txBody>
      </p:sp>
      <p:sp>
        <p:nvSpPr>
          <p:cNvPr id="51" name="image-score">
            <a:extLst xmlns:a="http://schemas.openxmlformats.org/drawingml/2006/main">
              <a:ext uri="{FF2B5EF4-FFF2-40B4-BE49-F238E27FC236}">
                <a16:creationId xmlns:a16="http://schemas.microsoft.com/office/drawing/2014/main" id="{7C9416FC-3F4A-4519-BBEC-B9468851AB52}"/>
              </a:ext>
            </a:extLst>
          </p:cNvPr>
          <p:cNvSpPr>
            <a:spLocks xmlns:a="http://schemas.openxmlformats.org/drawingml/2006/main" noGrp="1"/>
          </p:cNvSpPr>
          <p:nvPr/>
        </p:nvSpPr>
        <p:spPr>
          <a:xfrm xmlns:a="http://schemas.openxmlformats.org/drawingml/2006/main">
            <a:off x="8848725" y="7181850"/>
            <a:ext cx="43053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Image score = max(map)</a:t>
            </a:r>
          </a:p>
        </p:txBody>
      </p:sp>
    </p:spTree>
    <p:extLst>
      <p:ext uri="{BB962C8B-B14F-4D97-AF65-F5344CB8AC3E}">
        <p14:creationId xmlns:p14="http://schemas.microsoft.com/office/powerpoint/2010/main" val="678033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title">
            <a:extLst xmlns:a="http://schemas.openxmlformats.org/drawingml/2006/main">
              <a:ext uri="{FF2B5EF4-FFF2-40B4-BE49-F238E27FC236}">
                <a16:creationId xmlns:a16="http://schemas.microsoft.com/office/drawing/2014/main" id="{9AE5265F-D976-4678-9BC7-5CDB3B0DAE1E}"/>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Frozen dual-encoder visual representation</a:t>
            </a:r>
          </a:p>
        </p:txBody>
      </p:sp>
      <p:sp>
        <p:nvSpPr>
          <p:cNvPr id="2" name="visual-shared">
            <a:extLst xmlns:a="http://schemas.openxmlformats.org/drawingml/2006/main">
              <a:ext uri="{FF2B5EF4-FFF2-40B4-BE49-F238E27FC236}">
                <a16:creationId xmlns:a16="http://schemas.microsoft.com/office/drawing/2014/main" id="{BD7313E3-64E2-47F2-9E2D-8A03EDE28627}"/>
              </a:ext>
            </a:extLst>
          </p:cNvPr>
          <p:cNvSpPr>
            <a:spLocks xmlns:a="http://schemas.openxmlformats.org/drawingml/2006/main" noGrp="1"/>
          </p:cNvSpPr>
          <p:nvPr/>
        </p:nvSpPr>
        <p:spPr>
          <a:xfrm xmlns:a="http://schemas.openxmlformats.org/drawingml/2006/main">
            <a:off x="342900" y="809625"/>
            <a:ext cx="1262062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52606B"/>
                </a:solidFill>
                <a:latin typeface="Arial"/>
                <a:ea typeface="Arial"/>
                <a:cs typeface="Arial"/>
              </a:defRPr>
            </a:pPr>
            <a:r>
              <a:rPr sz="2250" b="0">
                <a:solidFill>
                  <a:srgbClr val="52606B"/>
                </a:solidFill>
                <a:latin typeface="Arial"/>
                <a:ea typeface="Arial"/>
                <a:cs typeface="Arial"/>
              </a:rPr>
              <a:t>The same frozen extractor processes each support or query image</a:t>
            </a:r>
          </a:p>
        </p:txBody>
      </p:sp>
      <p:sp>
        <p:nvSpPr>
          <p:cNvPr id="3" name="input-image">
            <a:extLst xmlns:a="http://schemas.openxmlformats.org/drawingml/2006/main">
              <a:ext uri="{FF2B5EF4-FFF2-40B4-BE49-F238E27FC236}">
                <a16:creationId xmlns:a16="http://schemas.microsoft.com/office/drawing/2014/main" id="{4AA8CF97-4707-45FC-9CB7-4875AE1F3181}"/>
              </a:ext>
            </a:extLst>
          </p:cNvPr>
          <p:cNvSpPr>
            <a:spLocks xmlns:a="http://schemas.openxmlformats.org/drawingml/2006/main" noGrp="1"/>
          </p:cNvSpPr>
          <p:nvPr/>
        </p:nvSpPr>
        <p:spPr>
          <a:xfrm xmlns:a="http://schemas.openxmlformats.org/drawingml/2006/main">
            <a:off x="342900" y="3095625"/>
            <a:ext cx="1790700" cy="1209675"/>
          </a:xfrm>
          <a:prstGeom xmlns:a="http://schemas.openxmlformats.org/drawingml/2006/main" prst="rect">
            <a:avLst/>
          </a:prstGeom>
          <a:solidFill xmlns:a="http://schemas.openxmlformats.org/drawingml/2006/main">
            <a:srgbClr val="FFFFFF"/>
          </a:solidFill>
          <a:ln xmlns:a="http://schemas.openxmlformats.org/drawingml/2006/main" w="14288">
            <a:solidFill>
              <a:srgbClr val="34404B"/>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Support or</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query image</a:t>
            </a:r>
          </a:p>
        </p:txBody>
      </p:sp>
      <p:sp>
        <p:nvSpPr>
          <p:cNvPr id="4" name="dino-preprocess">
            <a:extLst xmlns:a="http://schemas.openxmlformats.org/drawingml/2006/main">
              <a:ext uri="{FF2B5EF4-FFF2-40B4-BE49-F238E27FC236}">
                <a16:creationId xmlns:a16="http://schemas.microsoft.com/office/drawing/2014/main" id="{8C123D60-22F0-4EAA-998B-D41E97BB77C5}"/>
              </a:ext>
            </a:extLst>
          </p:cNvPr>
          <p:cNvSpPr>
            <a:spLocks xmlns:a="http://schemas.openxmlformats.org/drawingml/2006/main" noGrp="1"/>
          </p:cNvSpPr>
          <p:nvPr/>
        </p:nvSpPr>
        <p:spPr>
          <a:xfrm xmlns:a="http://schemas.openxmlformats.org/drawingml/2006/main">
            <a:off x="2714625" y="1809750"/>
            <a:ext cx="2543175"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Short side: 448</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Patch-compatible</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crop</a:t>
            </a:r>
          </a:p>
        </p:txBody>
      </p:sp>
      <p:sp>
        <p:nvSpPr>
          <p:cNvPr id="5" name="dino-encoder">
            <a:extLst xmlns:a="http://schemas.openxmlformats.org/drawingml/2006/main">
              <a:ext uri="{FF2B5EF4-FFF2-40B4-BE49-F238E27FC236}">
                <a16:creationId xmlns:a16="http://schemas.microsoft.com/office/drawing/2014/main" id="{C8F19A4D-7037-4B0C-9B79-36CB01F765BF}"/>
              </a:ext>
            </a:extLst>
          </p:cNvPr>
          <p:cNvSpPr>
            <a:spLocks xmlns:a="http://schemas.openxmlformats.org/drawingml/2006/main" noGrp="1"/>
          </p:cNvSpPr>
          <p:nvPr/>
        </p:nvSpPr>
        <p:spPr>
          <a:xfrm xmlns:a="http://schemas.openxmlformats.org/drawingml/2006/main">
            <a:off x="5953125" y="1809750"/>
            <a:ext cx="2762250"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DINOv2</a:t>
            </a:r>
          </a:p>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ViT-B/14</a:t>
            </a:r>
          </a:p>
        </p:txBody>
      </p:sp>
      <p:sp>
        <p:nvSpPr>
          <p:cNvPr id="6" name="clip-preprocess">
            <a:extLst xmlns:a="http://schemas.openxmlformats.org/drawingml/2006/main">
              <a:ext uri="{FF2B5EF4-FFF2-40B4-BE49-F238E27FC236}">
                <a16:creationId xmlns:a16="http://schemas.microsoft.com/office/drawing/2014/main" id="{94D540E8-E691-4CC6-8DC7-99FA81FC8ED0}"/>
              </a:ext>
            </a:extLst>
          </p:cNvPr>
          <p:cNvSpPr>
            <a:spLocks xmlns:a="http://schemas.openxmlformats.org/drawingml/2006/main" noGrp="1"/>
          </p:cNvSpPr>
          <p:nvPr/>
        </p:nvSpPr>
        <p:spPr>
          <a:xfrm xmlns:a="http://schemas.openxmlformats.org/drawingml/2006/main">
            <a:off x="2714625" y="4524375"/>
            <a:ext cx="2543175"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Resize to</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518 × 518</a:t>
            </a:r>
          </a:p>
        </p:txBody>
      </p:sp>
      <p:sp>
        <p:nvSpPr>
          <p:cNvPr id="7" name="clip-encoder">
            <a:extLst xmlns:a="http://schemas.openxmlformats.org/drawingml/2006/main">
              <a:ext uri="{FF2B5EF4-FFF2-40B4-BE49-F238E27FC236}">
                <a16:creationId xmlns:a16="http://schemas.microsoft.com/office/drawing/2014/main" id="{09CE01B8-CCCA-49BF-AA3C-69898EACA6AD}"/>
              </a:ext>
            </a:extLst>
          </p:cNvPr>
          <p:cNvSpPr>
            <a:spLocks xmlns:a="http://schemas.openxmlformats.org/drawingml/2006/main" noGrp="1"/>
          </p:cNvSpPr>
          <p:nvPr/>
        </p:nvSpPr>
        <p:spPr>
          <a:xfrm xmlns:a="http://schemas.openxmlformats.org/drawingml/2006/main">
            <a:off x="5953125" y="4524375"/>
            <a:ext cx="2762250"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CLIP ViT-L/14</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Visual encoder + DPAM</a:t>
            </a:r>
          </a:p>
        </p:txBody>
      </p:sp>
      <p:cxnSp>
        <p:nvCxnSpPr>
          <p:cNvPr id="76" name=""/>
          <p:cNvCxnSpPr>
            <a:stCxn xmlns:a="http://schemas.openxmlformats.org/drawingml/2006/main" id="3" idx="3"/>
            <a:endCxn xmlns:a="http://schemas.openxmlformats.org/drawingml/2006/main" id="4" idx="1"/>
          </p:cNvCxnSpPr>
          <p:nvPr/>
        </p:nvCxnSpPr>
        <p:spPr>
          <a:xfrm xmlns:a="http://schemas.openxmlformats.org/drawingml/2006/main" flipV="1">
            <a:off x="2133600" y="2452688"/>
            <a:ext cx="581025" cy="12477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7" name=""/>
          <p:cNvCxnSpPr>
            <a:stCxn xmlns:a="http://schemas.openxmlformats.org/drawingml/2006/main" id="3" idx="3"/>
            <a:endCxn xmlns:a="http://schemas.openxmlformats.org/drawingml/2006/main" id="6" idx="1"/>
          </p:cNvCxnSpPr>
          <p:nvPr/>
        </p:nvCxnSpPr>
        <p:spPr>
          <a:xfrm xmlns:a="http://schemas.openxmlformats.org/drawingml/2006/main">
            <a:off x="2133600" y="3700463"/>
            <a:ext cx="581025" cy="1466850"/>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8" name=""/>
          <p:cNvCxnSpPr>
            <a:stCxn xmlns:a="http://schemas.openxmlformats.org/drawingml/2006/main" id="4" idx="3"/>
            <a:endCxn xmlns:a="http://schemas.openxmlformats.org/drawingml/2006/main" id="5" idx="1"/>
          </p:cNvCxnSpPr>
          <p:nvPr/>
        </p:nvCxnSpPr>
        <p:spPr>
          <a:xfrm xmlns:a="http://schemas.openxmlformats.org/drawingml/2006/main">
            <a:off x="5257800" y="2452688"/>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9" name=""/>
          <p:cNvCxnSpPr>
            <a:stCxn xmlns:a="http://schemas.openxmlformats.org/drawingml/2006/main" id="6" idx="3"/>
            <a:endCxn xmlns:a="http://schemas.openxmlformats.org/drawingml/2006/main" id="7" idx="1"/>
          </p:cNvCxnSpPr>
          <p:nvPr/>
        </p:nvCxnSpPr>
        <p:spPr>
          <a:xfrm xmlns:a="http://schemas.openxmlformats.org/drawingml/2006/main">
            <a:off x="5257800" y="5167313"/>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2" name="dino-grid-anchor">
            <a:extLst xmlns:a="http://schemas.openxmlformats.org/drawingml/2006/main">
              <a:ext uri="{FF2B5EF4-FFF2-40B4-BE49-F238E27FC236}">
                <a16:creationId xmlns:a16="http://schemas.microsoft.com/office/drawing/2014/main" id="{476777D7-888A-4A65-B53B-CD7AF1370F6E}"/>
              </a:ext>
            </a:extLst>
          </p:cNvPr>
          <p:cNvSpPr>
            <a:spLocks xmlns:a="http://schemas.openxmlformats.org/drawingml/2006/main" noGrp="1"/>
          </p:cNvSpPr>
          <p:nvPr/>
        </p:nvSpPr>
        <p:spPr>
          <a:xfrm xmlns:a="http://schemas.openxmlformats.org/drawingml/2006/main">
            <a:off x="9696450" y="1809750"/>
            <a:ext cx="1476375" cy="1181100"/>
          </a:xfrm>
          <a:prstGeom xmlns:a="http://schemas.openxmlformats.org/drawingml/2006/main" prst="rect">
            <a:avLst/>
          </a:prstGeom>
          <a:noFill xmlns:a="http://schemas.openxmlformats.org/drawingml/2006/main"/>
          <a:ln xmlns:a="http://schemas.openxmlformats.org/drawingml/2006/main" w="0">
            <a:noFill/>
          </a:ln>
        </p:spPr>
      </p:sp>
      <p:sp>
        <p:nvSpPr>
          <p:cNvPr id="13" name="dino-grid-0-0">
            <a:extLst xmlns:a="http://schemas.openxmlformats.org/drawingml/2006/main">
              <a:ext uri="{FF2B5EF4-FFF2-40B4-BE49-F238E27FC236}">
                <a16:creationId xmlns:a16="http://schemas.microsoft.com/office/drawing/2014/main" id="{9D248AB5-234D-4D7D-BDDC-A1AFB8A1490E}"/>
              </a:ext>
            </a:extLst>
          </p:cNvPr>
          <p:cNvSpPr>
            <a:spLocks xmlns:a="http://schemas.openxmlformats.org/drawingml/2006/main" noGrp="1"/>
          </p:cNvSpPr>
          <p:nvPr/>
        </p:nvSpPr>
        <p:spPr>
          <a:xfrm xmlns:a="http://schemas.openxmlformats.org/drawingml/2006/main">
            <a:off x="96964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dino-grid-0-1">
            <a:extLst xmlns:a="http://schemas.openxmlformats.org/drawingml/2006/main">
              <a:ext uri="{FF2B5EF4-FFF2-40B4-BE49-F238E27FC236}">
                <a16:creationId xmlns:a16="http://schemas.microsoft.com/office/drawing/2014/main" id="{22E87B47-323C-4287-BCA8-6FFEA292791B}"/>
              </a:ext>
            </a:extLst>
          </p:cNvPr>
          <p:cNvSpPr>
            <a:spLocks xmlns:a="http://schemas.openxmlformats.org/drawingml/2006/main" noGrp="1"/>
          </p:cNvSpPr>
          <p:nvPr/>
        </p:nvSpPr>
        <p:spPr>
          <a:xfrm xmlns:a="http://schemas.openxmlformats.org/drawingml/2006/main">
            <a:off x="999172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dino-grid-0-2">
            <a:extLst xmlns:a="http://schemas.openxmlformats.org/drawingml/2006/main">
              <a:ext uri="{FF2B5EF4-FFF2-40B4-BE49-F238E27FC236}">
                <a16:creationId xmlns:a16="http://schemas.microsoft.com/office/drawing/2014/main" id="{19EA19DC-3375-47E1-A09C-EF07871F1FB6}"/>
              </a:ext>
            </a:extLst>
          </p:cNvPr>
          <p:cNvSpPr>
            <a:spLocks xmlns:a="http://schemas.openxmlformats.org/drawingml/2006/main" noGrp="1"/>
          </p:cNvSpPr>
          <p:nvPr/>
        </p:nvSpPr>
        <p:spPr>
          <a:xfrm xmlns:a="http://schemas.openxmlformats.org/drawingml/2006/main">
            <a:off x="1028700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dino-grid-0-3">
            <a:extLst xmlns:a="http://schemas.openxmlformats.org/drawingml/2006/main">
              <a:ext uri="{FF2B5EF4-FFF2-40B4-BE49-F238E27FC236}">
                <a16:creationId xmlns:a16="http://schemas.microsoft.com/office/drawing/2014/main" id="{809369E4-CE95-4AFD-87F8-C723A19427F1}"/>
              </a:ext>
            </a:extLst>
          </p:cNvPr>
          <p:cNvSpPr>
            <a:spLocks xmlns:a="http://schemas.openxmlformats.org/drawingml/2006/main" noGrp="1"/>
          </p:cNvSpPr>
          <p:nvPr/>
        </p:nvSpPr>
        <p:spPr>
          <a:xfrm xmlns:a="http://schemas.openxmlformats.org/drawingml/2006/main">
            <a:off x="1058227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dino-grid-0-4">
            <a:extLst xmlns:a="http://schemas.openxmlformats.org/drawingml/2006/main">
              <a:ext uri="{FF2B5EF4-FFF2-40B4-BE49-F238E27FC236}">
                <a16:creationId xmlns:a16="http://schemas.microsoft.com/office/drawing/2014/main" id="{1FD9F9F9-4E5D-46C5-888A-7C9867A11A02}"/>
              </a:ext>
            </a:extLst>
          </p:cNvPr>
          <p:cNvSpPr>
            <a:spLocks xmlns:a="http://schemas.openxmlformats.org/drawingml/2006/main" noGrp="1"/>
          </p:cNvSpPr>
          <p:nvPr/>
        </p:nvSpPr>
        <p:spPr>
          <a:xfrm xmlns:a="http://schemas.openxmlformats.org/drawingml/2006/main">
            <a:off x="108775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dino-grid-1-0">
            <a:extLst xmlns:a="http://schemas.openxmlformats.org/drawingml/2006/main">
              <a:ext uri="{FF2B5EF4-FFF2-40B4-BE49-F238E27FC236}">
                <a16:creationId xmlns:a16="http://schemas.microsoft.com/office/drawing/2014/main" id="{8C94B486-639C-4D95-A2F1-ACC9F7D320CD}"/>
              </a:ext>
            </a:extLst>
          </p:cNvPr>
          <p:cNvSpPr>
            <a:spLocks xmlns:a="http://schemas.openxmlformats.org/drawingml/2006/main" noGrp="1"/>
          </p:cNvSpPr>
          <p:nvPr/>
        </p:nvSpPr>
        <p:spPr>
          <a:xfrm xmlns:a="http://schemas.openxmlformats.org/drawingml/2006/main">
            <a:off x="96964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dino-grid-1-1">
            <a:extLst xmlns:a="http://schemas.openxmlformats.org/drawingml/2006/main">
              <a:ext uri="{FF2B5EF4-FFF2-40B4-BE49-F238E27FC236}">
                <a16:creationId xmlns:a16="http://schemas.microsoft.com/office/drawing/2014/main" id="{42B7A3E5-6F42-4004-ABB3-FCDA5E2F5940}"/>
              </a:ext>
            </a:extLst>
          </p:cNvPr>
          <p:cNvSpPr>
            <a:spLocks xmlns:a="http://schemas.openxmlformats.org/drawingml/2006/main" noGrp="1"/>
          </p:cNvSpPr>
          <p:nvPr/>
        </p:nvSpPr>
        <p:spPr>
          <a:xfrm xmlns:a="http://schemas.openxmlformats.org/drawingml/2006/main">
            <a:off x="999172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dino-grid-1-2">
            <a:extLst xmlns:a="http://schemas.openxmlformats.org/drawingml/2006/main">
              <a:ext uri="{FF2B5EF4-FFF2-40B4-BE49-F238E27FC236}">
                <a16:creationId xmlns:a16="http://schemas.microsoft.com/office/drawing/2014/main" id="{D80897CD-0C80-4F33-A289-F7B42E056D03}"/>
              </a:ext>
            </a:extLst>
          </p:cNvPr>
          <p:cNvSpPr>
            <a:spLocks xmlns:a="http://schemas.openxmlformats.org/drawingml/2006/main" noGrp="1"/>
          </p:cNvSpPr>
          <p:nvPr/>
        </p:nvSpPr>
        <p:spPr>
          <a:xfrm xmlns:a="http://schemas.openxmlformats.org/drawingml/2006/main">
            <a:off x="1028700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dino-grid-1-3">
            <a:extLst xmlns:a="http://schemas.openxmlformats.org/drawingml/2006/main">
              <a:ext uri="{FF2B5EF4-FFF2-40B4-BE49-F238E27FC236}">
                <a16:creationId xmlns:a16="http://schemas.microsoft.com/office/drawing/2014/main" id="{31810779-4245-49E6-8541-E287EF55B909}"/>
              </a:ext>
            </a:extLst>
          </p:cNvPr>
          <p:cNvSpPr>
            <a:spLocks xmlns:a="http://schemas.openxmlformats.org/drawingml/2006/main" noGrp="1"/>
          </p:cNvSpPr>
          <p:nvPr/>
        </p:nvSpPr>
        <p:spPr>
          <a:xfrm xmlns:a="http://schemas.openxmlformats.org/drawingml/2006/main">
            <a:off x="1058227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dino-grid-1-4">
            <a:extLst xmlns:a="http://schemas.openxmlformats.org/drawingml/2006/main">
              <a:ext uri="{FF2B5EF4-FFF2-40B4-BE49-F238E27FC236}">
                <a16:creationId xmlns:a16="http://schemas.microsoft.com/office/drawing/2014/main" id="{0263E80B-EE22-4332-8AEB-9AE0E0126E7E}"/>
              </a:ext>
            </a:extLst>
          </p:cNvPr>
          <p:cNvSpPr>
            <a:spLocks xmlns:a="http://schemas.openxmlformats.org/drawingml/2006/main" noGrp="1"/>
          </p:cNvSpPr>
          <p:nvPr/>
        </p:nvSpPr>
        <p:spPr>
          <a:xfrm xmlns:a="http://schemas.openxmlformats.org/drawingml/2006/main">
            <a:off x="108775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dino-grid-2-0">
            <a:extLst xmlns:a="http://schemas.openxmlformats.org/drawingml/2006/main">
              <a:ext uri="{FF2B5EF4-FFF2-40B4-BE49-F238E27FC236}">
                <a16:creationId xmlns:a16="http://schemas.microsoft.com/office/drawing/2014/main" id="{E00C2E84-00B1-452D-9476-53347E71F3AF}"/>
              </a:ext>
            </a:extLst>
          </p:cNvPr>
          <p:cNvSpPr>
            <a:spLocks xmlns:a="http://schemas.openxmlformats.org/drawingml/2006/main" noGrp="1"/>
          </p:cNvSpPr>
          <p:nvPr/>
        </p:nvSpPr>
        <p:spPr>
          <a:xfrm xmlns:a="http://schemas.openxmlformats.org/drawingml/2006/main">
            <a:off x="96964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dino-grid-2-1">
            <a:extLst xmlns:a="http://schemas.openxmlformats.org/drawingml/2006/main">
              <a:ext uri="{FF2B5EF4-FFF2-40B4-BE49-F238E27FC236}">
                <a16:creationId xmlns:a16="http://schemas.microsoft.com/office/drawing/2014/main" id="{0474771D-8AC1-4051-AC85-34178C5F9F9D}"/>
              </a:ext>
            </a:extLst>
          </p:cNvPr>
          <p:cNvSpPr>
            <a:spLocks xmlns:a="http://schemas.openxmlformats.org/drawingml/2006/main" noGrp="1"/>
          </p:cNvSpPr>
          <p:nvPr/>
        </p:nvSpPr>
        <p:spPr>
          <a:xfrm xmlns:a="http://schemas.openxmlformats.org/drawingml/2006/main">
            <a:off x="999172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dino-grid-2-2">
            <a:extLst xmlns:a="http://schemas.openxmlformats.org/drawingml/2006/main">
              <a:ext uri="{FF2B5EF4-FFF2-40B4-BE49-F238E27FC236}">
                <a16:creationId xmlns:a16="http://schemas.microsoft.com/office/drawing/2014/main" id="{DB14B268-6946-4D27-851C-D1CB2FBF5C94}"/>
              </a:ext>
            </a:extLst>
          </p:cNvPr>
          <p:cNvSpPr>
            <a:spLocks xmlns:a="http://schemas.openxmlformats.org/drawingml/2006/main" noGrp="1"/>
          </p:cNvSpPr>
          <p:nvPr/>
        </p:nvSpPr>
        <p:spPr>
          <a:xfrm xmlns:a="http://schemas.openxmlformats.org/drawingml/2006/main">
            <a:off x="1028700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6" name="dino-grid-2-3">
            <a:extLst xmlns:a="http://schemas.openxmlformats.org/drawingml/2006/main">
              <a:ext uri="{FF2B5EF4-FFF2-40B4-BE49-F238E27FC236}">
                <a16:creationId xmlns:a16="http://schemas.microsoft.com/office/drawing/2014/main" id="{04108BE8-BA23-476F-B666-BFEDAC606721}"/>
              </a:ext>
            </a:extLst>
          </p:cNvPr>
          <p:cNvSpPr>
            <a:spLocks xmlns:a="http://schemas.openxmlformats.org/drawingml/2006/main" noGrp="1"/>
          </p:cNvSpPr>
          <p:nvPr/>
        </p:nvSpPr>
        <p:spPr>
          <a:xfrm xmlns:a="http://schemas.openxmlformats.org/drawingml/2006/main">
            <a:off x="1058227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7" name="dino-grid-2-4">
            <a:extLst xmlns:a="http://schemas.openxmlformats.org/drawingml/2006/main">
              <a:ext uri="{FF2B5EF4-FFF2-40B4-BE49-F238E27FC236}">
                <a16:creationId xmlns:a16="http://schemas.microsoft.com/office/drawing/2014/main" id="{1D06EA25-1E9A-49A3-9D73-580D5C9D3A9C}"/>
              </a:ext>
            </a:extLst>
          </p:cNvPr>
          <p:cNvSpPr>
            <a:spLocks xmlns:a="http://schemas.openxmlformats.org/drawingml/2006/main" noGrp="1"/>
          </p:cNvSpPr>
          <p:nvPr/>
        </p:nvSpPr>
        <p:spPr>
          <a:xfrm xmlns:a="http://schemas.openxmlformats.org/drawingml/2006/main">
            <a:off x="108775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8" name="dino-grid-3-0">
            <a:extLst xmlns:a="http://schemas.openxmlformats.org/drawingml/2006/main">
              <a:ext uri="{FF2B5EF4-FFF2-40B4-BE49-F238E27FC236}">
                <a16:creationId xmlns:a16="http://schemas.microsoft.com/office/drawing/2014/main" id="{A2918881-9B9F-4B7D-B318-57E48324442B}"/>
              </a:ext>
            </a:extLst>
          </p:cNvPr>
          <p:cNvSpPr>
            <a:spLocks xmlns:a="http://schemas.openxmlformats.org/drawingml/2006/main" noGrp="1"/>
          </p:cNvSpPr>
          <p:nvPr/>
        </p:nvSpPr>
        <p:spPr>
          <a:xfrm xmlns:a="http://schemas.openxmlformats.org/drawingml/2006/main">
            <a:off x="96964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9" name="dino-grid-3-1">
            <a:extLst xmlns:a="http://schemas.openxmlformats.org/drawingml/2006/main">
              <a:ext uri="{FF2B5EF4-FFF2-40B4-BE49-F238E27FC236}">
                <a16:creationId xmlns:a16="http://schemas.microsoft.com/office/drawing/2014/main" id="{EEC900C8-7EBC-4E8D-91E4-6797F4153831}"/>
              </a:ext>
            </a:extLst>
          </p:cNvPr>
          <p:cNvSpPr>
            <a:spLocks xmlns:a="http://schemas.openxmlformats.org/drawingml/2006/main" noGrp="1"/>
          </p:cNvSpPr>
          <p:nvPr/>
        </p:nvSpPr>
        <p:spPr>
          <a:xfrm xmlns:a="http://schemas.openxmlformats.org/drawingml/2006/main">
            <a:off x="999172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0" name="dino-grid-3-2">
            <a:extLst xmlns:a="http://schemas.openxmlformats.org/drawingml/2006/main">
              <a:ext uri="{FF2B5EF4-FFF2-40B4-BE49-F238E27FC236}">
                <a16:creationId xmlns:a16="http://schemas.microsoft.com/office/drawing/2014/main" id="{B1E386D6-0C31-4EDE-942F-2231AA97A274}"/>
              </a:ext>
            </a:extLst>
          </p:cNvPr>
          <p:cNvSpPr>
            <a:spLocks xmlns:a="http://schemas.openxmlformats.org/drawingml/2006/main" noGrp="1"/>
          </p:cNvSpPr>
          <p:nvPr/>
        </p:nvSpPr>
        <p:spPr>
          <a:xfrm xmlns:a="http://schemas.openxmlformats.org/drawingml/2006/main">
            <a:off x="1028700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1" name="dino-grid-3-3">
            <a:extLst xmlns:a="http://schemas.openxmlformats.org/drawingml/2006/main">
              <a:ext uri="{FF2B5EF4-FFF2-40B4-BE49-F238E27FC236}">
                <a16:creationId xmlns:a16="http://schemas.microsoft.com/office/drawing/2014/main" id="{DF0960C4-88E8-40DC-AD99-0748C4CA92F1}"/>
              </a:ext>
            </a:extLst>
          </p:cNvPr>
          <p:cNvSpPr>
            <a:spLocks xmlns:a="http://schemas.openxmlformats.org/drawingml/2006/main" noGrp="1"/>
          </p:cNvSpPr>
          <p:nvPr/>
        </p:nvSpPr>
        <p:spPr>
          <a:xfrm xmlns:a="http://schemas.openxmlformats.org/drawingml/2006/main">
            <a:off x="1058227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2" name="dino-grid-3-4">
            <a:extLst xmlns:a="http://schemas.openxmlformats.org/drawingml/2006/main">
              <a:ext uri="{FF2B5EF4-FFF2-40B4-BE49-F238E27FC236}">
                <a16:creationId xmlns:a16="http://schemas.microsoft.com/office/drawing/2014/main" id="{E824ED3D-1847-4658-BE16-195073DABFD4}"/>
              </a:ext>
            </a:extLst>
          </p:cNvPr>
          <p:cNvSpPr>
            <a:spLocks xmlns:a="http://schemas.openxmlformats.org/drawingml/2006/main" noGrp="1"/>
          </p:cNvSpPr>
          <p:nvPr/>
        </p:nvSpPr>
        <p:spPr>
          <a:xfrm xmlns:a="http://schemas.openxmlformats.org/drawingml/2006/main">
            <a:off x="108775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3" name="clip-grid-anchor">
            <a:extLst xmlns:a="http://schemas.openxmlformats.org/drawingml/2006/main">
              <a:ext uri="{FF2B5EF4-FFF2-40B4-BE49-F238E27FC236}">
                <a16:creationId xmlns:a16="http://schemas.microsoft.com/office/drawing/2014/main" id="{4600EAD9-CF8A-48F5-93D7-49DA008BCFCA}"/>
              </a:ext>
            </a:extLst>
          </p:cNvPr>
          <p:cNvSpPr>
            <a:spLocks xmlns:a="http://schemas.openxmlformats.org/drawingml/2006/main" noGrp="1"/>
          </p:cNvSpPr>
          <p:nvPr/>
        </p:nvSpPr>
        <p:spPr>
          <a:xfrm xmlns:a="http://schemas.openxmlformats.org/drawingml/2006/main">
            <a:off x="9696450" y="4524375"/>
            <a:ext cx="1190625" cy="1190625"/>
          </a:xfrm>
          <a:prstGeom xmlns:a="http://schemas.openxmlformats.org/drawingml/2006/main" prst="rect">
            <a:avLst/>
          </a:prstGeom>
          <a:noFill xmlns:a="http://schemas.openxmlformats.org/drawingml/2006/main"/>
          <a:ln xmlns:a="http://schemas.openxmlformats.org/drawingml/2006/main" w="0">
            <a:noFill/>
          </a:ln>
        </p:spPr>
      </p:sp>
      <p:sp>
        <p:nvSpPr>
          <p:cNvPr id="34" name="clip-grid-0-0">
            <a:extLst xmlns:a="http://schemas.openxmlformats.org/drawingml/2006/main">
              <a:ext uri="{FF2B5EF4-FFF2-40B4-BE49-F238E27FC236}">
                <a16:creationId xmlns:a16="http://schemas.microsoft.com/office/drawing/2014/main" id="{81CA0A37-2BE0-4103-9520-FEA85DFB7BA5}"/>
              </a:ext>
            </a:extLst>
          </p:cNvPr>
          <p:cNvSpPr>
            <a:spLocks xmlns:a="http://schemas.openxmlformats.org/drawingml/2006/main" noGrp="1"/>
          </p:cNvSpPr>
          <p:nvPr/>
        </p:nvSpPr>
        <p:spPr>
          <a:xfrm xmlns:a="http://schemas.openxmlformats.org/drawingml/2006/main">
            <a:off x="96964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clip-grid-0-1">
            <a:extLst xmlns:a="http://schemas.openxmlformats.org/drawingml/2006/main">
              <a:ext uri="{FF2B5EF4-FFF2-40B4-BE49-F238E27FC236}">
                <a16:creationId xmlns:a16="http://schemas.microsoft.com/office/drawing/2014/main" id="{6603D9CA-CAA0-469F-866B-B57976AB34BC}"/>
              </a:ext>
            </a:extLst>
          </p:cNvPr>
          <p:cNvSpPr>
            <a:spLocks xmlns:a="http://schemas.openxmlformats.org/drawingml/2006/main" noGrp="1"/>
          </p:cNvSpPr>
          <p:nvPr/>
        </p:nvSpPr>
        <p:spPr>
          <a:xfrm xmlns:a="http://schemas.openxmlformats.org/drawingml/2006/main">
            <a:off x="993457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clip-grid-0-2">
            <a:extLst xmlns:a="http://schemas.openxmlformats.org/drawingml/2006/main">
              <a:ext uri="{FF2B5EF4-FFF2-40B4-BE49-F238E27FC236}">
                <a16:creationId xmlns:a16="http://schemas.microsoft.com/office/drawing/2014/main" id="{12BE08A2-A554-4DBF-91DB-B568DB5EBE74}"/>
              </a:ext>
            </a:extLst>
          </p:cNvPr>
          <p:cNvSpPr>
            <a:spLocks xmlns:a="http://schemas.openxmlformats.org/drawingml/2006/main" noGrp="1"/>
          </p:cNvSpPr>
          <p:nvPr/>
        </p:nvSpPr>
        <p:spPr>
          <a:xfrm xmlns:a="http://schemas.openxmlformats.org/drawingml/2006/main">
            <a:off x="1017270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7" name="clip-grid-0-3">
            <a:extLst xmlns:a="http://schemas.openxmlformats.org/drawingml/2006/main">
              <a:ext uri="{FF2B5EF4-FFF2-40B4-BE49-F238E27FC236}">
                <a16:creationId xmlns:a16="http://schemas.microsoft.com/office/drawing/2014/main" id="{27C5F32B-9EFE-444D-AFD4-B31A78A75268}"/>
              </a:ext>
            </a:extLst>
          </p:cNvPr>
          <p:cNvSpPr>
            <a:spLocks xmlns:a="http://schemas.openxmlformats.org/drawingml/2006/main" noGrp="1"/>
          </p:cNvSpPr>
          <p:nvPr/>
        </p:nvSpPr>
        <p:spPr>
          <a:xfrm xmlns:a="http://schemas.openxmlformats.org/drawingml/2006/main">
            <a:off x="1041082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clip-grid-0-4">
            <a:extLst xmlns:a="http://schemas.openxmlformats.org/drawingml/2006/main">
              <a:ext uri="{FF2B5EF4-FFF2-40B4-BE49-F238E27FC236}">
                <a16:creationId xmlns:a16="http://schemas.microsoft.com/office/drawing/2014/main" id="{D89098F0-36A6-4671-9F83-C89807F0BEA1}"/>
              </a:ext>
            </a:extLst>
          </p:cNvPr>
          <p:cNvSpPr>
            <a:spLocks xmlns:a="http://schemas.openxmlformats.org/drawingml/2006/main" noGrp="1"/>
          </p:cNvSpPr>
          <p:nvPr/>
        </p:nvSpPr>
        <p:spPr>
          <a:xfrm xmlns:a="http://schemas.openxmlformats.org/drawingml/2006/main">
            <a:off x="106489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clip-grid-1-0">
            <a:extLst xmlns:a="http://schemas.openxmlformats.org/drawingml/2006/main">
              <a:ext uri="{FF2B5EF4-FFF2-40B4-BE49-F238E27FC236}">
                <a16:creationId xmlns:a16="http://schemas.microsoft.com/office/drawing/2014/main" id="{DECD75D5-906F-4444-B175-664A5501E7FD}"/>
              </a:ext>
            </a:extLst>
          </p:cNvPr>
          <p:cNvSpPr>
            <a:spLocks xmlns:a="http://schemas.openxmlformats.org/drawingml/2006/main" noGrp="1"/>
          </p:cNvSpPr>
          <p:nvPr/>
        </p:nvSpPr>
        <p:spPr>
          <a:xfrm xmlns:a="http://schemas.openxmlformats.org/drawingml/2006/main">
            <a:off x="96964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clip-grid-1-1">
            <a:extLst xmlns:a="http://schemas.openxmlformats.org/drawingml/2006/main">
              <a:ext uri="{FF2B5EF4-FFF2-40B4-BE49-F238E27FC236}">
                <a16:creationId xmlns:a16="http://schemas.microsoft.com/office/drawing/2014/main" id="{7263DF15-1324-410B-B5A4-0EAF3D29CC04}"/>
              </a:ext>
            </a:extLst>
          </p:cNvPr>
          <p:cNvSpPr>
            <a:spLocks xmlns:a="http://schemas.openxmlformats.org/drawingml/2006/main" noGrp="1"/>
          </p:cNvSpPr>
          <p:nvPr/>
        </p:nvSpPr>
        <p:spPr>
          <a:xfrm xmlns:a="http://schemas.openxmlformats.org/drawingml/2006/main">
            <a:off x="993457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clip-grid-1-2">
            <a:extLst xmlns:a="http://schemas.openxmlformats.org/drawingml/2006/main">
              <a:ext uri="{FF2B5EF4-FFF2-40B4-BE49-F238E27FC236}">
                <a16:creationId xmlns:a16="http://schemas.microsoft.com/office/drawing/2014/main" id="{2B3B7608-D7E9-4092-B2BF-16E3EE15A796}"/>
              </a:ext>
            </a:extLst>
          </p:cNvPr>
          <p:cNvSpPr>
            <a:spLocks xmlns:a="http://schemas.openxmlformats.org/drawingml/2006/main" noGrp="1"/>
          </p:cNvSpPr>
          <p:nvPr/>
        </p:nvSpPr>
        <p:spPr>
          <a:xfrm xmlns:a="http://schemas.openxmlformats.org/drawingml/2006/main">
            <a:off x="1017270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clip-grid-1-3">
            <a:extLst xmlns:a="http://schemas.openxmlformats.org/drawingml/2006/main">
              <a:ext uri="{FF2B5EF4-FFF2-40B4-BE49-F238E27FC236}">
                <a16:creationId xmlns:a16="http://schemas.microsoft.com/office/drawing/2014/main" id="{F8B6E4CF-D49B-45A8-9C0B-D50E43D14E88}"/>
              </a:ext>
            </a:extLst>
          </p:cNvPr>
          <p:cNvSpPr>
            <a:spLocks xmlns:a="http://schemas.openxmlformats.org/drawingml/2006/main" noGrp="1"/>
          </p:cNvSpPr>
          <p:nvPr/>
        </p:nvSpPr>
        <p:spPr>
          <a:xfrm xmlns:a="http://schemas.openxmlformats.org/drawingml/2006/main">
            <a:off x="1041082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clip-grid-1-4">
            <a:extLst xmlns:a="http://schemas.openxmlformats.org/drawingml/2006/main">
              <a:ext uri="{FF2B5EF4-FFF2-40B4-BE49-F238E27FC236}">
                <a16:creationId xmlns:a16="http://schemas.microsoft.com/office/drawing/2014/main" id="{C2AB3312-DF77-4C3D-8C7C-75A251E2FB42}"/>
              </a:ext>
            </a:extLst>
          </p:cNvPr>
          <p:cNvSpPr>
            <a:spLocks xmlns:a="http://schemas.openxmlformats.org/drawingml/2006/main" noGrp="1"/>
          </p:cNvSpPr>
          <p:nvPr/>
        </p:nvSpPr>
        <p:spPr>
          <a:xfrm xmlns:a="http://schemas.openxmlformats.org/drawingml/2006/main">
            <a:off x="106489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clip-grid-2-0">
            <a:extLst xmlns:a="http://schemas.openxmlformats.org/drawingml/2006/main">
              <a:ext uri="{FF2B5EF4-FFF2-40B4-BE49-F238E27FC236}">
                <a16:creationId xmlns:a16="http://schemas.microsoft.com/office/drawing/2014/main" id="{8B2D516C-954F-45D4-A415-B3868A24819F}"/>
              </a:ext>
            </a:extLst>
          </p:cNvPr>
          <p:cNvSpPr>
            <a:spLocks xmlns:a="http://schemas.openxmlformats.org/drawingml/2006/main" noGrp="1"/>
          </p:cNvSpPr>
          <p:nvPr/>
        </p:nvSpPr>
        <p:spPr>
          <a:xfrm xmlns:a="http://schemas.openxmlformats.org/drawingml/2006/main">
            <a:off x="96964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clip-grid-2-1">
            <a:extLst xmlns:a="http://schemas.openxmlformats.org/drawingml/2006/main">
              <a:ext uri="{FF2B5EF4-FFF2-40B4-BE49-F238E27FC236}">
                <a16:creationId xmlns:a16="http://schemas.microsoft.com/office/drawing/2014/main" id="{144BACF3-E01B-43B8-9A64-42AB8A96985A}"/>
              </a:ext>
            </a:extLst>
          </p:cNvPr>
          <p:cNvSpPr>
            <a:spLocks xmlns:a="http://schemas.openxmlformats.org/drawingml/2006/main" noGrp="1"/>
          </p:cNvSpPr>
          <p:nvPr/>
        </p:nvSpPr>
        <p:spPr>
          <a:xfrm xmlns:a="http://schemas.openxmlformats.org/drawingml/2006/main">
            <a:off x="993457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clip-grid-2-2">
            <a:extLst xmlns:a="http://schemas.openxmlformats.org/drawingml/2006/main">
              <a:ext uri="{FF2B5EF4-FFF2-40B4-BE49-F238E27FC236}">
                <a16:creationId xmlns:a16="http://schemas.microsoft.com/office/drawing/2014/main" id="{036F9443-4A10-45D4-8FD1-E14F083EBCEE}"/>
              </a:ext>
            </a:extLst>
          </p:cNvPr>
          <p:cNvSpPr>
            <a:spLocks xmlns:a="http://schemas.openxmlformats.org/drawingml/2006/main" noGrp="1"/>
          </p:cNvSpPr>
          <p:nvPr/>
        </p:nvSpPr>
        <p:spPr>
          <a:xfrm xmlns:a="http://schemas.openxmlformats.org/drawingml/2006/main">
            <a:off x="1017270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clip-grid-2-3">
            <a:extLst xmlns:a="http://schemas.openxmlformats.org/drawingml/2006/main">
              <a:ext uri="{FF2B5EF4-FFF2-40B4-BE49-F238E27FC236}">
                <a16:creationId xmlns:a16="http://schemas.microsoft.com/office/drawing/2014/main" id="{B241C4CF-3910-4C85-B868-6997467962E9}"/>
              </a:ext>
            </a:extLst>
          </p:cNvPr>
          <p:cNvSpPr>
            <a:spLocks xmlns:a="http://schemas.openxmlformats.org/drawingml/2006/main" noGrp="1"/>
          </p:cNvSpPr>
          <p:nvPr/>
        </p:nvSpPr>
        <p:spPr>
          <a:xfrm xmlns:a="http://schemas.openxmlformats.org/drawingml/2006/main">
            <a:off x="1041082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clip-grid-2-4">
            <a:extLst xmlns:a="http://schemas.openxmlformats.org/drawingml/2006/main">
              <a:ext uri="{FF2B5EF4-FFF2-40B4-BE49-F238E27FC236}">
                <a16:creationId xmlns:a16="http://schemas.microsoft.com/office/drawing/2014/main" id="{C45B9D0B-7B0C-4645-86A0-EAF111DA2677}"/>
              </a:ext>
            </a:extLst>
          </p:cNvPr>
          <p:cNvSpPr>
            <a:spLocks xmlns:a="http://schemas.openxmlformats.org/drawingml/2006/main" noGrp="1"/>
          </p:cNvSpPr>
          <p:nvPr/>
        </p:nvSpPr>
        <p:spPr>
          <a:xfrm xmlns:a="http://schemas.openxmlformats.org/drawingml/2006/main">
            <a:off x="106489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clip-grid-3-0">
            <a:extLst xmlns:a="http://schemas.openxmlformats.org/drawingml/2006/main">
              <a:ext uri="{FF2B5EF4-FFF2-40B4-BE49-F238E27FC236}">
                <a16:creationId xmlns:a16="http://schemas.microsoft.com/office/drawing/2014/main" id="{7B971CEC-2136-4E41-BB72-6A5DF4D6A1E5}"/>
              </a:ext>
            </a:extLst>
          </p:cNvPr>
          <p:cNvSpPr>
            <a:spLocks xmlns:a="http://schemas.openxmlformats.org/drawingml/2006/main" noGrp="1"/>
          </p:cNvSpPr>
          <p:nvPr/>
        </p:nvSpPr>
        <p:spPr>
          <a:xfrm xmlns:a="http://schemas.openxmlformats.org/drawingml/2006/main">
            <a:off x="96964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clip-grid-3-1">
            <a:extLst xmlns:a="http://schemas.openxmlformats.org/drawingml/2006/main">
              <a:ext uri="{FF2B5EF4-FFF2-40B4-BE49-F238E27FC236}">
                <a16:creationId xmlns:a16="http://schemas.microsoft.com/office/drawing/2014/main" id="{126E61AF-4527-4886-9F73-7A7FC52BC77C}"/>
              </a:ext>
            </a:extLst>
          </p:cNvPr>
          <p:cNvSpPr>
            <a:spLocks xmlns:a="http://schemas.openxmlformats.org/drawingml/2006/main" noGrp="1"/>
          </p:cNvSpPr>
          <p:nvPr/>
        </p:nvSpPr>
        <p:spPr>
          <a:xfrm xmlns:a="http://schemas.openxmlformats.org/drawingml/2006/main">
            <a:off x="993457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clip-grid-3-2">
            <a:extLst xmlns:a="http://schemas.openxmlformats.org/drawingml/2006/main">
              <a:ext uri="{FF2B5EF4-FFF2-40B4-BE49-F238E27FC236}">
                <a16:creationId xmlns:a16="http://schemas.microsoft.com/office/drawing/2014/main" id="{53997CAB-44FE-4061-9F43-9230C6AA9236}"/>
              </a:ext>
            </a:extLst>
          </p:cNvPr>
          <p:cNvSpPr>
            <a:spLocks xmlns:a="http://schemas.openxmlformats.org/drawingml/2006/main" noGrp="1"/>
          </p:cNvSpPr>
          <p:nvPr/>
        </p:nvSpPr>
        <p:spPr>
          <a:xfrm xmlns:a="http://schemas.openxmlformats.org/drawingml/2006/main">
            <a:off x="1017270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clip-grid-3-3">
            <a:extLst xmlns:a="http://schemas.openxmlformats.org/drawingml/2006/main">
              <a:ext uri="{FF2B5EF4-FFF2-40B4-BE49-F238E27FC236}">
                <a16:creationId xmlns:a16="http://schemas.microsoft.com/office/drawing/2014/main" id="{A3F4968A-CC6E-4743-ADF6-CE98F3C878AC}"/>
              </a:ext>
            </a:extLst>
          </p:cNvPr>
          <p:cNvSpPr>
            <a:spLocks xmlns:a="http://schemas.openxmlformats.org/drawingml/2006/main" noGrp="1"/>
          </p:cNvSpPr>
          <p:nvPr/>
        </p:nvSpPr>
        <p:spPr>
          <a:xfrm xmlns:a="http://schemas.openxmlformats.org/drawingml/2006/main">
            <a:off x="1041082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clip-grid-3-4">
            <a:extLst xmlns:a="http://schemas.openxmlformats.org/drawingml/2006/main">
              <a:ext uri="{FF2B5EF4-FFF2-40B4-BE49-F238E27FC236}">
                <a16:creationId xmlns:a16="http://schemas.microsoft.com/office/drawing/2014/main" id="{CF9AA429-9CF6-4637-8C85-C399B63E3339}"/>
              </a:ext>
            </a:extLst>
          </p:cNvPr>
          <p:cNvSpPr>
            <a:spLocks xmlns:a="http://schemas.openxmlformats.org/drawingml/2006/main" noGrp="1"/>
          </p:cNvSpPr>
          <p:nvPr/>
        </p:nvSpPr>
        <p:spPr>
          <a:xfrm xmlns:a="http://schemas.openxmlformats.org/drawingml/2006/main">
            <a:off x="106489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clip-grid-4-0">
            <a:extLst xmlns:a="http://schemas.openxmlformats.org/drawingml/2006/main">
              <a:ext uri="{FF2B5EF4-FFF2-40B4-BE49-F238E27FC236}">
                <a16:creationId xmlns:a16="http://schemas.microsoft.com/office/drawing/2014/main" id="{2C36585E-5B2D-44AD-8118-CE6CDAD22655}"/>
              </a:ext>
            </a:extLst>
          </p:cNvPr>
          <p:cNvSpPr>
            <a:spLocks xmlns:a="http://schemas.openxmlformats.org/drawingml/2006/main" noGrp="1"/>
          </p:cNvSpPr>
          <p:nvPr/>
        </p:nvSpPr>
        <p:spPr>
          <a:xfrm xmlns:a="http://schemas.openxmlformats.org/drawingml/2006/main">
            <a:off x="96964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clip-grid-4-1">
            <a:extLst xmlns:a="http://schemas.openxmlformats.org/drawingml/2006/main">
              <a:ext uri="{FF2B5EF4-FFF2-40B4-BE49-F238E27FC236}">
                <a16:creationId xmlns:a16="http://schemas.microsoft.com/office/drawing/2014/main" id="{FEB8F30B-8D9C-4A23-B081-0EB6794E7E97}"/>
              </a:ext>
            </a:extLst>
          </p:cNvPr>
          <p:cNvSpPr>
            <a:spLocks xmlns:a="http://schemas.openxmlformats.org/drawingml/2006/main" noGrp="1"/>
          </p:cNvSpPr>
          <p:nvPr/>
        </p:nvSpPr>
        <p:spPr>
          <a:xfrm xmlns:a="http://schemas.openxmlformats.org/drawingml/2006/main">
            <a:off x="993457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clip-grid-4-2">
            <a:extLst xmlns:a="http://schemas.openxmlformats.org/drawingml/2006/main">
              <a:ext uri="{FF2B5EF4-FFF2-40B4-BE49-F238E27FC236}">
                <a16:creationId xmlns:a16="http://schemas.microsoft.com/office/drawing/2014/main" id="{C20459A1-7CD5-4E9A-B732-3EAFA03D030D}"/>
              </a:ext>
            </a:extLst>
          </p:cNvPr>
          <p:cNvSpPr>
            <a:spLocks xmlns:a="http://schemas.openxmlformats.org/drawingml/2006/main" noGrp="1"/>
          </p:cNvSpPr>
          <p:nvPr/>
        </p:nvSpPr>
        <p:spPr>
          <a:xfrm xmlns:a="http://schemas.openxmlformats.org/drawingml/2006/main">
            <a:off x="1017270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clip-grid-4-3">
            <a:extLst xmlns:a="http://schemas.openxmlformats.org/drawingml/2006/main">
              <a:ext uri="{FF2B5EF4-FFF2-40B4-BE49-F238E27FC236}">
                <a16:creationId xmlns:a16="http://schemas.microsoft.com/office/drawing/2014/main" id="{972F520D-E6CD-4D93-BE27-C5D59947A940}"/>
              </a:ext>
            </a:extLst>
          </p:cNvPr>
          <p:cNvSpPr>
            <a:spLocks xmlns:a="http://schemas.openxmlformats.org/drawingml/2006/main" noGrp="1"/>
          </p:cNvSpPr>
          <p:nvPr/>
        </p:nvSpPr>
        <p:spPr>
          <a:xfrm xmlns:a="http://schemas.openxmlformats.org/drawingml/2006/main">
            <a:off x="1041082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clip-grid-4-4">
            <a:extLst xmlns:a="http://schemas.openxmlformats.org/drawingml/2006/main">
              <a:ext uri="{FF2B5EF4-FFF2-40B4-BE49-F238E27FC236}">
                <a16:creationId xmlns:a16="http://schemas.microsoft.com/office/drawing/2014/main" id="{119BBB1F-9E9A-427D-AA26-1C72D3FCA0C5}"/>
              </a:ext>
            </a:extLst>
          </p:cNvPr>
          <p:cNvSpPr>
            <a:spLocks xmlns:a="http://schemas.openxmlformats.org/drawingml/2006/main" noGrp="1"/>
          </p:cNvSpPr>
          <p:nvPr/>
        </p:nvSpPr>
        <p:spPr>
          <a:xfrm xmlns:a="http://schemas.openxmlformats.org/drawingml/2006/main">
            <a:off x="106489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127" name=""/>
          <p:cNvCxnSpPr>
            <a:stCxn xmlns:a="http://schemas.openxmlformats.org/drawingml/2006/main" id="5" idx="3"/>
            <a:endCxn xmlns:a="http://schemas.openxmlformats.org/drawingml/2006/main" id="12" idx="1"/>
          </p:cNvCxnSpPr>
          <p:nvPr/>
        </p:nvCxnSpPr>
        <p:spPr>
          <a:xfrm xmlns:a="http://schemas.openxmlformats.org/drawingml/2006/main" flipV="1">
            <a:off x="8715375" y="2400300"/>
            <a:ext cx="981075"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128" name=""/>
          <p:cNvCxnSpPr>
            <a:stCxn xmlns:a="http://schemas.openxmlformats.org/drawingml/2006/main" id="7" idx="3"/>
            <a:endCxn xmlns:a="http://schemas.openxmlformats.org/drawingml/2006/main" id="33" idx="1"/>
          </p:cNvCxnSpPr>
          <p:nvPr/>
        </p:nvCxnSpPr>
        <p:spPr>
          <a:xfrm xmlns:a="http://schemas.openxmlformats.org/drawingml/2006/main" flipV="1">
            <a:off x="8715375" y="5119688"/>
            <a:ext cx="981075" cy="476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61" name="dino-tensor">
            <a:extLst xmlns:a="http://schemas.openxmlformats.org/drawingml/2006/main">
              <a:ext uri="{FF2B5EF4-FFF2-40B4-BE49-F238E27FC236}">
                <a16:creationId xmlns:a16="http://schemas.microsoft.com/office/drawing/2014/main" id="{4DCF94AB-A255-41F6-BEE9-64673B131D80}"/>
              </a:ext>
            </a:extLst>
          </p:cNvPr>
          <p:cNvSpPr>
            <a:spLocks xmlns:a="http://schemas.openxmlformats.org/drawingml/2006/main" noGrp="1"/>
          </p:cNvSpPr>
          <p:nvPr/>
        </p:nvSpPr>
        <p:spPr>
          <a:xfrm xmlns:a="http://schemas.openxmlformats.org/drawingml/2006/main">
            <a:off x="9001125" y="3171825"/>
            <a:ext cx="39814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0" i="0" baseline="-25000">
                <a:latin typeface="Cambria"/>
                <a:ea typeface="Cambria"/>
                <a:cs typeface="Cambria"/>
              </a:rPr>
              <a:t>D</a:t>
            </a:r>
            <a:r>
              <a:rPr sz="2250">
                <a:latin typeface="Cambria"/>
                <a:ea typeface="Cambria"/>
                <a:cs typeface="Cambria"/>
              </a:rPr>
              <a:t>: </a:t>
            </a: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r>
              <a:rPr sz="2250">
                <a:latin typeface="Cambria"/>
                <a:ea typeface="Cambria"/>
                <a:cs typeface="Cambria"/>
              </a:rPr>
              <a:t> × 768</a:t>
            </a:r>
          </a:p>
        </p:txBody>
      </p:sp>
      <p:sp>
        <p:nvSpPr>
          <p:cNvPr id="62" name="clip-tensor">
            <a:extLst xmlns:a="http://schemas.openxmlformats.org/drawingml/2006/main">
              <a:ext uri="{FF2B5EF4-FFF2-40B4-BE49-F238E27FC236}">
                <a16:creationId xmlns:a16="http://schemas.microsoft.com/office/drawing/2014/main" id="{45CA42B0-E75D-4FC7-BB7B-5F19137CEE62}"/>
              </a:ext>
            </a:extLst>
          </p:cNvPr>
          <p:cNvSpPr>
            <a:spLocks xmlns:a="http://schemas.openxmlformats.org/drawingml/2006/main" noGrp="1"/>
          </p:cNvSpPr>
          <p:nvPr/>
        </p:nvSpPr>
        <p:spPr>
          <a:xfrm xmlns:a="http://schemas.openxmlformats.org/drawingml/2006/main">
            <a:off x="8982075" y="5915025"/>
            <a:ext cx="40195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0" i="0" baseline="-25000">
                <a:latin typeface="Cambria"/>
                <a:ea typeface="Cambria"/>
                <a:cs typeface="Cambria"/>
              </a:rPr>
              <a:t>C</a:t>
            </a:r>
            <a:r>
              <a:rPr sz="2250">
                <a:latin typeface="Cambria"/>
                <a:ea typeface="Cambria"/>
                <a:cs typeface="Cambria"/>
              </a:rPr>
              <a:t>: </a:t>
            </a:r>
            <a:r>
              <a:rPr sz="2250">
                <a:latin typeface="Cambria"/>
                <a:ea typeface="Cambria"/>
                <a:cs typeface="Cambria"/>
              </a:rPr>
              <a:t>37 × 37 × 768</a:t>
            </a:r>
          </a:p>
        </p:txBody>
      </p:sp>
      <p:sp>
        <p:nvSpPr>
          <p:cNvPr id="63" name="layer-selected">
            <a:extLst xmlns:a="http://schemas.openxmlformats.org/drawingml/2006/main">
              <a:ext uri="{FF2B5EF4-FFF2-40B4-BE49-F238E27FC236}">
                <a16:creationId xmlns:a16="http://schemas.microsoft.com/office/drawing/2014/main" id="{05918E76-6319-4400-B6D8-BE45A9ECD9CC}"/>
              </a:ext>
            </a:extLst>
          </p:cNvPr>
          <p:cNvSpPr>
            <a:spLocks xmlns:a="http://schemas.openxmlformats.org/drawingml/2006/main" noGrp="1"/>
          </p:cNvSpPr>
          <p:nvPr/>
        </p:nvSpPr>
        <p:spPr>
          <a:xfrm xmlns:a="http://schemas.openxmlformats.org/drawingml/2006/main">
            <a:off x="9267825" y="4029075"/>
            <a:ext cx="322897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Layer 24 retained</a:t>
            </a:r>
          </a:p>
        </p:txBody>
      </p:sp>
      <p:sp>
        <p:nvSpPr>
          <p:cNvPr id="64" name="dino-grid-desc">
            <a:extLst xmlns:a="http://schemas.openxmlformats.org/drawingml/2006/main">
              <a:ext uri="{FF2B5EF4-FFF2-40B4-BE49-F238E27FC236}">
                <a16:creationId xmlns:a16="http://schemas.microsoft.com/office/drawing/2014/main" id="{8E9C306D-A567-4C8D-A6FA-D9B80E31BF01}"/>
              </a:ext>
            </a:extLst>
          </p:cNvPr>
          <p:cNvSpPr>
            <a:spLocks xmlns:a="http://schemas.openxmlformats.org/drawingml/2006/main" noGrp="1"/>
          </p:cNvSpPr>
          <p:nvPr/>
        </p:nvSpPr>
        <p:spPr>
          <a:xfrm xmlns:a="http://schemas.openxmlformats.org/drawingml/2006/main">
            <a:off x="9067800" y="1295400"/>
            <a:ext cx="346710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DINO reference grid</a:t>
            </a:r>
          </a:p>
        </p:txBody>
      </p:sp>
      <p:sp>
        <p:nvSpPr>
          <p:cNvPr id="65" name="dino-sizing">
            <a:extLst xmlns:a="http://schemas.openxmlformats.org/drawingml/2006/main">
              <a:ext uri="{FF2B5EF4-FFF2-40B4-BE49-F238E27FC236}">
                <a16:creationId xmlns:a16="http://schemas.microsoft.com/office/drawing/2014/main" id="{2C278AC6-2029-42E9-8EAD-51247ABA6B34}"/>
              </a:ext>
            </a:extLst>
          </p:cNvPr>
          <p:cNvSpPr>
            <a:spLocks xmlns:a="http://schemas.openxmlformats.org/drawingml/2006/main" noGrp="1"/>
          </p:cNvSpPr>
          <p:nvPr/>
        </p:nvSpPr>
        <p:spPr>
          <a:xfrm xmlns:a="http://schemas.openxmlformats.org/drawingml/2006/main">
            <a:off x="6029325" y="3343275"/>
            <a:ext cx="29051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875" b="0">
                <a:solidFill>
                  <a:srgbClr val="52606B"/>
                </a:solidFill>
                <a:latin typeface="Arial"/>
                <a:ea typeface="Arial"/>
                <a:cs typeface="Arial"/>
              </a:defRPr>
            </a:pPr>
            <a:r>
              <a:rPr sz="1875" b="0">
                <a:solidFill>
                  <a:srgbClr val="52606B"/>
                </a:solidFill>
                <a:latin typeface="Arial"/>
                <a:ea typeface="Arial"/>
                <a:cs typeface="Arial"/>
              </a:rPr>
              <a:t>Shorter grid dimension: 32</a:t>
            </a:r>
          </a:p>
        </p:txBody>
      </p:sp>
      <p:sp>
        <p:nvSpPr>
          <p:cNvPr id="66" name="dpam-setting">
            <a:extLst xmlns:a="http://schemas.openxmlformats.org/drawingml/2006/main">
              <a:ext uri="{FF2B5EF4-FFF2-40B4-BE49-F238E27FC236}">
                <a16:creationId xmlns:a16="http://schemas.microsoft.com/office/drawing/2014/main" id="{EE415C61-48CE-4D90-9AE3-5E1666B7BE04}"/>
              </a:ext>
            </a:extLst>
          </p:cNvPr>
          <p:cNvSpPr>
            <a:spLocks xmlns:a="http://schemas.openxmlformats.org/drawingml/2006/main" noGrp="1"/>
          </p:cNvSpPr>
          <p:nvPr/>
        </p:nvSpPr>
        <p:spPr>
          <a:xfrm xmlns:a="http://schemas.openxmlformats.org/drawingml/2006/main">
            <a:off x="5981700" y="5915025"/>
            <a:ext cx="28670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DPAM_layer = 20</a:t>
            </a:r>
          </a:p>
        </p:txBody>
      </p:sp>
      <p:sp>
        <p:nvSpPr>
          <p:cNvPr id="67" name="rule-4">
            <a:extLst xmlns:a="http://schemas.openxmlformats.org/drawingml/2006/main">
              <a:ext uri="{FF2B5EF4-FFF2-40B4-BE49-F238E27FC236}">
                <a16:creationId xmlns:a16="http://schemas.microsoft.com/office/drawing/2014/main" id="{909CED41-69E2-42AD-9839-FE7602B463C0}"/>
              </a:ext>
            </a:extLst>
          </p:cNvPr>
          <p:cNvSpPr>
            <a:spLocks xmlns:a="http://schemas.openxmlformats.org/drawingml/2006/main" noGrp="1"/>
          </p:cNvSpPr>
          <p:nvPr/>
        </p:nvSpPr>
        <p:spPr>
          <a:xfrm xmlns:a="http://schemas.openxmlformats.org/drawingml/2006/main">
            <a:off x="342900" y="676275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68" name="encoder-boundary">
            <a:extLst xmlns:a="http://schemas.openxmlformats.org/drawingml/2006/main">
              <a:ext uri="{FF2B5EF4-FFF2-40B4-BE49-F238E27FC236}">
                <a16:creationId xmlns:a16="http://schemas.microsoft.com/office/drawing/2014/main" id="{0E1A936A-81E8-407A-8FEE-EAEA165DBB10}"/>
              </a:ext>
            </a:extLst>
          </p:cNvPr>
          <p:cNvSpPr>
            <a:spLocks xmlns:a="http://schemas.openxmlformats.org/drawingml/2006/main" noGrp="1"/>
          </p:cNvSpPr>
          <p:nvPr/>
        </p:nvSpPr>
        <p:spPr>
          <a:xfrm xmlns:a="http://schemas.openxmlformats.org/drawingml/2006/main">
            <a:off x="342900" y="6991350"/>
            <a:ext cx="1263967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Arial"/>
                <a:ea typeface="Arial"/>
                <a:cs typeface="Arial"/>
              </a:defRPr>
            </a:pPr>
            <a:r>
              <a:rPr sz="2175" b="0">
                <a:solidFill>
                  <a:srgbClr val="202832"/>
                </a:solidFill>
                <a:latin typeface="Arial"/>
                <a:ea typeface="Arial"/>
                <a:cs typeface="Arial"/>
              </a:rPr>
              <a:t>Frozen visual encoders. No text prompts or text encoder at inference.</a:t>
            </a:r>
          </a:p>
        </p:txBody>
      </p:sp>
    </p:spTree>
    <p:extLst>
      <p:ext uri="{BB962C8B-B14F-4D97-AF65-F5344CB8AC3E}">
        <p14:creationId xmlns:p14="http://schemas.microsoft.com/office/powerpoint/2010/main" val="10688310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 name="title">
            <a:extLst xmlns:a="http://schemas.openxmlformats.org/drawingml/2006/main">
              <a:ext uri="{FF2B5EF4-FFF2-40B4-BE49-F238E27FC236}">
                <a16:creationId xmlns:a16="http://schemas.microsoft.com/office/drawing/2014/main" id="{6238AD24-8AEE-42D7-8268-B356B30089F3}"/>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Spatial calibration and fixed feature fusion</a:t>
            </a:r>
          </a:p>
        </p:txBody>
      </p:sp>
      <p:sp>
        <p:nvSpPr>
          <p:cNvPr id="2" name="spatial-heading">
            <a:extLst xmlns:a="http://schemas.openxmlformats.org/drawingml/2006/main">
              <a:ext uri="{FF2B5EF4-FFF2-40B4-BE49-F238E27FC236}">
                <a16:creationId xmlns:a16="http://schemas.microsoft.com/office/drawing/2014/main" id="{C44813BE-EC0C-4CA7-937B-B3AB5FF1952C}"/>
              </a:ext>
            </a:extLst>
          </p:cNvPr>
          <p:cNvSpPr>
            <a:spLocks xmlns:a="http://schemas.openxmlformats.org/drawingml/2006/main" noGrp="1"/>
          </p:cNvSpPr>
          <p:nvPr/>
        </p:nvSpPr>
        <p:spPr>
          <a:xfrm xmlns:a="http://schemas.openxmlformats.org/drawingml/2006/main">
            <a:off x="342900" y="847725"/>
            <a:ext cx="3857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Spatial calibration</a:t>
            </a:r>
          </a:p>
        </p:txBody>
      </p:sp>
      <p:sp>
        <p:nvSpPr>
          <p:cNvPr id="3" name="dino-grid-heading">
            <a:extLst xmlns:a="http://schemas.openxmlformats.org/drawingml/2006/main">
              <a:ext uri="{FF2B5EF4-FFF2-40B4-BE49-F238E27FC236}">
                <a16:creationId xmlns:a16="http://schemas.microsoft.com/office/drawing/2014/main" id="{2A7A777D-2F68-436C-84DA-D547CDA19C11}"/>
              </a:ext>
            </a:extLst>
          </p:cNvPr>
          <p:cNvSpPr>
            <a:spLocks xmlns:a="http://schemas.openxmlformats.org/drawingml/2006/main" noGrp="1"/>
          </p:cNvSpPr>
          <p:nvPr/>
        </p:nvSpPr>
        <p:spPr>
          <a:xfrm xmlns:a="http://schemas.openxmlformats.org/drawingml/2006/main">
            <a:off x="342900" y="1495425"/>
            <a:ext cx="2133600"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DINO grid</a:t>
            </a:r>
          </a:p>
        </p:txBody>
      </p:sp>
      <p:sp>
        <p:nvSpPr>
          <p:cNvPr id="4" name="target-grid-anchor">
            <a:extLst xmlns:a="http://schemas.openxmlformats.org/drawingml/2006/main">
              <a:ext uri="{FF2B5EF4-FFF2-40B4-BE49-F238E27FC236}">
                <a16:creationId xmlns:a16="http://schemas.microsoft.com/office/drawing/2014/main" id="{5BBEC19A-3A1E-4A3A-8950-4BDF5BE1995D}"/>
              </a:ext>
            </a:extLst>
          </p:cNvPr>
          <p:cNvSpPr>
            <a:spLocks xmlns:a="http://schemas.openxmlformats.org/drawingml/2006/main" noGrp="1"/>
          </p:cNvSpPr>
          <p:nvPr/>
        </p:nvSpPr>
        <p:spPr>
          <a:xfrm xmlns:a="http://schemas.openxmlformats.org/drawingml/2006/main">
            <a:off x="685800"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5" name="target-grid-0-0">
            <a:extLst xmlns:a="http://schemas.openxmlformats.org/drawingml/2006/main">
              <a:ext uri="{FF2B5EF4-FFF2-40B4-BE49-F238E27FC236}">
                <a16:creationId xmlns:a16="http://schemas.microsoft.com/office/drawing/2014/main" id="{218E98EF-ABD8-4A06-97F8-1E09086A9335}"/>
              </a:ext>
            </a:extLst>
          </p:cNvPr>
          <p:cNvSpPr>
            <a:spLocks xmlns:a="http://schemas.openxmlformats.org/drawingml/2006/main" noGrp="1"/>
          </p:cNvSpPr>
          <p:nvPr/>
        </p:nvSpPr>
        <p:spPr>
          <a:xfrm xmlns:a="http://schemas.openxmlformats.org/drawingml/2006/main">
            <a:off x="6858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6" name="target-grid-0-1">
            <a:extLst xmlns:a="http://schemas.openxmlformats.org/drawingml/2006/main">
              <a:ext uri="{FF2B5EF4-FFF2-40B4-BE49-F238E27FC236}">
                <a16:creationId xmlns:a16="http://schemas.microsoft.com/office/drawing/2014/main" id="{E8921692-4DD8-4210-A663-E5A8CFEA03B5}"/>
              </a:ext>
            </a:extLst>
          </p:cNvPr>
          <p:cNvSpPr>
            <a:spLocks xmlns:a="http://schemas.openxmlformats.org/drawingml/2006/main" noGrp="1"/>
          </p:cNvSpPr>
          <p:nvPr/>
        </p:nvSpPr>
        <p:spPr>
          <a:xfrm xmlns:a="http://schemas.openxmlformats.org/drawingml/2006/main">
            <a:off x="9334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7" name="target-grid-0-2">
            <a:extLst xmlns:a="http://schemas.openxmlformats.org/drawingml/2006/main">
              <a:ext uri="{FF2B5EF4-FFF2-40B4-BE49-F238E27FC236}">
                <a16:creationId xmlns:a16="http://schemas.microsoft.com/office/drawing/2014/main" id="{2EA2AC15-C0DA-4784-8D71-F44A6F29A02F}"/>
              </a:ext>
            </a:extLst>
          </p:cNvPr>
          <p:cNvSpPr>
            <a:spLocks xmlns:a="http://schemas.openxmlformats.org/drawingml/2006/main" noGrp="1"/>
          </p:cNvSpPr>
          <p:nvPr/>
        </p:nvSpPr>
        <p:spPr>
          <a:xfrm xmlns:a="http://schemas.openxmlformats.org/drawingml/2006/main">
            <a:off x="11811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8" name="target-grid-0-3">
            <a:extLst xmlns:a="http://schemas.openxmlformats.org/drawingml/2006/main">
              <a:ext uri="{FF2B5EF4-FFF2-40B4-BE49-F238E27FC236}">
                <a16:creationId xmlns:a16="http://schemas.microsoft.com/office/drawing/2014/main" id="{3EB5B502-157C-4E38-BC49-FCB93A6A6F0A}"/>
              </a:ext>
            </a:extLst>
          </p:cNvPr>
          <p:cNvSpPr>
            <a:spLocks xmlns:a="http://schemas.openxmlformats.org/drawingml/2006/main" noGrp="1"/>
          </p:cNvSpPr>
          <p:nvPr/>
        </p:nvSpPr>
        <p:spPr>
          <a:xfrm xmlns:a="http://schemas.openxmlformats.org/drawingml/2006/main">
            <a:off x="14287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9" name="target-grid-0-4">
            <a:extLst xmlns:a="http://schemas.openxmlformats.org/drawingml/2006/main">
              <a:ext uri="{FF2B5EF4-FFF2-40B4-BE49-F238E27FC236}">
                <a16:creationId xmlns:a16="http://schemas.microsoft.com/office/drawing/2014/main" id="{67CEE69F-06FC-4B32-BBE3-67D97B4FAC3D}"/>
              </a:ext>
            </a:extLst>
          </p:cNvPr>
          <p:cNvSpPr>
            <a:spLocks xmlns:a="http://schemas.openxmlformats.org/drawingml/2006/main" noGrp="1"/>
          </p:cNvSpPr>
          <p:nvPr/>
        </p:nvSpPr>
        <p:spPr>
          <a:xfrm xmlns:a="http://schemas.openxmlformats.org/drawingml/2006/main">
            <a:off x="16764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0" name="target-grid-1-0">
            <a:extLst xmlns:a="http://schemas.openxmlformats.org/drawingml/2006/main">
              <a:ext uri="{FF2B5EF4-FFF2-40B4-BE49-F238E27FC236}">
                <a16:creationId xmlns:a16="http://schemas.microsoft.com/office/drawing/2014/main" id="{35C29F25-531E-4A8B-ADEE-D834D8ED3F77}"/>
              </a:ext>
            </a:extLst>
          </p:cNvPr>
          <p:cNvSpPr>
            <a:spLocks xmlns:a="http://schemas.openxmlformats.org/drawingml/2006/main" noGrp="1"/>
          </p:cNvSpPr>
          <p:nvPr/>
        </p:nvSpPr>
        <p:spPr>
          <a:xfrm xmlns:a="http://schemas.openxmlformats.org/drawingml/2006/main">
            <a:off x="6858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1" name="target-grid-1-1">
            <a:extLst xmlns:a="http://schemas.openxmlformats.org/drawingml/2006/main">
              <a:ext uri="{FF2B5EF4-FFF2-40B4-BE49-F238E27FC236}">
                <a16:creationId xmlns:a16="http://schemas.microsoft.com/office/drawing/2014/main" id="{BCC10EA0-4458-4EDA-8FA4-42126A98DF7E}"/>
              </a:ext>
            </a:extLst>
          </p:cNvPr>
          <p:cNvSpPr>
            <a:spLocks xmlns:a="http://schemas.openxmlformats.org/drawingml/2006/main" noGrp="1"/>
          </p:cNvSpPr>
          <p:nvPr/>
        </p:nvSpPr>
        <p:spPr>
          <a:xfrm xmlns:a="http://schemas.openxmlformats.org/drawingml/2006/main">
            <a:off x="9334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2" name="target-grid-1-2">
            <a:extLst xmlns:a="http://schemas.openxmlformats.org/drawingml/2006/main">
              <a:ext uri="{FF2B5EF4-FFF2-40B4-BE49-F238E27FC236}">
                <a16:creationId xmlns:a16="http://schemas.microsoft.com/office/drawing/2014/main" id="{8ED8DE85-4138-46B0-B83B-EBF6CEA6513E}"/>
              </a:ext>
            </a:extLst>
          </p:cNvPr>
          <p:cNvSpPr>
            <a:spLocks xmlns:a="http://schemas.openxmlformats.org/drawingml/2006/main" noGrp="1"/>
          </p:cNvSpPr>
          <p:nvPr/>
        </p:nvSpPr>
        <p:spPr>
          <a:xfrm xmlns:a="http://schemas.openxmlformats.org/drawingml/2006/main">
            <a:off x="1181100" y="2247900"/>
            <a:ext cx="247650" cy="247650"/>
          </a:xfrm>
          <a:prstGeom xmlns:a="http://schemas.openxmlformats.org/drawingml/2006/main" prst="rect">
            <a:avLst/>
          </a:prstGeom>
          <a:solidFill xmlns:a="http://schemas.openxmlformats.org/drawingml/2006/main">
            <a:srgbClr val="537C9E"/>
          </a:solidFill>
          <a:ln xmlns:a="http://schemas.openxmlformats.org/drawingml/2006/main" w="8573">
            <a:solidFill>
              <a:srgbClr val="537C9E"/>
            </a:solidFill>
          </a:ln>
        </p:spPr>
      </p:sp>
      <p:sp>
        <p:nvSpPr>
          <p:cNvPr id="13" name="target-grid-1-3">
            <a:extLst xmlns:a="http://schemas.openxmlformats.org/drawingml/2006/main">
              <a:ext uri="{FF2B5EF4-FFF2-40B4-BE49-F238E27FC236}">
                <a16:creationId xmlns:a16="http://schemas.microsoft.com/office/drawing/2014/main" id="{CE2C767D-1377-4DCF-ACFA-3741C87A4C37}"/>
              </a:ext>
            </a:extLst>
          </p:cNvPr>
          <p:cNvSpPr>
            <a:spLocks xmlns:a="http://schemas.openxmlformats.org/drawingml/2006/main" noGrp="1"/>
          </p:cNvSpPr>
          <p:nvPr/>
        </p:nvSpPr>
        <p:spPr>
          <a:xfrm xmlns:a="http://schemas.openxmlformats.org/drawingml/2006/main">
            <a:off x="14287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target-grid-1-4">
            <a:extLst xmlns:a="http://schemas.openxmlformats.org/drawingml/2006/main">
              <a:ext uri="{FF2B5EF4-FFF2-40B4-BE49-F238E27FC236}">
                <a16:creationId xmlns:a16="http://schemas.microsoft.com/office/drawing/2014/main" id="{4AAC4224-584B-4077-84BB-6D2A0B24F773}"/>
              </a:ext>
            </a:extLst>
          </p:cNvPr>
          <p:cNvSpPr>
            <a:spLocks xmlns:a="http://schemas.openxmlformats.org/drawingml/2006/main" noGrp="1"/>
          </p:cNvSpPr>
          <p:nvPr/>
        </p:nvSpPr>
        <p:spPr>
          <a:xfrm xmlns:a="http://schemas.openxmlformats.org/drawingml/2006/main">
            <a:off x="16764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target-grid-2-0">
            <a:extLst xmlns:a="http://schemas.openxmlformats.org/drawingml/2006/main">
              <a:ext uri="{FF2B5EF4-FFF2-40B4-BE49-F238E27FC236}">
                <a16:creationId xmlns:a16="http://schemas.microsoft.com/office/drawing/2014/main" id="{177E230B-20AE-4A8B-AC50-B746B7B4CAF5}"/>
              </a:ext>
            </a:extLst>
          </p:cNvPr>
          <p:cNvSpPr>
            <a:spLocks xmlns:a="http://schemas.openxmlformats.org/drawingml/2006/main" noGrp="1"/>
          </p:cNvSpPr>
          <p:nvPr/>
        </p:nvSpPr>
        <p:spPr>
          <a:xfrm xmlns:a="http://schemas.openxmlformats.org/drawingml/2006/main">
            <a:off x="6858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target-grid-2-1">
            <a:extLst xmlns:a="http://schemas.openxmlformats.org/drawingml/2006/main">
              <a:ext uri="{FF2B5EF4-FFF2-40B4-BE49-F238E27FC236}">
                <a16:creationId xmlns:a16="http://schemas.microsoft.com/office/drawing/2014/main" id="{F2EE9795-6E0D-48E9-B681-952372B2D688}"/>
              </a:ext>
            </a:extLst>
          </p:cNvPr>
          <p:cNvSpPr>
            <a:spLocks xmlns:a="http://schemas.openxmlformats.org/drawingml/2006/main" noGrp="1"/>
          </p:cNvSpPr>
          <p:nvPr/>
        </p:nvSpPr>
        <p:spPr>
          <a:xfrm xmlns:a="http://schemas.openxmlformats.org/drawingml/2006/main">
            <a:off x="9334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target-grid-2-2">
            <a:extLst xmlns:a="http://schemas.openxmlformats.org/drawingml/2006/main">
              <a:ext uri="{FF2B5EF4-FFF2-40B4-BE49-F238E27FC236}">
                <a16:creationId xmlns:a16="http://schemas.microsoft.com/office/drawing/2014/main" id="{FCA5BA58-11F2-45E5-B775-5BFF928B5E0A}"/>
              </a:ext>
            </a:extLst>
          </p:cNvPr>
          <p:cNvSpPr>
            <a:spLocks xmlns:a="http://schemas.openxmlformats.org/drawingml/2006/main" noGrp="1"/>
          </p:cNvSpPr>
          <p:nvPr/>
        </p:nvSpPr>
        <p:spPr>
          <a:xfrm xmlns:a="http://schemas.openxmlformats.org/drawingml/2006/main">
            <a:off x="11811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target-grid-2-3">
            <a:extLst xmlns:a="http://schemas.openxmlformats.org/drawingml/2006/main">
              <a:ext uri="{FF2B5EF4-FFF2-40B4-BE49-F238E27FC236}">
                <a16:creationId xmlns:a16="http://schemas.microsoft.com/office/drawing/2014/main" id="{3F571CCC-4F34-4EAD-AD4F-4C8337B7C833}"/>
              </a:ext>
            </a:extLst>
          </p:cNvPr>
          <p:cNvSpPr>
            <a:spLocks xmlns:a="http://schemas.openxmlformats.org/drawingml/2006/main" noGrp="1"/>
          </p:cNvSpPr>
          <p:nvPr/>
        </p:nvSpPr>
        <p:spPr>
          <a:xfrm xmlns:a="http://schemas.openxmlformats.org/drawingml/2006/main">
            <a:off x="14287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target-grid-2-4">
            <a:extLst xmlns:a="http://schemas.openxmlformats.org/drawingml/2006/main">
              <a:ext uri="{FF2B5EF4-FFF2-40B4-BE49-F238E27FC236}">
                <a16:creationId xmlns:a16="http://schemas.microsoft.com/office/drawing/2014/main" id="{7BA2F6C9-8F54-4FB7-9DAE-CDF0E6414492}"/>
              </a:ext>
            </a:extLst>
          </p:cNvPr>
          <p:cNvSpPr>
            <a:spLocks xmlns:a="http://schemas.openxmlformats.org/drawingml/2006/main" noGrp="1"/>
          </p:cNvSpPr>
          <p:nvPr/>
        </p:nvSpPr>
        <p:spPr>
          <a:xfrm xmlns:a="http://schemas.openxmlformats.org/drawingml/2006/main">
            <a:off x="16764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target-grid-3-0">
            <a:extLst xmlns:a="http://schemas.openxmlformats.org/drawingml/2006/main">
              <a:ext uri="{FF2B5EF4-FFF2-40B4-BE49-F238E27FC236}">
                <a16:creationId xmlns:a16="http://schemas.microsoft.com/office/drawing/2014/main" id="{C0CCEA19-FCF9-4C88-A2A5-EBFAA813042F}"/>
              </a:ext>
            </a:extLst>
          </p:cNvPr>
          <p:cNvSpPr>
            <a:spLocks xmlns:a="http://schemas.openxmlformats.org/drawingml/2006/main" noGrp="1"/>
          </p:cNvSpPr>
          <p:nvPr/>
        </p:nvSpPr>
        <p:spPr>
          <a:xfrm xmlns:a="http://schemas.openxmlformats.org/drawingml/2006/main">
            <a:off x="6858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target-grid-3-1">
            <a:extLst xmlns:a="http://schemas.openxmlformats.org/drawingml/2006/main">
              <a:ext uri="{FF2B5EF4-FFF2-40B4-BE49-F238E27FC236}">
                <a16:creationId xmlns:a16="http://schemas.microsoft.com/office/drawing/2014/main" id="{B6B1690D-0764-4432-999C-DE839493589A}"/>
              </a:ext>
            </a:extLst>
          </p:cNvPr>
          <p:cNvSpPr>
            <a:spLocks xmlns:a="http://schemas.openxmlformats.org/drawingml/2006/main" noGrp="1"/>
          </p:cNvSpPr>
          <p:nvPr/>
        </p:nvSpPr>
        <p:spPr>
          <a:xfrm xmlns:a="http://schemas.openxmlformats.org/drawingml/2006/main">
            <a:off x="9334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target-grid-3-2">
            <a:extLst xmlns:a="http://schemas.openxmlformats.org/drawingml/2006/main">
              <a:ext uri="{FF2B5EF4-FFF2-40B4-BE49-F238E27FC236}">
                <a16:creationId xmlns:a16="http://schemas.microsoft.com/office/drawing/2014/main" id="{C8193432-FC66-4233-BD68-8E4568DE16AD}"/>
              </a:ext>
            </a:extLst>
          </p:cNvPr>
          <p:cNvSpPr>
            <a:spLocks xmlns:a="http://schemas.openxmlformats.org/drawingml/2006/main" noGrp="1"/>
          </p:cNvSpPr>
          <p:nvPr/>
        </p:nvSpPr>
        <p:spPr>
          <a:xfrm xmlns:a="http://schemas.openxmlformats.org/drawingml/2006/main">
            <a:off x="11811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target-grid-3-3">
            <a:extLst xmlns:a="http://schemas.openxmlformats.org/drawingml/2006/main">
              <a:ext uri="{FF2B5EF4-FFF2-40B4-BE49-F238E27FC236}">
                <a16:creationId xmlns:a16="http://schemas.microsoft.com/office/drawing/2014/main" id="{1D68D6FB-9DA4-4978-855A-A0A866A95AE0}"/>
              </a:ext>
            </a:extLst>
          </p:cNvPr>
          <p:cNvSpPr>
            <a:spLocks xmlns:a="http://schemas.openxmlformats.org/drawingml/2006/main" noGrp="1"/>
          </p:cNvSpPr>
          <p:nvPr/>
        </p:nvSpPr>
        <p:spPr>
          <a:xfrm xmlns:a="http://schemas.openxmlformats.org/drawingml/2006/main">
            <a:off x="14287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target-grid-3-4">
            <a:extLst xmlns:a="http://schemas.openxmlformats.org/drawingml/2006/main">
              <a:ext uri="{FF2B5EF4-FFF2-40B4-BE49-F238E27FC236}">
                <a16:creationId xmlns:a16="http://schemas.microsoft.com/office/drawing/2014/main" id="{D35144AC-914C-48DD-90E9-D9816F894BAB}"/>
              </a:ext>
            </a:extLst>
          </p:cNvPr>
          <p:cNvSpPr>
            <a:spLocks xmlns:a="http://schemas.openxmlformats.org/drawingml/2006/main" noGrp="1"/>
          </p:cNvSpPr>
          <p:nvPr/>
        </p:nvSpPr>
        <p:spPr>
          <a:xfrm xmlns:a="http://schemas.openxmlformats.org/drawingml/2006/main">
            <a:off x="16764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target-grid-dims">
            <a:extLst xmlns:a="http://schemas.openxmlformats.org/drawingml/2006/main">
              <a:ext uri="{FF2B5EF4-FFF2-40B4-BE49-F238E27FC236}">
                <a16:creationId xmlns:a16="http://schemas.microsoft.com/office/drawing/2014/main" id="{0CF724F3-E7BF-476A-B452-E7E0DA42EBA4}"/>
              </a:ext>
            </a:extLst>
          </p:cNvPr>
          <p:cNvSpPr>
            <a:spLocks xmlns:a="http://schemas.openxmlformats.org/drawingml/2006/main" noGrp="1"/>
          </p:cNvSpPr>
          <p:nvPr/>
        </p:nvSpPr>
        <p:spPr>
          <a:xfrm xmlns:a="http://schemas.openxmlformats.org/drawingml/2006/main">
            <a:off x="361950" y="3048000"/>
            <a:ext cx="2076450"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26" name="clip-grid-heading">
            <a:extLst xmlns:a="http://schemas.openxmlformats.org/drawingml/2006/main">
              <a:ext uri="{FF2B5EF4-FFF2-40B4-BE49-F238E27FC236}">
                <a16:creationId xmlns:a16="http://schemas.microsoft.com/office/drawing/2014/main" id="{7298E29F-6F7E-4EEE-9BE4-5807B6AF7046}"/>
              </a:ext>
            </a:extLst>
          </p:cNvPr>
          <p:cNvSpPr>
            <a:spLocks xmlns:a="http://schemas.openxmlformats.org/drawingml/2006/main" noGrp="1"/>
          </p:cNvSpPr>
          <p:nvPr/>
        </p:nvSpPr>
        <p:spPr>
          <a:xfrm xmlns:a="http://schemas.openxmlformats.org/drawingml/2006/main">
            <a:off x="3095625" y="1495425"/>
            <a:ext cx="20097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CLIP grid</a:t>
            </a:r>
          </a:p>
        </p:txBody>
      </p:sp>
      <p:sp>
        <p:nvSpPr>
          <p:cNvPr id="27" name="source-grid-anchor">
            <a:extLst xmlns:a="http://schemas.openxmlformats.org/drawingml/2006/main">
              <a:ext uri="{FF2B5EF4-FFF2-40B4-BE49-F238E27FC236}">
                <a16:creationId xmlns:a16="http://schemas.microsoft.com/office/drawing/2014/main" id="{57CC7086-645A-418C-B9EF-D991A766C118}"/>
              </a:ext>
            </a:extLst>
          </p:cNvPr>
          <p:cNvSpPr>
            <a:spLocks xmlns:a="http://schemas.openxmlformats.org/drawingml/2006/main" noGrp="1"/>
          </p:cNvSpPr>
          <p:nvPr/>
        </p:nvSpPr>
        <p:spPr>
          <a:xfrm xmlns:a="http://schemas.openxmlformats.org/drawingml/2006/main">
            <a:off x="3486150" y="1981200"/>
            <a:ext cx="1143000" cy="1143000"/>
          </a:xfrm>
          <a:prstGeom xmlns:a="http://schemas.openxmlformats.org/drawingml/2006/main" prst="rect">
            <a:avLst/>
          </a:prstGeom>
          <a:noFill xmlns:a="http://schemas.openxmlformats.org/drawingml/2006/main"/>
          <a:ln xmlns:a="http://schemas.openxmlformats.org/drawingml/2006/main" w="0">
            <a:noFill/>
          </a:ln>
        </p:spPr>
      </p:sp>
      <p:sp>
        <p:nvSpPr>
          <p:cNvPr id="28" name="source-grid-0-0">
            <a:extLst xmlns:a="http://schemas.openxmlformats.org/drawingml/2006/main">
              <a:ext uri="{FF2B5EF4-FFF2-40B4-BE49-F238E27FC236}">
                <a16:creationId xmlns:a16="http://schemas.microsoft.com/office/drawing/2014/main" id="{A35F91B7-85D1-4E13-9B2F-161ED00856C4}"/>
              </a:ext>
            </a:extLst>
          </p:cNvPr>
          <p:cNvSpPr>
            <a:spLocks xmlns:a="http://schemas.openxmlformats.org/drawingml/2006/main" noGrp="1"/>
          </p:cNvSpPr>
          <p:nvPr/>
        </p:nvSpPr>
        <p:spPr>
          <a:xfrm xmlns:a="http://schemas.openxmlformats.org/drawingml/2006/main">
            <a:off x="3486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29" name="source-grid-0-1">
            <a:extLst xmlns:a="http://schemas.openxmlformats.org/drawingml/2006/main">
              <a:ext uri="{FF2B5EF4-FFF2-40B4-BE49-F238E27FC236}">
                <a16:creationId xmlns:a16="http://schemas.microsoft.com/office/drawing/2014/main" id="{18DC7958-6165-49F7-B00B-D5C519A13B93}"/>
              </a:ext>
            </a:extLst>
          </p:cNvPr>
          <p:cNvSpPr>
            <a:spLocks xmlns:a="http://schemas.openxmlformats.org/drawingml/2006/main" noGrp="1"/>
          </p:cNvSpPr>
          <p:nvPr/>
        </p:nvSpPr>
        <p:spPr>
          <a:xfrm xmlns:a="http://schemas.openxmlformats.org/drawingml/2006/main">
            <a:off x="3676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0" name="source-grid-0-2">
            <a:extLst xmlns:a="http://schemas.openxmlformats.org/drawingml/2006/main">
              <a:ext uri="{FF2B5EF4-FFF2-40B4-BE49-F238E27FC236}">
                <a16:creationId xmlns:a16="http://schemas.microsoft.com/office/drawing/2014/main" id="{E67000E5-A657-4883-8A8D-1A54ABBC3CAA}"/>
              </a:ext>
            </a:extLst>
          </p:cNvPr>
          <p:cNvSpPr>
            <a:spLocks xmlns:a="http://schemas.openxmlformats.org/drawingml/2006/main" noGrp="1"/>
          </p:cNvSpPr>
          <p:nvPr/>
        </p:nvSpPr>
        <p:spPr>
          <a:xfrm xmlns:a="http://schemas.openxmlformats.org/drawingml/2006/main">
            <a:off x="3867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1" name="source-grid-0-3">
            <a:extLst xmlns:a="http://schemas.openxmlformats.org/drawingml/2006/main">
              <a:ext uri="{FF2B5EF4-FFF2-40B4-BE49-F238E27FC236}">
                <a16:creationId xmlns:a16="http://schemas.microsoft.com/office/drawing/2014/main" id="{851BA716-B669-4DC3-B5E4-EA955D8C6B74}"/>
              </a:ext>
            </a:extLst>
          </p:cNvPr>
          <p:cNvSpPr>
            <a:spLocks xmlns:a="http://schemas.openxmlformats.org/drawingml/2006/main" noGrp="1"/>
          </p:cNvSpPr>
          <p:nvPr/>
        </p:nvSpPr>
        <p:spPr>
          <a:xfrm xmlns:a="http://schemas.openxmlformats.org/drawingml/2006/main">
            <a:off x="4057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2" name="source-grid-0-4">
            <a:extLst xmlns:a="http://schemas.openxmlformats.org/drawingml/2006/main">
              <a:ext uri="{FF2B5EF4-FFF2-40B4-BE49-F238E27FC236}">
                <a16:creationId xmlns:a16="http://schemas.microsoft.com/office/drawing/2014/main" id="{9B89AB29-3305-435A-B732-3A3ACBDB8446}"/>
              </a:ext>
            </a:extLst>
          </p:cNvPr>
          <p:cNvSpPr>
            <a:spLocks xmlns:a="http://schemas.openxmlformats.org/drawingml/2006/main" noGrp="1"/>
          </p:cNvSpPr>
          <p:nvPr/>
        </p:nvSpPr>
        <p:spPr>
          <a:xfrm xmlns:a="http://schemas.openxmlformats.org/drawingml/2006/main">
            <a:off x="4248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3" name="source-grid-0-5">
            <a:extLst xmlns:a="http://schemas.openxmlformats.org/drawingml/2006/main">
              <a:ext uri="{FF2B5EF4-FFF2-40B4-BE49-F238E27FC236}">
                <a16:creationId xmlns:a16="http://schemas.microsoft.com/office/drawing/2014/main" id="{79CDDD30-343B-4223-A751-F2B734DDFDE6}"/>
              </a:ext>
            </a:extLst>
          </p:cNvPr>
          <p:cNvSpPr>
            <a:spLocks xmlns:a="http://schemas.openxmlformats.org/drawingml/2006/main" noGrp="1"/>
          </p:cNvSpPr>
          <p:nvPr/>
        </p:nvSpPr>
        <p:spPr>
          <a:xfrm xmlns:a="http://schemas.openxmlformats.org/drawingml/2006/main">
            <a:off x="4438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4" name="source-grid-1-0">
            <a:extLst xmlns:a="http://schemas.openxmlformats.org/drawingml/2006/main">
              <a:ext uri="{FF2B5EF4-FFF2-40B4-BE49-F238E27FC236}">
                <a16:creationId xmlns:a16="http://schemas.microsoft.com/office/drawing/2014/main" id="{87AE1D5E-B4BA-4DB6-B3CE-6F0F7E7BFA7A}"/>
              </a:ext>
            </a:extLst>
          </p:cNvPr>
          <p:cNvSpPr>
            <a:spLocks xmlns:a="http://schemas.openxmlformats.org/drawingml/2006/main" noGrp="1"/>
          </p:cNvSpPr>
          <p:nvPr/>
        </p:nvSpPr>
        <p:spPr>
          <a:xfrm xmlns:a="http://schemas.openxmlformats.org/drawingml/2006/main">
            <a:off x="3486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source-grid-1-1">
            <a:extLst xmlns:a="http://schemas.openxmlformats.org/drawingml/2006/main">
              <a:ext uri="{FF2B5EF4-FFF2-40B4-BE49-F238E27FC236}">
                <a16:creationId xmlns:a16="http://schemas.microsoft.com/office/drawing/2014/main" id="{77BA664C-7B56-478D-A97D-4B5D0AD44973}"/>
              </a:ext>
            </a:extLst>
          </p:cNvPr>
          <p:cNvSpPr>
            <a:spLocks xmlns:a="http://schemas.openxmlformats.org/drawingml/2006/main" noGrp="1"/>
          </p:cNvSpPr>
          <p:nvPr/>
        </p:nvSpPr>
        <p:spPr>
          <a:xfrm xmlns:a="http://schemas.openxmlformats.org/drawingml/2006/main">
            <a:off x="3676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source-grid-1-2">
            <a:extLst xmlns:a="http://schemas.openxmlformats.org/drawingml/2006/main">
              <a:ext uri="{FF2B5EF4-FFF2-40B4-BE49-F238E27FC236}">
                <a16:creationId xmlns:a16="http://schemas.microsoft.com/office/drawing/2014/main" id="{ABA685A4-743B-477B-BC66-DC18F9A129D2}"/>
              </a:ext>
            </a:extLst>
          </p:cNvPr>
          <p:cNvSpPr>
            <a:spLocks xmlns:a="http://schemas.openxmlformats.org/drawingml/2006/main" noGrp="1"/>
          </p:cNvSpPr>
          <p:nvPr/>
        </p:nvSpPr>
        <p:spPr>
          <a:xfrm xmlns:a="http://schemas.openxmlformats.org/drawingml/2006/main">
            <a:off x="3867150" y="2171700"/>
            <a:ext cx="190500" cy="19050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37" name="source-grid-1-3">
            <a:extLst xmlns:a="http://schemas.openxmlformats.org/drawingml/2006/main">
              <a:ext uri="{FF2B5EF4-FFF2-40B4-BE49-F238E27FC236}">
                <a16:creationId xmlns:a16="http://schemas.microsoft.com/office/drawing/2014/main" id="{8839E6F6-F163-479A-A799-9EA9E36088B7}"/>
              </a:ext>
            </a:extLst>
          </p:cNvPr>
          <p:cNvSpPr>
            <a:spLocks xmlns:a="http://schemas.openxmlformats.org/drawingml/2006/main" noGrp="1"/>
          </p:cNvSpPr>
          <p:nvPr/>
        </p:nvSpPr>
        <p:spPr>
          <a:xfrm xmlns:a="http://schemas.openxmlformats.org/drawingml/2006/main">
            <a:off x="4057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source-grid-1-4">
            <a:extLst xmlns:a="http://schemas.openxmlformats.org/drawingml/2006/main">
              <a:ext uri="{FF2B5EF4-FFF2-40B4-BE49-F238E27FC236}">
                <a16:creationId xmlns:a16="http://schemas.microsoft.com/office/drawing/2014/main" id="{42F9E492-E973-4519-9AB7-071B8955586F}"/>
              </a:ext>
            </a:extLst>
          </p:cNvPr>
          <p:cNvSpPr>
            <a:spLocks xmlns:a="http://schemas.openxmlformats.org/drawingml/2006/main" noGrp="1"/>
          </p:cNvSpPr>
          <p:nvPr/>
        </p:nvSpPr>
        <p:spPr>
          <a:xfrm xmlns:a="http://schemas.openxmlformats.org/drawingml/2006/main">
            <a:off x="4248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source-grid-1-5">
            <a:extLst xmlns:a="http://schemas.openxmlformats.org/drawingml/2006/main">
              <a:ext uri="{FF2B5EF4-FFF2-40B4-BE49-F238E27FC236}">
                <a16:creationId xmlns:a16="http://schemas.microsoft.com/office/drawing/2014/main" id="{F4E5DD7D-54EE-4388-A4A6-00780C05B753}"/>
              </a:ext>
            </a:extLst>
          </p:cNvPr>
          <p:cNvSpPr>
            <a:spLocks xmlns:a="http://schemas.openxmlformats.org/drawingml/2006/main" noGrp="1"/>
          </p:cNvSpPr>
          <p:nvPr/>
        </p:nvSpPr>
        <p:spPr>
          <a:xfrm xmlns:a="http://schemas.openxmlformats.org/drawingml/2006/main">
            <a:off x="4438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source-grid-2-0">
            <a:extLst xmlns:a="http://schemas.openxmlformats.org/drawingml/2006/main">
              <a:ext uri="{FF2B5EF4-FFF2-40B4-BE49-F238E27FC236}">
                <a16:creationId xmlns:a16="http://schemas.microsoft.com/office/drawing/2014/main" id="{338F6A38-F850-4A25-9828-6B1ED11F335D}"/>
              </a:ext>
            </a:extLst>
          </p:cNvPr>
          <p:cNvSpPr>
            <a:spLocks xmlns:a="http://schemas.openxmlformats.org/drawingml/2006/main" noGrp="1"/>
          </p:cNvSpPr>
          <p:nvPr/>
        </p:nvSpPr>
        <p:spPr>
          <a:xfrm xmlns:a="http://schemas.openxmlformats.org/drawingml/2006/main">
            <a:off x="3486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source-grid-2-1">
            <a:extLst xmlns:a="http://schemas.openxmlformats.org/drawingml/2006/main">
              <a:ext uri="{FF2B5EF4-FFF2-40B4-BE49-F238E27FC236}">
                <a16:creationId xmlns:a16="http://schemas.microsoft.com/office/drawing/2014/main" id="{21E1963C-EE4D-48DE-978B-B6FCD5827F70}"/>
              </a:ext>
            </a:extLst>
          </p:cNvPr>
          <p:cNvSpPr>
            <a:spLocks xmlns:a="http://schemas.openxmlformats.org/drawingml/2006/main" noGrp="1"/>
          </p:cNvSpPr>
          <p:nvPr/>
        </p:nvSpPr>
        <p:spPr>
          <a:xfrm xmlns:a="http://schemas.openxmlformats.org/drawingml/2006/main">
            <a:off x="3676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source-grid-2-2">
            <a:extLst xmlns:a="http://schemas.openxmlformats.org/drawingml/2006/main">
              <a:ext uri="{FF2B5EF4-FFF2-40B4-BE49-F238E27FC236}">
                <a16:creationId xmlns:a16="http://schemas.microsoft.com/office/drawing/2014/main" id="{C2F8D76E-01CB-4CA1-B055-FE77284A4454}"/>
              </a:ext>
            </a:extLst>
          </p:cNvPr>
          <p:cNvSpPr>
            <a:spLocks xmlns:a="http://schemas.openxmlformats.org/drawingml/2006/main" noGrp="1"/>
          </p:cNvSpPr>
          <p:nvPr/>
        </p:nvSpPr>
        <p:spPr>
          <a:xfrm xmlns:a="http://schemas.openxmlformats.org/drawingml/2006/main">
            <a:off x="3867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source-grid-2-3">
            <a:extLst xmlns:a="http://schemas.openxmlformats.org/drawingml/2006/main">
              <a:ext uri="{FF2B5EF4-FFF2-40B4-BE49-F238E27FC236}">
                <a16:creationId xmlns:a16="http://schemas.microsoft.com/office/drawing/2014/main" id="{AE6661CC-2C47-4139-97E0-D546DD167908}"/>
              </a:ext>
            </a:extLst>
          </p:cNvPr>
          <p:cNvSpPr>
            <a:spLocks xmlns:a="http://schemas.openxmlformats.org/drawingml/2006/main" noGrp="1"/>
          </p:cNvSpPr>
          <p:nvPr/>
        </p:nvSpPr>
        <p:spPr>
          <a:xfrm xmlns:a="http://schemas.openxmlformats.org/drawingml/2006/main">
            <a:off x="4057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source-grid-2-4">
            <a:extLst xmlns:a="http://schemas.openxmlformats.org/drawingml/2006/main">
              <a:ext uri="{FF2B5EF4-FFF2-40B4-BE49-F238E27FC236}">
                <a16:creationId xmlns:a16="http://schemas.microsoft.com/office/drawing/2014/main" id="{B4CAFE90-9B3F-4C76-8300-C338582518C9}"/>
              </a:ext>
            </a:extLst>
          </p:cNvPr>
          <p:cNvSpPr>
            <a:spLocks xmlns:a="http://schemas.openxmlformats.org/drawingml/2006/main" noGrp="1"/>
          </p:cNvSpPr>
          <p:nvPr/>
        </p:nvSpPr>
        <p:spPr>
          <a:xfrm xmlns:a="http://schemas.openxmlformats.org/drawingml/2006/main">
            <a:off x="4248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source-grid-2-5">
            <a:extLst xmlns:a="http://schemas.openxmlformats.org/drawingml/2006/main">
              <a:ext uri="{FF2B5EF4-FFF2-40B4-BE49-F238E27FC236}">
                <a16:creationId xmlns:a16="http://schemas.microsoft.com/office/drawing/2014/main" id="{C5198993-CA9C-42B2-B763-E65753CE10A4}"/>
              </a:ext>
            </a:extLst>
          </p:cNvPr>
          <p:cNvSpPr>
            <a:spLocks xmlns:a="http://schemas.openxmlformats.org/drawingml/2006/main" noGrp="1"/>
          </p:cNvSpPr>
          <p:nvPr/>
        </p:nvSpPr>
        <p:spPr>
          <a:xfrm xmlns:a="http://schemas.openxmlformats.org/drawingml/2006/main">
            <a:off x="4438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source-grid-3-0">
            <a:extLst xmlns:a="http://schemas.openxmlformats.org/drawingml/2006/main">
              <a:ext uri="{FF2B5EF4-FFF2-40B4-BE49-F238E27FC236}">
                <a16:creationId xmlns:a16="http://schemas.microsoft.com/office/drawing/2014/main" id="{15443218-E1E1-4438-935B-3CCF53986994}"/>
              </a:ext>
            </a:extLst>
          </p:cNvPr>
          <p:cNvSpPr>
            <a:spLocks xmlns:a="http://schemas.openxmlformats.org/drawingml/2006/main" noGrp="1"/>
          </p:cNvSpPr>
          <p:nvPr/>
        </p:nvSpPr>
        <p:spPr>
          <a:xfrm xmlns:a="http://schemas.openxmlformats.org/drawingml/2006/main">
            <a:off x="3486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source-grid-3-1">
            <a:extLst xmlns:a="http://schemas.openxmlformats.org/drawingml/2006/main">
              <a:ext uri="{FF2B5EF4-FFF2-40B4-BE49-F238E27FC236}">
                <a16:creationId xmlns:a16="http://schemas.microsoft.com/office/drawing/2014/main" id="{64A1B3D9-964B-4EAA-AB5D-7206A2A09452}"/>
              </a:ext>
            </a:extLst>
          </p:cNvPr>
          <p:cNvSpPr>
            <a:spLocks xmlns:a="http://schemas.openxmlformats.org/drawingml/2006/main" noGrp="1"/>
          </p:cNvSpPr>
          <p:nvPr/>
        </p:nvSpPr>
        <p:spPr>
          <a:xfrm xmlns:a="http://schemas.openxmlformats.org/drawingml/2006/main">
            <a:off x="3676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source-grid-3-2">
            <a:extLst xmlns:a="http://schemas.openxmlformats.org/drawingml/2006/main">
              <a:ext uri="{FF2B5EF4-FFF2-40B4-BE49-F238E27FC236}">
                <a16:creationId xmlns:a16="http://schemas.microsoft.com/office/drawing/2014/main" id="{E7FB5FD6-31F8-4FE2-94BB-47253650D480}"/>
              </a:ext>
            </a:extLst>
          </p:cNvPr>
          <p:cNvSpPr>
            <a:spLocks xmlns:a="http://schemas.openxmlformats.org/drawingml/2006/main" noGrp="1"/>
          </p:cNvSpPr>
          <p:nvPr/>
        </p:nvSpPr>
        <p:spPr>
          <a:xfrm xmlns:a="http://schemas.openxmlformats.org/drawingml/2006/main">
            <a:off x="3867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source-grid-3-3">
            <a:extLst xmlns:a="http://schemas.openxmlformats.org/drawingml/2006/main">
              <a:ext uri="{FF2B5EF4-FFF2-40B4-BE49-F238E27FC236}">
                <a16:creationId xmlns:a16="http://schemas.microsoft.com/office/drawing/2014/main" id="{6CF53CF9-7555-4CED-8499-3CB87742AE80}"/>
              </a:ext>
            </a:extLst>
          </p:cNvPr>
          <p:cNvSpPr>
            <a:spLocks xmlns:a="http://schemas.openxmlformats.org/drawingml/2006/main" noGrp="1"/>
          </p:cNvSpPr>
          <p:nvPr/>
        </p:nvSpPr>
        <p:spPr>
          <a:xfrm xmlns:a="http://schemas.openxmlformats.org/drawingml/2006/main">
            <a:off x="4057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source-grid-3-4">
            <a:extLst xmlns:a="http://schemas.openxmlformats.org/drawingml/2006/main">
              <a:ext uri="{FF2B5EF4-FFF2-40B4-BE49-F238E27FC236}">
                <a16:creationId xmlns:a16="http://schemas.microsoft.com/office/drawing/2014/main" id="{68AD15EB-F7EE-4ED0-A226-CF2CD0023156}"/>
              </a:ext>
            </a:extLst>
          </p:cNvPr>
          <p:cNvSpPr>
            <a:spLocks xmlns:a="http://schemas.openxmlformats.org/drawingml/2006/main" noGrp="1"/>
          </p:cNvSpPr>
          <p:nvPr/>
        </p:nvSpPr>
        <p:spPr>
          <a:xfrm xmlns:a="http://schemas.openxmlformats.org/drawingml/2006/main">
            <a:off x="4248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source-grid-3-5">
            <a:extLst xmlns:a="http://schemas.openxmlformats.org/drawingml/2006/main">
              <a:ext uri="{FF2B5EF4-FFF2-40B4-BE49-F238E27FC236}">
                <a16:creationId xmlns:a16="http://schemas.microsoft.com/office/drawing/2014/main" id="{C8F3E9F2-552F-4C23-A42D-8A8410D3EC0E}"/>
              </a:ext>
            </a:extLst>
          </p:cNvPr>
          <p:cNvSpPr>
            <a:spLocks xmlns:a="http://schemas.openxmlformats.org/drawingml/2006/main" noGrp="1"/>
          </p:cNvSpPr>
          <p:nvPr/>
        </p:nvSpPr>
        <p:spPr>
          <a:xfrm xmlns:a="http://schemas.openxmlformats.org/drawingml/2006/main">
            <a:off x="4438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source-grid-4-0">
            <a:extLst xmlns:a="http://schemas.openxmlformats.org/drawingml/2006/main">
              <a:ext uri="{FF2B5EF4-FFF2-40B4-BE49-F238E27FC236}">
                <a16:creationId xmlns:a16="http://schemas.microsoft.com/office/drawing/2014/main" id="{4F6C1086-7E56-40AE-BC82-8018D0CFE9D3}"/>
              </a:ext>
            </a:extLst>
          </p:cNvPr>
          <p:cNvSpPr>
            <a:spLocks xmlns:a="http://schemas.openxmlformats.org/drawingml/2006/main" noGrp="1"/>
          </p:cNvSpPr>
          <p:nvPr/>
        </p:nvSpPr>
        <p:spPr>
          <a:xfrm xmlns:a="http://schemas.openxmlformats.org/drawingml/2006/main">
            <a:off x="3486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source-grid-4-1">
            <a:extLst xmlns:a="http://schemas.openxmlformats.org/drawingml/2006/main">
              <a:ext uri="{FF2B5EF4-FFF2-40B4-BE49-F238E27FC236}">
                <a16:creationId xmlns:a16="http://schemas.microsoft.com/office/drawing/2014/main" id="{11886240-8758-4CA9-9B6C-713A904D3D99}"/>
              </a:ext>
            </a:extLst>
          </p:cNvPr>
          <p:cNvSpPr>
            <a:spLocks xmlns:a="http://schemas.openxmlformats.org/drawingml/2006/main" noGrp="1"/>
          </p:cNvSpPr>
          <p:nvPr/>
        </p:nvSpPr>
        <p:spPr>
          <a:xfrm xmlns:a="http://schemas.openxmlformats.org/drawingml/2006/main">
            <a:off x="3676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source-grid-4-2">
            <a:extLst xmlns:a="http://schemas.openxmlformats.org/drawingml/2006/main">
              <a:ext uri="{FF2B5EF4-FFF2-40B4-BE49-F238E27FC236}">
                <a16:creationId xmlns:a16="http://schemas.microsoft.com/office/drawing/2014/main" id="{814E58EC-D70E-4817-889B-2D67D035C78B}"/>
              </a:ext>
            </a:extLst>
          </p:cNvPr>
          <p:cNvSpPr>
            <a:spLocks xmlns:a="http://schemas.openxmlformats.org/drawingml/2006/main" noGrp="1"/>
          </p:cNvSpPr>
          <p:nvPr/>
        </p:nvSpPr>
        <p:spPr>
          <a:xfrm xmlns:a="http://schemas.openxmlformats.org/drawingml/2006/main">
            <a:off x="3867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source-grid-4-3">
            <a:extLst xmlns:a="http://schemas.openxmlformats.org/drawingml/2006/main">
              <a:ext uri="{FF2B5EF4-FFF2-40B4-BE49-F238E27FC236}">
                <a16:creationId xmlns:a16="http://schemas.microsoft.com/office/drawing/2014/main" id="{D065680E-1008-4DFA-8FD1-50D50610C939}"/>
              </a:ext>
            </a:extLst>
          </p:cNvPr>
          <p:cNvSpPr>
            <a:spLocks xmlns:a="http://schemas.openxmlformats.org/drawingml/2006/main" noGrp="1"/>
          </p:cNvSpPr>
          <p:nvPr/>
        </p:nvSpPr>
        <p:spPr>
          <a:xfrm xmlns:a="http://schemas.openxmlformats.org/drawingml/2006/main">
            <a:off x="4057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source-grid-4-4">
            <a:extLst xmlns:a="http://schemas.openxmlformats.org/drawingml/2006/main">
              <a:ext uri="{FF2B5EF4-FFF2-40B4-BE49-F238E27FC236}">
                <a16:creationId xmlns:a16="http://schemas.microsoft.com/office/drawing/2014/main" id="{BCAD81AA-1993-4309-AF87-A1D69CB85E9A}"/>
              </a:ext>
            </a:extLst>
          </p:cNvPr>
          <p:cNvSpPr>
            <a:spLocks xmlns:a="http://schemas.openxmlformats.org/drawingml/2006/main" noGrp="1"/>
          </p:cNvSpPr>
          <p:nvPr/>
        </p:nvSpPr>
        <p:spPr>
          <a:xfrm xmlns:a="http://schemas.openxmlformats.org/drawingml/2006/main">
            <a:off x="4248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source-grid-4-5">
            <a:extLst xmlns:a="http://schemas.openxmlformats.org/drawingml/2006/main">
              <a:ext uri="{FF2B5EF4-FFF2-40B4-BE49-F238E27FC236}">
                <a16:creationId xmlns:a16="http://schemas.microsoft.com/office/drawing/2014/main" id="{D03438D7-76D6-4365-9363-FA27386F8DB1}"/>
              </a:ext>
            </a:extLst>
          </p:cNvPr>
          <p:cNvSpPr>
            <a:spLocks xmlns:a="http://schemas.openxmlformats.org/drawingml/2006/main" noGrp="1"/>
          </p:cNvSpPr>
          <p:nvPr/>
        </p:nvSpPr>
        <p:spPr>
          <a:xfrm xmlns:a="http://schemas.openxmlformats.org/drawingml/2006/main">
            <a:off x="4438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source-grid-5-0">
            <a:extLst xmlns:a="http://schemas.openxmlformats.org/drawingml/2006/main">
              <a:ext uri="{FF2B5EF4-FFF2-40B4-BE49-F238E27FC236}">
                <a16:creationId xmlns:a16="http://schemas.microsoft.com/office/drawing/2014/main" id="{389E9390-F700-45E9-9608-DA4786430CAB}"/>
              </a:ext>
            </a:extLst>
          </p:cNvPr>
          <p:cNvSpPr>
            <a:spLocks xmlns:a="http://schemas.openxmlformats.org/drawingml/2006/main" noGrp="1"/>
          </p:cNvSpPr>
          <p:nvPr/>
        </p:nvSpPr>
        <p:spPr>
          <a:xfrm xmlns:a="http://schemas.openxmlformats.org/drawingml/2006/main">
            <a:off x="3486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9" name="source-grid-5-1">
            <a:extLst xmlns:a="http://schemas.openxmlformats.org/drawingml/2006/main">
              <a:ext uri="{FF2B5EF4-FFF2-40B4-BE49-F238E27FC236}">
                <a16:creationId xmlns:a16="http://schemas.microsoft.com/office/drawing/2014/main" id="{C56BD641-4488-4F59-984C-BFE22EE4E8BF}"/>
              </a:ext>
            </a:extLst>
          </p:cNvPr>
          <p:cNvSpPr>
            <a:spLocks xmlns:a="http://schemas.openxmlformats.org/drawingml/2006/main" noGrp="1"/>
          </p:cNvSpPr>
          <p:nvPr/>
        </p:nvSpPr>
        <p:spPr>
          <a:xfrm xmlns:a="http://schemas.openxmlformats.org/drawingml/2006/main">
            <a:off x="3676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0" name="source-grid-5-2">
            <a:extLst xmlns:a="http://schemas.openxmlformats.org/drawingml/2006/main">
              <a:ext uri="{FF2B5EF4-FFF2-40B4-BE49-F238E27FC236}">
                <a16:creationId xmlns:a16="http://schemas.microsoft.com/office/drawing/2014/main" id="{A7341F0E-A458-4B25-BD03-B250DF05126D}"/>
              </a:ext>
            </a:extLst>
          </p:cNvPr>
          <p:cNvSpPr>
            <a:spLocks xmlns:a="http://schemas.openxmlformats.org/drawingml/2006/main" noGrp="1"/>
          </p:cNvSpPr>
          <p:nvPr/>
        </p:nvSpPr>
        <p:spPr>
          <a:xfrm xmlns:a="http://schemas.openxmlformats.org/drawingml/2006/main">
            <a:off x="3867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1" name="source-grid-5-3">
            <a:extLst xmlns:a="http://schemas.openxmlformats.org/drawingml/2006/main">
              <a:ext uri="{FF2B5EF4-FFF2-40B4-BE49-F238E27FC236}">
                <a16:creationId xmlns:a16="http://schemas.microsoft.com/office/drawing/2014/main" id="{CE3BAFFC-00F4-4C06-9589-FB94DDB91AB7}"/>
              </a:ext>
            </a:extLst>
          </p:cNvPr>
          <p:cNvSpPr>
            <a:spLocks xmlns:a="http://schemas.openxmlformats.org/drawingml/2006/main" noGrp="1"/>
          </p:cNvSpPr>
          <p:nvPr/>
        </p:nvSpPr>
        <p:spPr>
          <a:xfrm xmlns:a="http://schemas.openxmlformats.org/drawingml/2006/main">
            <a:off x="4057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2" name="source-grid-5-4">
            <a:extLst xmlns:a="http://schemas.openxmlformats.org/drawingml/2006/main">
              <a:ext uri="{FF2B5EF4-FFF2-40B4-BE49-F238E27FC236}">
                <a16:creationId xmlns:a16="http://schemas.microsoft.com/office/drawing/2014/main" id="{A5B9DE4B-803B-44BD-9709-3D7D3DE7FC42}"/>
              </a:ext>
            </a:extLst>
          </p:cNvPr>
          <p:cNvSpPr>
            <a:spLocks xmlns:a="http://schemas.openxmlformats.org/drawingml/2006/main" noGrp="1"/>
          </p:cNvSpPr>
          <p:nvPr/>
        </p:nvSpPr>
        <p:spPr>
          <a:xfrm xmlns:a="http://schemas.openxmlformats.org/drawingml/2006/main">
            <a:off x="4248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3" name="source-grid-5-5">
            <a:extLst xmlns:a="http://schemas.openxmlformats.org/drawingml/2006/main">
              <a:ext uri="{FF2B5EF4-FFF2-40B4-BE49-F238E27FC236}">
                <a16:creationId xmlns:a16="http://schemas.microsoft.com/office/drawing/2014/main" id="{E7447981-7D09-4D3A-AA11-CE6436B89D58}"/>
              </a:ext>
            </a:extLst>
          </p:cNvPr>
          <p:cNvSpPr>
            <a:spLocks xmlns:a="http://schemas.openxmlformats.org/drawingml/2006/main" noGrp="1"/>
          </p:cNvSpPr>
          <p:nvPr/>
        </p:nvSpPr>
        <p:spPr>
          <a:xfrm xmlns:a="http://schemas.openxmlformats.org/drawingml/2006/main">
            <a:off x="4438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4" name="clip-dims">
            <a:extLst xmlns:a="http://schemas.openxmlformats.org/drawingml/2006/main">
              <a:ext uri="{FF2B5EF4-FFF2-40B4-BE49-F238E27FC236}">
                <a16:creationId xmlns:a16="http://schemas.microsoft.com/office/drawing/2014/main" id="{5E33CA59-63B6-483A-AD9E-2A8DB2F3F910}"/>
              </a:ext>
            </a:extLst>
          </p:cNvPr>
          <p:cNvSpPr>
            <a:spLocks xmlns:a="http://schemas.openxmlformats.org/drawingml/2006/main" noGrp="1"/>
          </p:cNvSpPr>
          <p:nvPr/>
        </p:nvSpPr>
        <p:spPr>
          <a:xfrm xmlns:a="http://schemas.openxmlformats.org/drawingml/2006/main">
            <a:off x="3086100" y="3181350"/>
            <a:ext cx="20288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37 × 37</a:t>
            </a:r>
          </a:p>
        </p:txBody>
      </p:sp>
      <p:sp>
        <p:nvSpPr>
          <p:cNvPr id="65" name="bilinear-op">
            <a:extLst xmlns:a="http://schemas.openxmlformats.org/drawingml/2006/main">
              <a:ext uri="{FF2B5EF4-FFF2-40B4-BE49-F238E27FC236}">
                <a16:creationId xmlns:a16="http://schemas.microsoft.com/office/drawing/2014/main" id="{F31C0ABF-C444-457E-8751-D13CC4DF309C}"/>
              </a:ext>
            </a:extLst>
          </p:cNvPr>
          <p:cNvSpPr>
            <a:spLocks xmlns:a="http://schemas.openxmlformats.org/drawingml/2006/main" noGrp="1"/>
          </p:cNvSpPr>
          <p:nvPr/>
        </p:nvSpPr>
        <p:spPr>
          <a:xfrm xmlns:a="http://schemas.openxmlformats.org/drawingml/2006/main">
            <a:off x="5467350" y="2190750"/>
            <a:ext cx="1905000" cy="9620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Bilinear</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resizing</a:t>
            </a:r>
          </a:p>
        </p:txBody>
      </p:sp>
      <p:sp>
        <p:nvSpPr>
          <p:cNvPr id="66" name="aligned-grid-anchor">
            <a:extLst xmlns:a="http://schemas.openxmlformats.org/drawingml/2006/main">
              <a:ext uri="{FF2B5EF4-FFF2-40B4-BE49-F238E27FC236}">
                <a16:creationId xmlns:a16="http://schemas.microsoft.com/office/drawing/2014/main" id="{6E651C25-513F-4DF9-8932-975B6B346053}"/>
              </a:ext>
            </a:extLst>
          </p:cNvPr>
          <p:cNvSpPr>
            <a:spLocks xmlns:a="http://schemas.openxmlformats.org/drawingml/2006/main" noGrp="1"/>
          </p:cNvSpPr>
          <p:nvPr/>
        </p:nvSpPr>
        <p:spPr>
          <a:xfrm xmlns:a="http://schemas.openxmlformats.org/drawingml/2006/main">
            <a:off x="8201025"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67" name="aligned-grid-0-0">
            <a:extLst xmlns:a="http://schemas.openxmlformats.org/drawingml/2006/main">
              <a:ext uri="{FF2B5EF4-FFF2-40B4-BE49-F238E27FC236}">
                <a16:creationId xmlns:a16="http://schemas.microsoft.com/office/drawing/2014/main" id="{A7C1D3DB-B3E9-4CC6-9D38-77F381D2E724}"/>
              </a:ext>
            </a:extLst>
          </p:cNvPr>
          <p:cNvSpPr>
            <a:spLocks xmlns:a="http://schemas.openxmlformats.org/drawingml/2006/main" noGrp="1"/>
          </p:cNvSpPr>
          <p:nvPr/>
        </p:nvSpPr>
        <p:spPr>
          <a:xfrm xmlns:a="http://schemas.openxmlformats.org/drawingml/2006/main">
            <a:off x="82010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8" name="aligned-grid-0-1">
            <a:extLst xmlns:a="http://schemas.openxmlformats.org/drawingml/2006/main">
              <a:ext uri="{FF2B5EF4-FFF2-40B4-BE49-F238E27FC236}">
                <a16:creationId xmlns:a16="http://schemas.microsoft.com/office/drawing/2014/main" id="{27212DCE-5ECF-4196-8828-608F9C8511F9}"/>
              </a:ext>
            </a:extLst>
          </p:cNvPr>
          <p:cNvSpPr>
            <a:spLocks xmlns:a="http://schemas.openxmlformats.org/drawingml/2006/main" noGrp="1"/>
          </p:cNvSpPr>
          <p:nvPr/>
        </p:nvSpPr>
        <p:spPr>
          <a:xfrm xmlns:a="http://schemas.openxmlformats.org/drawingml/2006/main">
            <a:off x="84486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9" name="aligned-grid-0-2">
            <a:extLst xmlns:a="http://schemas.openxmlformats.org/drawingml/2006/main">
              <a:ext uri="{FF2B5EF4-FFF2-40B4-BE49-F238E27FC236}">
                <a16:creationId xmlns:a16="http://schemas.microsoft.com/office/drawing/2014/main" id="{DD9E73A9-D6FA-4ADE-B1BD-6F1B3BF7C89C}"/>
              </a:ext>
            </a:extLst>
          </p:cNvPr>
          <p:cNvSpPr>
            <a:spLocks xmlns:a="http://schemas.openxmlformats.org/drawingml/2006/main" noGrp="1"/>
          </p:cNvSpPr>
          <p:nvPr/>
        </p:nvSpPr>
        <p:spPr>
          <a:xfrm xmlns:a="http://schemas.openxmlformats.org/drawingml/2006/main">
            <a:off x="86963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0" name="aligned-grid-0-3">
            <a:extLst xmlns:a="http://schemas.openxmlformats.org/drawingml/2006/main">
              <a:ext uri="{FF2B5EF4-FFF2-40B4-BE49-F238E27FC236}">
                <a16:creationId xmlns:a16="http://schemas.microsoft.com/office/drawing/2014/main" id="{96AEE4E9-D33B-425F-A0ED-2A819E59E57B}"/>
              </a:ext>
            </a:extLst>
          </p:cNvPr>
          <p:cNvSpPr>
            <a:spLocks xmlns:a="http://schemas.openxmlformats.org/drawingml/2006/main" noGrp="1"/>
          </p:cNvSpPr>
          <p:nvPr/>
        </p:nvSpPr>
        <p:spPr>
          <a:xfrm xmlns:a="http://schemas.openxmlformats.org/drawingml/2006/main">
            <a:off x="89439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1" name="aligned-grid-0-4">
            <a:extLst xmlns:a="http://schemas.openxmlformats.org/drawingml/2006/main">
              <a:ext uri="{FF2B5EF4-FFF2-40B4-BE49-F238E27FC236}">
                <a16:creationId xmlns:a16="http://schemas.microsoft.com/office/drawing/2014/main" id="{3D2AA3D6-C51D-48E8-8678-3A6A084D270E}"/>
              </a:ext>
            </a:extLst>
          </p:cNvPr>
          <p:cNvSpPr>
            <a:spLocks xmlns:a="http://schemas.openxmlformats.org/drawingml/2006/main" noGrp="1"/>
          </p:cNvSpPr>
          <p:nvPr/>
        </p:nvSpPr>
        <p:spPr>
          <a:xfrm xmlns:a="http://schemas.openxmlformats.org/drawingml/2006/main">
            <a:off x="91916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2" name="aligned-grid-1-0">
            <a:extLst xmlns:a="http://schemas.openxmlformats.org/drawingml/2006/main">
              <a:ext uri="{FF2B5EF4-FFF2-40B4-BE49-F238E27FC236}">
                <a16:creationId xmlns:a16="http://schemas.microsoft.com/office/drawing/2014/main" id="{FA5FD413-58A3-49BA-AD3B-83860D1DC8A7}"/>
              </a:ext>
            </a:extLst>
          </p:cNvPr>
          <p:cNvSpPr>
            <a:spLocks xmlns:a="http://schemas.openxmlformats.org/drawingml/2006/main" noGrp="1"/>
          </p:cNvSpPr>
          <p:nvPr/>
        </p:nvSpPr>
        <p:spPr>
          <a:xfrm xmlns:a="http://schemas.openxmlformats.org/drawingml/2006/main">
            <a:off x="82010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3" name="aligned-grid-1-1">
            <a:extLst xmlns:a="http://schemas.openxmlformats.org/drawingml/2006/main">
              <a:ext uri="{FF2B5EF4-FFF2-40B4-BE49-F238E27FC236}">
                <a16:creationId xmlns:a16="http://schemas.microsoft.com/office/drawing/2014/main" id="{7D132A5F-6F66-4455-8C48-516F252780A2}"/>
              </a:ext>
            </a:extLst>
          </p:cNvPr>
          <p:cNvSpPr>
            <a:spLocks xmlns:a="http://schemas.openxmlformats.org/drawingml/2006/main" noGrp="1"/>
          </p:cNvSpPr>
          <p:nvPr/>
        </p:nvSpPr>
        <p:spPr>
          <a:xfrm xmlns:a="http://schemas.openxmlformats.org/drawingml/2006/main">
            <a:off x="84486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4" name="aligned-grid-1-2">
            <a:extLst xmlns:a="http://schemas.openxmlformats.org/drawingml/2006/main">
              <a:ext uri="{FF2B5EF4-FFF2-40B4-BE49-F238E27FC236}">
                <a16:creationId xmlns:a16="http://schemas.microsoft.com/office/drawing/2014/main" id="{4C680B81-28A2-4F0F-A2A4-FB0CA4B1308B}"/>
              </a:ext>
            </a:extLst>
          </p:cNvPr>
          <p:cNvSpPr>
            <a:spLocks xmlns:a="http://schemas.openxmlformats.org/drawingml/2006/main" noGrp="1"/>
          </p:cNvSpPr>
          <p:nvPr/>
        </p:nvSpPr>
        <p:spPr>
          <a:xfrm xmlns:a="http://schemas.openxmlformats.org/drawingml/2006/main">
            <a:off x="8696325" y="2247900"/>
            <a:ext cx="247650" cy="24765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75" name="aligned-grid-1-3">
            <a:extLst xmlns:a="http://schemas.openxmlformats.org/drawingml/2006/main">
              <a:ext uri="{FF2B5EF4-FFF2-40B4-BE49-F238E27FC236}">
                <a16:creationId xmlns:a16="http://schemas.microsoft.com/office/drawing/2014/main" id="{B063669A-8AC2-4076-B4F4-F52B9CBE7844}"/>
              </a:ext>
            </a:extLst>
          </p:cNvPr>
          <p:cNvSpPr>
            <a:spLocks xmlns:a="http://schemas.openxmlformats.org/drawingml/2006/main" noGrp="1"/>
          </p:cNvSpPr>
          <p:nvPr/>
        </p:nvSpPr>
        <p:spPr>
          <a:xfrm xmlns:a="http://schemas.openxmlformats.org/drawingml/2006/main">
            <a:off x="89439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6" name="aligned-grid-1-4">
            <a:extLst xmlns:a="http://schemas.openxmlformats.org/drawingml/2006/main">
              <a:ext uri="{FF2B5EF4-FFF2-40B4-BE49-F238E27FC236}">
                <a16:creationId xmlns:a16="http://schemas.microsoft.com/office/drawing/2014/main" id="{2F54AF0F-5AB3-4486-9CAD-6478BE2450FB}"/>
              </a:ext>
            </a:extLst>
          </p:cNvPr>
          <p:cNvSpPr>
            <a:spLocks xmlns:a="http://schemas.openxmlformats.org/drawingml/2006/main" noGrp="1"/>
          </p:cNvSpPr>
          <p:nvPr/>
        </p:nvSpPr>
        <p:spPr>
          <a:xfrm xmlns:a="http://schemas.openxmlformats.org/drawingml/2006/main">
            <a:off x="91916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7" name="aligned-grid-2-0">
            <a:extLst xmlns:a="http://schemas.openxmlformats.org/drawingml/2006/main">
              <a:ext uri="{FF2B5EF4-FFF2-40B4-BE49-F238E27FC236}">
                <a16:creationId xmlns:a16="http://schemas.microsoft.com/office/drawing/2014/main" id="{ECD7DA19-314D-467B-9B30-22B30B863F3D}"/>
              </a:ext>
            </a:extLst>
          </p:cNvPr>
          <p:cNvSpPr>
            <a:spLocks xmlns:a="http://schemas.openxmlformats.org/drawingml/2006/main" noGrp="1"/>
          </p:cNvSpPr>
          <p:nvPr/>
        </p:nvSpPr>
        <p:spPr>
          <a:xfrm xmlns:a="http://schemas.openxmlformats.org/drawingml/2006/main">
            <a:off x="82010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8" name="aligned-grid-2-1">
            <a:extLst xmlns:a="http://schemas.openxmlformats.org/drawingml/2006/main">
              <a:ext uri="{FF2B5EF4-FFF2-40B4-BE49-F238E27FC236}">
                <a16:creationId xmlns:a16="http://schemas.microsoft.com/office/drawing/2014/main" id="{EDCCB32E-2A4B-49F3-B397-3EB729D4D4AC}"/>
              </a:ext>
            </a:extLst>
          </p:cNvPr>
          <p:cNvSpPr>
            <a:spLocks xmlns:a="http://schemas.openxmlformats.org/drawingml/2006/main" noGrp="1"/>
          </p:cNvSpPr>
          <p:nvPr/>
        </p:nvSpPr>
        <p:spPr>
          <a:xfrm xmlns:a="http://schemas.openxmlformats.org/drawingml/2006/main">
            <a:off x="84486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9" name="aligned-grid-2-2">
            <a:extLst xmlns:a="http://schemas.openxmlformats.org/drawingml/2006/main">
              <a:ext uri="{FF2B5EF4-FFF2-40B4-BE49-F238E27FC236}">
                <a16:creationId xmlns:a16="http://schemas.microsoft.com/office/drawing/2014/main" id="{200528BD-6DBD-4B59-AEA6-CADB2FC86ED1}"/>
              </a:ext>
            </a:extLst>
          </p:cNvPr>
          <p:cNvSpPr>
            <a:spLocks xmlns:a="http://schemas.openxmlformats.org/drawingml/2006/main" noGrp="1"/>
          </p:cNvSpPr>
          <p:nvPr/>
        </p:nvSpPr>
        <p:spPr>
          <a:xfrm xmlns:a="http://schemas.openxmlformats.org/drawingml/2006/main">
            <a:off x="86963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0" name="aligned-grid-2-3">
            <a:extLst xmlns:a="http://schemas.openxmlformats.org/drawingml/2006/main">
              <a:ext uri="{FF2B5EF4-FFF2-40B4-BE49-F238E27FC236}">
                <a16:creationId xmlns:a16="http://schemas.microsoft.com/office/drawing/2014/main" id="{A9886026-4363-40B0-AC1B-BC8A310F9D21}"/>
              </a:ext>
            </a:extLst>
          </p:cNvPr>
          <p:cNvSpPr>
            <a:spLocks xmlns:a="http://schemas.openxmlformats.org/drawingml/2006/main" noGrp="1"/>
          </p:cNvSpPr>
          <p:nvPr/>
        </p:nvSpPr>
        <p:spPr>
          <a:xfrm xmlns:a="http://schemas.openxmlformats.org/drawingml/2006/main">
            <a:off x="89439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1" name="aligned-grid-2-4">
            <a:extLst xmlns:a="http://schemas.openxmlformats.org/drawingml/2006/main">
              <a:ext uri="{FF2B5EF4-FFF2-40B4-BE49-F238E27FC236}">
                <a16:creationId xmlns:a16="http://schemas.microsoft.com/office/drawing/2014/main" id="{41364351-1070-4716-B1DA-65F020871801}"/>
              </a:ext>
            </a:extLst>
          </p:cNvPr>
          <p:cNvSpPr>
            <a:spLocks xmlns:a="http://schemas.openxmlformats.org/drawingml/2006/main" noGrp="1"/>
          </p:cNvSpPr>
          <p:nvPr/>
        </p:nvSpPr>
        <p:spPr>
          <a:xfrm xmlns:a="http://schemas.openxmlformats.org/drawingml/2006/main">
            <a:off x="91916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2" name="aligned-grid-3-0">
            <a:extLst xmlns:a="http://schemas.openxmlformats.org/drawingml/2006/main">
              <a:ext uri="{FF2B5EF4-FFF2-40B4-BE49-F238E27FC236}">
                <a16:creationId xmlns:a16="http://schemas.microsoft.com/office/drawing/2014/main" id="{90854C1E-C50A-48BD-A114-23B364CF1B1C}"/>
              </a:ext>
            </a:extLst>
          </p:cNvPr>
          <p:cNvSpPr>
            <a:spLocks xmlns:a="http://schemas.openxmlformats.org/drawingml/2006/main" noGrp="1"/>
          </p:cNvSpPr>
          <p:nvPr/>
        </p:nvSpPr>
        <p:spPr>
          <a:xfrm xmlns:a="http://schemas.openxmlformats.org/drawingml/2006/main">
            <a:off x="82010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3" name="aligned-grid-3-1">
            <a:extLst xmlns:a="http://schemas.openxmlformats.org/drawingml/2006/main">
              <a:ext uri="{FF2B5EF4-FFF2-40B4-BE49-F238E27FC236}">
                <a16:creationId xmlns:a16="http://schemas.microsoft.com/office/drawing/2014/main" id="{C6D7BF44-1534-4BBE-A736-E2391048CB33}"/>
              </a:ext>
            </a:extLst>
          </p:cNvPr>
          <p:cNvSpPr>
            <a:spLocks xmlns:a="http://schemas.openxmlformats.org/drawingml/2006/main" noGrp="1"/>
          </p:cNvSpPr>
          <p:nvPr/>
        </p:nvSpPr>
        <p:spPr>
          <a:xfrm xmlns:a="http://schemas.openxmlformats.org/drawingml/2006/main">
            <a:off x="84486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4" name="aligned-grid-3-2">
            <a:extLst xmlns:a="http://schemas.openxmlformats.org/drawingml/2006/main">
              <a:ext uri="{FF2B5EF4-FFF2-40B4-BE49-F238E27FC236}">
                <a16:creationId xmlns:a16="http://schemas.microsoft.com/office/drawing/2014/main" id="{17994531-01C9-499D-923F-64C72C95700F}"/>
              </a:ext>
            </a:extLst>
          </p:cNvPr>
          <p:cNvSpPr>
            <a:spLocks xmlns:a="http://schemas.openxmlformats.org/drawingml/2006/main" noGrp="1"/>
          </p:cNvSpPr>
          <p:nvPr/>
        </p:nvSpPr>
        <p:spPr>
          <a:xfrm xmlns:a="http://schemas.openxmlformats.org/drawingml/2006/main">
            <a:off x="86963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5" name="aligned-grid-3-3">
            <a:extLst xmlns:a="http://schemas.openxmlformats.org/drawingml/2006/main">
              <a:ext uri="{FF2B5EF4-FFF2-40B4-BE49-F238E27FC236}">
                <a16:creationId xmlns:a16="http://schemas.microsoft.com/office/drawing/2014/main" id="{32CD77C2-A942-402B-BA15-D306F415AABB}"/>
              </a:ext>
            </a:extLst>
          </p:cNvPr>
          <p:cNvSpPr>
            <a:spLocks xmlns:a="http://schemas.openxmlformats.org/drawingml/2006/main" noGrp="1"/>
          </p:cNvSpPr>
          <p:nvPr/>
        </p:nvSpPr>
        <p:spPr>
          <a:xfrm xmlns:a="http://schemas.openxmlformats.org/drawingml/2006/main">
            <a:off x="89439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6" name="aligned-grid-3-4">
            <a:extLst xmlns:a="http://schemas.openxmlformats.org/drawingml/2006/main">
              <a:ext uri="{FF2B5EF4-FFF2-40B4-BE49-F238E27FC236}">
                <a16:creationId xmlns:a16="http://schemas.microsoft.com/office/drawing/2014/main" id="{ED9237A7-4F69-4F15-B89C-6CFD4A3B8ECA}"/>
              </a:ext>
            </a:extLst>
          </p:cNvPr>
          <p:cNvSpPr>
            <a:spLocks xmlns:a="http://schemas.openxmlformats.org/drawingml/2006/main" noGrp="1"/>
          </p:cNvSpPr>
          <p:nvPr/>
        </p:nvSpPr>
        <p:spPr>
          <a:xfrm xmlns:a="http://schemas.openxmlformats.org/drawingml/2006/main">
            <a:off x="91916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243" name=""/>
          <p:cNvCxnSpPr>
            <a:stCxn xmlns:a="http://schemas.openxmlformats.org/drawingml/2006/main" id="27" idx="3"/>
            <a:endCxn xmlns:a="http://schemas.openxmlformats.org/drawingml/2006/main" id="65" idx="1"/>
          </p:cNvCxnSpPr>
          <p:nvPr/>
        </p:nvCxnSpPr>
        <p:spPr>
          <a:xfrm xmlns:a="http://schemas.openxmlformats.org/drawingml/2006/main">
            <a:off x="4629150" y="2552700"/>
            <a:ext cx="8382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44" name=""/>
          <p:cNvCxnSpPr>
            <a:stCxn xmlns:a="http://schemas.openxmlformats.org/drawingml/2006/main" id="65" idx="3"/>
            <a:endCxn xmlns:a="http://schemas.openxmlformats.org/drawingml/2006/main" id="66" idx="1"/>
          </p:cNvCxnSpPr>
          <p:nvPr/>
        </p:nvCxnSpPr>
        <p:spPr>
          <a:xfrm xmlns:a="http://schemas.openxmlformats.org/drawingml/2006/main" flipV="1">
            <a:off x="7372350" y="2495550"/>
            <a:ext cx="828675" cy="1762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89" name="alignment-option">
            <a:extLst xmlns:a="http://schemas.openxmlformats.org/drawingml/2006/main">
              <a:ext uri="{FF2B5EF4-FFF2-40B4-BE49-F238E27FC236}">
                <a16:creationId xmlns:a16="http://schemas.microsoft.com/office/drawing/2014/main" id="{E80F8E16-426B-4360-A5F5-0BD3CD6E1CBA}"/>
              </a:ext>
            </a:extLst>
          </p:cNvPr>
          <p:cNvSpPr>
            <a:spLocks xmlns:a="http://schemas.openxmlformats.org/drawingml/2006/main" noGrp="1"/>
          </p:cNvSpPr>
          <p:nvPr/>
        </p:nvSpPr>
        <p:spPr>
          <a:xfrm xmlns:a="http://schemas.openxmlformats.org/drawingml/2006/main">
            <a:off x="5010150" y="3371850"/>
            <a:ext cx="29432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52606B"/>
                </a:solidFill>
                <a:latin typeface="Arial"/>
                <a:ea typeface="Arial"/>
                <a:cs typeface="Arial"/>
              </a:defRPr>
            </a:pPr>
            <a:r>
              <a:rPr sz="1950" b="0">
                <a:solidFill>
                  <a:srgbClr val="52606B"/>
                </a:solidFill>
                <a:latin typeface="Arial"/>
                <a:ea typeface="Arial"/>
                <a:cs typeface="Arial"/>
              </a:rPr>
              <a:t>align_corners = False</a:t>
            </a:r>
          </a:p>
        </p:txBody>
      </p:sp>
      <p:sp>
        <p:nvSpPr>
          <p:cNvPr id="90" name="aligned-dims">
            <a:extLst xmlns:a="http://schemas.openxmlformats.org/drawingml/2006/main">
              <a:ext uri="{FF2B5EF4-FFF2-40B4-BE49-F238E27FC236}">
                <a16:creationId xmlns:a16="http://schemas.microsoft.com/office/drawing/2014/main" id="{28496406-9D06-46BE-AF5F-3637FAC7B36B}"/>
              </a:ext>
            </a:extLst>
          </p:cNvPr>
          <p:cNvSpPr>
            <a:spLocks xmlns:a="http://schemas.openxmlformats.org/drawingml/2006/main" noGrp="1"/>
          </p:cNvSpPr>
          <p:nvPr/>
        </p:nvSpPr>
        <p:spPr>
          <a:xfrm xmlns:a="http://schemas.openxmlformats.org/drawingml/2006/main">
            <a:off x="7800975" y="3114675"/>
            <a:ext cx="20383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91" name="junction-5">
            <a:extLst xmlns:a="http://schemas.openxmlformats.org/drawingml/2006/main">
              <a:ext uri="{FF2B5EF4-FFF2-40B4-BE49-F238E27FC236}">
                <a16:creationId xmlns:a16="http://schemas.microsoft.com/office/drawing/2014/main" id="{82952FE3-5014-4E00-9C17-7FE86E88CAA7}"/>
              </a:ext>
            </a:extLst>
          </p:cNvPr>
          <p:cNvSpPr>
            <a:spLocks xmlns:a="http://schemas.openxmlformats.org/drawingml/2006/main" noGrp="1"/>
          </p:cNvSpPr>
          <p:nvPr/>
        </p:nvSpPr>
        <p:spPr>
          <a:xfrm xmlns:a="http://schemas.openxmlformats.org/drawingml/2006/main">
            <a:off x="193357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2" name="junction-6">
            <a:extLst xmlns:a="http://schemas.openxmlformats.org/drawingml/2006/main">
              <a:ext uri="{FF2B5EF4-FFF2-40B4-BE49-F238E27FC236}">
                <a16:creationId xmlns:a16="http://schemas.microsoft.com/office/drawing/2014/main" id="{71F78B7E-1690-4404-9702-B295D6D1F6C0}"/>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9" name=""/>
          <p:cNvCxnSpPr>
            <a:stCxn xmlns:a="http://schemas.openxmlformats.org/drawingml/2006/main" id="91" idx="3"/>
            <a:endCxn xmlns:a="http://schemas.openxmlformats.org/drawingml/2006/main" id="92" idx="1"/>
          </p:cNvCxnSpPr>
          <p:nvPr/>
        </p:nvCxnSpPr>
        <p:spPr>
          <a:xfrm xmlns:a="http://schemas.openxmlformats.org/drawingml/2006/main">
            <a:off x="1952625" y="2495550"/>
            <a:ext cx="609600"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4" name="junction-7">
            <a:extLst xmlns:a="http://schemas.openxmlformats.org/drawingml/2006/main">
              <a:ext uri="{FF2B5EF4-FFF2-40B4-BE49-F238E27FC236}">
                <a16:creationId xmlns:a16="http://schemas.microsoft.com/office/drawing/2014/main" id="{2EBF5C58-11E3-406E-8A0B-11C18B9F7780}"/>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5" name="junction-8">
            <a:extLst xmlns:a="http://schemas.openxmlformats.org/drawingml/2006/main">
              <a:ext uri="{FF2B5EF4-FFF2-40B4-BE49-F238E27FC236}">
                <a16:creationId xmlns:a16="http://schemas.microsoft.com/office/drawing/2014/main" id="{CCA6025B-FCA9-4479-B454-C31BF4752940}"/>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2" name=""/>
          <p:cNvCxnSpPr>
            <a:stCxn xmlns:a="http://schemas.openxmlformats.org/drawingml/2006/main" id="94" idx="0"/>
            <a:endCxn xmlns:a="http://schemas.openxmlformats.org/drawingml/2006/main" id="95" idx="2"/>
          </p:cNvCxnSpPr>
          <p:nvPr/>
        </p:nvCxnSpPr>
        <p:spPr>
          <a:xfrm xmlns:a="http://schemas.openxmlformats.org/drawingml/2006/main" flipV="1">
            <a:off x="2571750" y="1343025"/>
            <a:ext cx="0" cy="114300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7" name="junction-9">
            <a:extLst xmlns:a="http://schemas.openxmlformats.org/drawingml/2006/main">
              <a:ext uri="{FF2B5EF4-FFF2-40B4-BE49-F238E27FC236}">
                <a16:creationId xmlns:a16="http://schemas.microsoft.com/office/drawing/2014/main" id="{7D6A08B9-2F8B-47DA-9AA1-A2034AE823DF}"/>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8" name="junction-10">
            <a:extLst xmlns:a="http://schemas.openxmlformats.org/drawingml/2006/main">
              <a:ext uri="{FF2B5EF4-FFF2-40B4-BE49-F238E27FC236}">
                <a16:creationId xmlns:a16="http://schemas.microsoft.com/office/drawing/2014/main" id="{36476F33-B809-4851-A375-0CB8B51866D0}"/>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5" name=""/>
          <p:cNvCxnSpPr>
            <a:stCxn xmlns:a="http://schemas.openxmlformats.org/drawingml/2006/main" id="97" idx="3"/>
            <a:endCxn xmlns:a="http://schemas.openxmlformats.org/drawingml/2006/main" id="98" idx="1"/>
          </p:cNvCxnSpPr>
          <p:nvPr/>
        </p:nvCxnSpPr>
        <p:spPr>
          <a:xfrm xmlns:a="http://schemas.openxmlformats.org/drawingml/2006/main">
            <a:off x="2581275" y="1333500"/>
            <a:ext cx="4067175"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100" name="junction-11">
            <a:extLst xmlns:a="http://schemas.openxmlformats.org/drawingml/2006/main">
              <a:ext uri="{FF2B5EF4-FFF2-40B4-BE49-F238E27FC236}">
                <a16:creationId xmlns:a16="http://schemas.microsoft.com/office/drawing/2014/main" id="{218B50B5-EEB7-4ADD-AC2D-72651B31F605}"/>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01" name="junction-12">
            <a:extLst xmlns:a="http://schemas.openxmlformats.org/drawingml/2006/main">
              <a:ext uri="{FF2B5EF4-FFF2-40B4-BE49-F238E27FC236}">
                <a16:creationId xmlns:a16="http://schemas.microsoft.com/office/drawing/2014/main" id="{CA4ACC29-D995-4AED-9770-198D32331024}"/>
              </a:ext>
            </a:extLst>
          </p:cNvPr>
          <p:cNvSpPr>
            <a:spLocks xmlns:a="http://schemas.openxmlformats.org/drawingml/2006/main" noGrp="1"/>
          </p:cNvSpPr>
          <p:nvPr/>
        </p:nvSpPr>
        <p:spPr>
          <a:xfrm xmlns:a="http://schemas.openxmlformats.org/drawingml/2006/main">
            <a:off x="6648450" y="21431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8" name=""/>
          <p:cNvCxnSpPr>
            <a:stCxn xmlns:a="http://schemas.openxmlformats.org/drawingml/2006/main" id="100" idx="2"/>
            <a:endCxn xmlns:a="http://schemas.openxmlformats.org/drawingml/2006/main" id="101" idx="0"/>
          </p:cNvCxnSpPr>
          <p:nvPr/>
        </p:nvCxnSpPr>
        <p:spPr>
          <a:xfrm xmlns:a="http://schemas.openxmlformats.org/drawingml/2006/main">
            <a:off x="6657975" y="1343025"/>
            <a:ext cx="0" cy="800100"/>
          </a:xfrm>
          <a:prstGeom xmlns:a="http://schemas.openxmlformats.org/drawingml/2006/main" prst="straightConnector1">
            <a:avLst/>
          </a:prstGeom>
          <a:ln xmlns:a="http://schemas.openxmlformats.org/drawingml/2006/main" w="16193">
            <a:solidFill>
              <a:srgbClr val="52606B"/>
            </a:solidFill>
            <a:prstDash val="dash"/>
            <a:tailEnd type="triangle" w="med" len="med"/>
          </a:ln>
        </p:spPr>
      </p:cxnSp>
      <p:sp>
        <p:nvSpPr>
          <p:cNvPr id="103" name="target-size-note">
            <a:extLst xmlns:a="http://schemas.openxmlformats.org/drawingml/2006/main">
              <a:ext uri="{FF2B5EF4-FFF2-40B4-BE49-F238E27FC236}">
                <a16:creationId xmlns:a16="http://schemas.microsoft.com/office/drawing/2014/main" id="{4597143D-8558-4977-BCE8-5A426D286B33}"/>
              </a:ext>
            </a:extLst>
          </p:cNvPr>
          <p:cNvSpPr>
            <a:spLocks xmlns:a="http://schemas.openxmlformats.org/drawingml/2006/main" noGrp="1"/>
          </p:cNvSpPr>
          <p:nvPr/>
        </p:nvSpPr>
        <p:spPr>
          <a:xfrm xmlns:a="http://schemas.openxmlformats.org/drawingml/2006/main">
            <a:off x="4200525" y="933450"/>
            <a:ext cx="1971675"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52606B"/>
                </a:solidFill>
                <a:latin typeface="Arial"/>
                <a:ea typeface="Arial"/>
                <a:cs typeface="Arial"/>
              </a:defRPr>
            </a:pPr>
            <a:r>
              <a:rPr sz="2025" b="0">
                <a:solidFill>
                  <a:srgbClr val="52606B"/>
                </a:solidFill>
                <a:latin typeface="Arial"/>
                <a:ea typeface="Arial"/>
                <a:cs typeface="Arial"/>
              </a:rPr>
              <a:t>target size</a:t>
            </a:r>
          </a:p>
        </p:txBody>
      </p:sp>
      <p:sp>
        <p:nvSpPr>
          <p:cNvPr id="104" name="aligned-position">
            <a:extLst xmlns:a="http://schemas.openxmlformats.org/drawingml/2006/main">
              <a:ext uri="{FF2B5EF4-FFF2-40B4-BE49-F238E27FC236}">
                <a16:creationId xmlns:a16="http://schemas.microsoft.com/office/drawing/2014/main" id="{D4A3F25C-38B7-4E8D-BCCC-E12FA95D3941}"/>
              </a:ext>
            </a:extLst>
          </p:cNvPr>
          <p:cNvSpPr>
            <a:spLocks xmlns:a="http://schemas.openxmlformats.org/drawingml/2006/main" noGrp="1"/>
          </p:cNvSpPr>
          <p:nvPr/>
        </p:nvSpPr>
        <p:spPr>
          <a:xfrm xmlns:a="http://schemas.openxmlformats.org/drawingml/2006/main">
            <a:off x="10334625" y="1943100"/>
            <a:ext cx="2476500" cy="9048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Aligned patch</a:t>
            </a:r>
          </a:p>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positions</a:t>
            </a:r>
          </a:p>
        </p:txBody>
      </p:sp>
      <p:sp>
        <p:nvSpPr>
          <p:cNvPr id="105" name="same-lattice">
            <a:extLst xmlns:a="http://schemas.openxmlformats.org/drawingml/2006/main">
              <a:ext uri="{FF2B5EF4-FFF2-40B4-BE49-F238E27FC236}">
                <a16:creationId xmlns:a16="http://schemas.microsoft.com/office/drawing/2014/main" id="{EF4CD64D-3300-4F96-8392-71EB9359DD1D}"/>
              </a:ext>
            </a:extLst>
          </p:cNvPr>
          <p:cNvSpPr>
            <a:spLocks xmlns:a="http://schemas.openxmlformats.org/drawingml/2006/main" noGrp="1"/>
          </p:cNvSpPr>
          <p:nvPr/>
        </p:nvSpPr>
        <p:spPr>
          <a:xfrm xmlns:a="http://schemas.openxmlformats.org/drawingml/2006/main">
            <a:off x="9810750" y="3009900"/>
            <a:ext cx="31718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Common DINO grid</a:t>
            </a:r>
          </a:p>
        </p:txBody>
      </p:sp>
      <p:sp>
        <p:nvSpPr>
          <p:cNvPr id="106" name="rule-13">
            <a:extLst xmlns:a="http://schemas.openxmlformats.org/drawingml/2006/main">
              <a:ext uri="{FF2B5EF4-FFF2-40B4-BE49-F238E27FC236}">
                <a16:creationId xmlns:a16="http://schemas.microsoft.com/office/drawing/2014/main" id="{934E5970-0036-4516-9E96-50682FB28A55}"/>
              </a:ext>
            </a:extLst>
          </p:cNvPr>
          <p:cNvSpPr>
            <a:spLocks xmlns:a="http://schemas.openxmlformats.org/drawingml/2006/main" noGrp="1"/>
          </p:cNvSpPr>
          <p:nvPr/>
        </p:nvSpPr>
        <p:spPr>
          <a:xfrm xmlns:a="http://schemas.openxmlformats.org/drawingml/2006/main">
            <a:off x="342900" y="393382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07" name="fusion-heading">
            <a:extLst xmlns:a="http://schemas.openxmlformats.org/drawingml/2006/main">
              <a:ext uri="{FF2B5EF4-FFF2-40B4-BE49-F238E27FC236}">
                <a16:creationId xmlns:a16="http://schemas.microsoft.com/office/drawing/2014/main" id="{D66B1708-B3EE-411B-BEB3-9C1504588B5E}"/>
              </a:ext>
            </a:extLst>
          </p:cNvPr>
          <p:cNvSpPr>
            <a:spLocks xmlns:a="http://schemas.openxmlformats.org/drawingml/2006/main" noGrp="1"/>
          </p:cNvSpPr>
          <p:nvPr/>
        </p:nvSpPr>
        <p:spPr>
          <a:xfrm xmlns:a="http://schemas.openxmlformats.org/drawingml/2006/main">
            <a:off x="342900" y="4171950"/>
            <a:ext cx="126301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Per-patch magnitude calibration and concatenation</a:t>
            </a:r>
          </a:p>
        </p:txBody>
      </p:sp>
      <p:sp>
        <p:nvSpPr>
          <p:cNvPr id="108" name="dino-vector-anchor">
            <a:extLst xmlns:a="http://schemas.openxmlformats.org/drawingml/2006/main">
              <a:ext uri="{FF2B5EF4-FFF2-40B4-BE49-F238E27FC236}">
                <a16:creationId xmlns:a16="http://schemas.microsoft.com/office/drawing/2014/main" id="{457E1633-0B0E-4284-BB2B-45AD6D7CC3AD}"/>
              </a:ext>
            </a:extLst>
          </p:cNvPr>
          <p:cNvSpPr>
            <a:spLocks xmlns:a="http://schemas.openxmlformats.org/drawingml/2006/main" noGrp="1"/>
          </p:cNvSpPr>
          <p:nvPr/>
        </p:nvSpPr>
        <p:spPr>
          <a:xfrm xmlns:a="http://schemas.openxmlformats.org/drawingml/2006/main">
            <a:off x="476250" y="514350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09" name="dino-vector-0">
            <a:extLst xmlns:a="http://schemas.openxmlformats.org/drawingml/2006/main">
              <a:ext uri="{FF2B5EF4-FFF2-40B4-BE49-F238E27FC236}">
                <a16:creationId xmlns:a16="http://schemas.microsoft.com/office/drawing/2014/main" id="{174E140C-BAC7-452B-B792-4C2A0A30A350}"/>
              </a:ext>
            </a:extLst>
          </p:cNvPr>
          <p:cNvSpPr>
            <a:spLocks xmlns:a="http://schemas.openxmlformats.org/drawingml/2006/main" noGrp="1"/>
          </p:cNvSpPr>
          <p:nvPr/>
        </p:nvSpPr>
        <p:spPr>
          <a:xfrm xmlns:a="http://schemas.openxmlformats.org/drawingml/2006/main">
            <a:off x="47625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0" name="dino-vector-1">
            <a:extLst xmlns:a="http://schemas.openxmlformats.org/drawingml/2006/main">
              <a:ext uri="{FF2B5EF4-FFF2-40B4-BE49-F238E27FC236}">
                <a16:creationId xmlns:a16="http://schemas.microsoft.com/office/drawing/2014/main" id="{46A8026B-ECD4-4C00-92DD-CBC10C5DBFAA}"/>
              </a:ext>
            </a:extLst>
          </p:cNvPr>
          <p:cNvSpPr>
            <a:spLocks xmlns:a="http://schemas.openxmlformats.org/drawingml/2006/main" noGrp="1"/>
          </p:cNvSpPr>
          <p:nvPr/>
        </p:nvSpPr>
        <p:spPr>
          <a:xfrm xmlns:a="http://schemas.openxmlformats.org/drawingml/2006/main">
            <a:off x="66198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1" name="dino-vector-2">
            <a:extLst xmlns:a="http://schemas.openxmlformats.org/drawingml/2006/main">
              <a:ext uri="{FF2B5EF4-FFF2-40B4-BE49-F238E27FC236}">
                <a16:creationId xmlns:a16="http://schemas.microsoft.com/office/drawing/2014/main" id="{404DCEBB-3966-4D59-A0B0-8F6394870E55}"/>
              </a:ext>
            </a:extLst>
          </p:cNvPr>
          <p:cNvSpPr>
            <a:spLocks xmlns:a="http://schemas.openxmlformats.org/drawingml/2006/main" noGrp="1"/>
          </p:cNvSpPr>
          <p:nvPr/>
        </p:nvSpPr>
        <p:spPr>
          <a:xfrm xmlns:a="http://schemas.openxmlformats.org/drawingml/2006/main">
            <a:off x="84772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2" name="dino-vector-3">
            <a:extLst xmlns:a="http://schemas.openxmlformats.org/drawingml/2006/main">
              <a:ext uri="{FF2B5EF4-FFF2-40B4-BE49-F238E27FC236}">
                <a16:creationId xmlns:a16="http://schemas.microsoft.com/office/drawing/2014/main" id="{10E281F0-7869-4ABD-85CA-A74936D47F20}"/>
              </a:ext>
            </a:extLst>
          </p:cNvPr>
          <p:cNvSpPr>
            <a:spLocks xmlns:a="http://schemas.openxmlformats.org/drawingml/2006/main" noGrp="1"/>
          </p:cNvSpPr>
          <p:nvPr/>
        </p:nvSpPr>
        <p:spPr>
          <a:xfrm xmlns:a="http://schemas.openxmlformats.org/drawingml/2006/main">
            <a:off x="103346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3" name="dino-vector-4">
            <a:extLst xmlns:a="http://schemas.openxmlformats.org/drawingml/2006/main">
              <a:ext uri="{FF2B5EF4-FFF2-40B4-BE49-F238E27FC236}">
                <a16:creationId xmlns:a16="http://schemas.microsoft.com/office/drawing/2014/main" id="{B57C5570-8956-4D6B-ACDE-63B6C7BFBB39}"/>
              </a:ext>
            </a:extLst>
          </p:cNvPr>
          <p:cNvSpPr>
            <a:spLocks xmlns:a="http://schemas.openxmlformats.org/drawingml/2006/main" noGrp="1"/>
          </p:cNvSpPr>
          <p:nvPr/>
        </p:nvSpPr>
        <p:spPr>
          <a:xfrm xmlns:a="http://schemas.openxmlformats.org/drawingml/2006/main">
            <a:off x="121920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4" name="dino-vector-5">
            <a:extLst xmlns:a="http://schemas.openxmlformats.org/drawingml/2006/main">
              <a:ext uri="{FF2B5EF4-FFF2-40B4-BE49-F238E27FC236}">
                <a16:creationId xmlns:a16="http://schemas.microsoft.com/office/drawing/2014/main" id="{D38EF031-63E3-45F9-816A-120397AED020}"/>
              </a:ext>
            </a:extLst>
          </p:cNvPr>
          <p:cNvSpPr>
            <a:spLocks xmlns:a="http://schemas.openxmlformats.org/drawingml/2006/main" noGrp="1"/>
          </p:cNvSpPr>
          <p:nvPr/>
        </p:nvSpPr>
        <p:spPr>
          <a:xfrm xmlns:a="http://schemas.openxmlformats.org/drawingml/2006/main">
            <a:off x="140493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5" name="dino-vector-6">
            <a:extLst xmlns:a="http://schemas.openxmlformats.org/drawingml/2006/main">
              <a:ext uri="{FF2B5EF4-FFF2-40B4-BE49-F238E27FC236}">
                <a16:creationId xmlns:a16="http://schemas.microsoft.com/office/drawing/2014/main" id="{F9CE6849-FD83-42C5-994F-20F0767A3F8E}"/>
              </a:ext>
            </a:extLst>
          </p:cNvPr>
          <p:cNvSpPr>
            <a:spLocks xmlns:a="http://schemas.openxmlformats.org/drawingml/2006/main" noGrp="1"/>
          </p:cNvSpPr>
          <p:nvPr/>
        </p:nvSpPr>
        <p:spPr>
          <a:xfrm xmlns:a="http://schemas.openxmlformats.org/drawingml/2006/main">
            <a:off x="159067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6" name="dino-vector-7">
            <a:extLst xmlns:a="http://schemas.openxmlformats.org/drawingml/2006/main">
              <a:ext uri="{FF2B5EF4-FFF2-40B4-BE49-F238E27FC236}">
                <a16:creationId xmlns:a16="http://schemas.microsoft.com/office/drawing/2014/main" id="{7003E260-E8C2-4FD4-8832-7BDACC1A46E6}"/>
              </a:ext>
            </a:extLst>
          </p:cNvPr>
          <p:cNvSpPr>
            <a:spLocks xmlns:a="http://schemas.openxmlformats.org/drawingml/2006/main" noGrp="1"/>
          </p:cNvSpPr>
          <p:nvPr/>
        </p:nvSpPr>
        <p:spPr>
          <a:xfrm xmlns:a="http://schemas.openxmlformats.org/drawingml/2006/main">
            <a:off x="177641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7" name="clip-vector-anchor">
            <a:extLst xmlns:a="http://schemas.openxmlformats.org/drawingml/2006/main">
              <a:ext uri="{FF2B5EF4-FFF2-40B4-BE49-F238E27FC236}">
                <a16:creationId xmlns:a16="http://schemas.microsoft.com/office/drawing/2014/main" id="{54F63DFD-9365-49FD-8610-31B89BF23CDE}"/>
              </a:ext>
            </a:extLst>
          </p:cNvPr>
          <p:cNvSpPr>
            <a:spLocks xmlns:a="http://schemas.openxmlformats.org/drawingml/2006/main" noGrp="1"/>
          </p:cNvSpPr>
          <p:nvPr/>
        </p:nvSpPr>
        <p:spPr>
          <a:xfrm xmlns:a="http://schemas.openxmlformats.org/drawingml/2006/main">
            <a:off x="476250" y="603885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18" name="clip-vector-0">
            <a:extLst xmlns:a="http://schemas.openxmlformats.org/drawingml/2006/main">
              <a:ext uri="{FF2B5EF4-FFF2-40B4-BE49-F238E27FC236}">
                <a16:creationId xmlns:a16="http://schemas.microsoft.com/office/drawing/2014/main" id="{A15B8604-4024-4A29-80A6-DFC1BD682826}"/>
              </a:ext>
            </a:extLst>
          </p:cNvPr>
          <p:cNvSpPr>
            <a:spLocks xmlns:a="http://schemas.openxmlformats.org/drawingml/2006/main" noGrp="1"/>
          </p:cNvSpPr>
          <p:nvPr/>
        </p:nvSpPr>
        <p:spPr>
          <a:xfrm xmlns:a="http://schemas.openxmlformats.org/drawingml/2006/main">
            <a:off x="47625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19" name="clip-vector-1">
            <a:extLst xmlns:a="http://schemas.openxmlformats.org/drawingml/2006/main">
              <a:ext uri="{FF2B5EF4-FFF2-40B4-BE49-F238E27FC236}">
                <a16:creationId xmlns:a16="http://schemas.microsoft.com/office/drawing/2014/main" id="{BA66780B-76F4-4394-9CA4-FAD6A1AA0B5B}"/>
              </a:ext>
            </a:extLst>
          </p:cNvPr>
          <p:cNvSpPr>
            <a:spLocks xmlns:a="http://schemas.openxmlformats.org/drawingml/2006/main" noGrp="1"/>
          </p:cNvSpPr>
          <p:nvPr/>
        </p:nvSpPr>
        <p:spPr>
          <a:xfrm xmlns:a="http://schemas.openxmlformats.org/drawingml/2006/main">
            <a:off x="66198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0" name="clip-vector-2">
            <a:extLst xmlns:a="http://schemas.openxmlformats.org/drawingml/2006/main">
              <a:ext uri="{FF2B5EF4-FFF2-40B4-BE49-F238E27FC236}">
                <a16:creationId xmlns:a16="http://schemas.microsoft.com/office/drawing/2014/main" id="{2AEB16D3-7369-4716-BA48-DEAD52F90EB7}"/>
              </a:ext>
            </a:extLst>
          </p:cNvPr>
          <p:cNvSpPr>
            <a:spLocks xmlns:a="http://schemas.openxmlformats.org/drawingml/2006/main" noGrp="1"/>
          </p:cNvSpPr>
          <p:nvPr/>
        </p:nvSpPr>
        <p:spPr>
          <a:xfrm xmlns:a="http://schemas.openxmlformats.org/drawingml/2006/main">
            <a:off x="84772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1" name="clip-vector-3">
            <a:extLst xmlns:a="http://schemas.openxmlformats.org/drawingml/2006/main">
              <a:ext uri="{FF2B5EF4-FFF2-40B4-BE49-F238E27FC236}">
                <a16:creationId xmlns:a16="http://schemas.microsoft.com/office/drawing/2014/main" id="{6E8F8217-F1EC-4C10-81E1-5AA802193B64}"/>
              </a:ext>
            </a:extLst>
          </p:cNvPr>
          <p:cNvSpPr>
            <a:spLocks xmlns:a="http://schemas.openxmlformats.org/drawingml/2006/main" noGrp="1"/>
          </p:cNvSpPr>
          <p:nvPr/>
        </p:nvSpPr>
        <p:spPr>
          <a:xfrm xmlns:a="http://schemas.openxmlformats.org/drawingml/2006/main">
            <a:off x="103346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2" name="clip-vector-4">
            <a:extLst xmlns:a="http://schemas.openxmlformats.org/drawingml/2006/main">
              <a:ext uri="{FF2B5EF4-FFF2-40B4-BE49-F238E27FC236}">
                <a16:creationId xmlns:a16="http://schemas.microsoft.com/office/drawing/2014/main" id="{9B308D1B-CD86-4115-B94D-14C6F65126FC}"/>
              </a:ext>
            </a:extLst>
          </p:cNvPr>
          <p:cNvSpPr>
            <a:spLocks xmlns:a="http://schemas.openxmlformats.org/drawingml/2006/main" noGrp="1"/>
          </p:cNvSpPr>
          <p:nvPr/>
        </p:nvSpPr>
        <p:spPr>
          <a:xfrm xmlns:a="http://schemas.openxmlformats.org/drawingml/2006/main">
            <a:off x="121920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3" name="clip-vector-5">
            <a:extLst xmlns:a="http://schemas.openxmlformats.org/drawingml/2006/main">
              <a:ext uri="{FF2B5EF4-FFF2-40B4-BE49-F238E27FC236}">
                <a16:creationId xmlns:a16="http://schemas.microsoft.com/office/drawing/2014/main" id="{E5BB0620-A0AC-4AE2-B5F1-91E75EB687BB}"/>
              </a:ext>
            </a:extLst>
          </p:cNvPr>
          <p:cNvSpPr>
            <a:spLocks xmlns:a="http://schemas.openxmlformats.org/drawingml/2006/main" noGrp="1"/>
          </p:cNvSpPr>
          <p:nvPr/>
        </p:nvSpPr>
        <p:spPr>
          <a:xfrm xmlns:a="http://schemas.openxmlformats.org/drawingml/2006/main">
            <a:off x="140493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4" name="clip-vector-6">
            <a:extLst xmlns:a="http://schemas.openxmlformats.org/drawingml/2006/main">
              <a:ext uri="{FF2B5EF4-FFF2-40B4-BE49-F238E27FC236}">
                <a16:creationId xmlns:a16="http://schemas.microsoft.com/office/drawing/2014/main" id="{6C273A9E-85C8-4B95-A4A7-8CD1FBA72897}"/>
              </a:ext>
            </a:extLst>
          </p:cNvPr>
          <p:cNvSpPr>
            <a:spLocks xmlns:a="http://schemas.openxmlformats.org/drawingml/2006/main" noGrp="1"/>
          </p:cNvSpPr>
          <p:nvPr/>
        </p:nvSpPr>
        <p:spPr>
          <a:xfrm xmlns:a="http://schemas.openxmlformats.org/drawingml/2006/main">
            <a:off x="159067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5" name="clip-vector-7">
            <a:extLst xmlns:a="http://schemas.openxmlformats.org/drawingml/2006/main">
              <a:ext uri="{FF2B5EF4-FFF2-40B4-BE49-F238E27FC236}">
                <a16:creationId xmlns:a16="http://schemas.microsoft.com/office/drawing/2014/main" id="{C4D15049-FE54-42C9-A772-4CC01DC78C56}"/>
              </a:ext>
            </a:extLst>
          </p:cNvPr>
          <p:cNvSpPr>
            <a:spLocks xmlns:a="http://schemas.openxmlformats.org/drawingml/2006/main" noGrp="1"/>
          </p:cNvSpPr>
          <p:nvPr/>
        </p:nvSpPr>
        <p:spPr>
          <a:xfrm xmlns:a="http://schemas.openxmlformats.org/drawingml/2006/main">
            <a:off x="177641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6" name="dino-vector-symbol">
            <a:extLst xmlns:a="http://schemas.openxmlformats.org/drawingml/2006/main">
              <a:ext uri="{FF2B5EF4-FFF2-40B4-BE49-F238E27FC236}">
                <a16:creationId xmlns:a16="http://schemas.microsoft.com/office/drawing/2014/main" id="{4E17620F-A712-4B6B-9985-DC8F2BB932C0}"/>
              </a:ext>
            </a:extLst>
          </p:cNvPr>
          <p:cNvSpPr>
            <a:spLocks xmlns:a="http://schemas.openxmlformats.org/drawingml/2006/main" noGrp="1"/>
          </p:cNvSpPr>
          <p:nvPr/>
        </p:nvSpPr>
        <p:spPr>
          <a:xfrm xmlns:a="http://schemas.openxmlformats.org/drawingml/2006/main">
            <a:off x="609600" y="4667250"/>
            <a:ext cx="11525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0" i="0" baseline="-25000">
                <a:latin typeface="Cambria"/>
                <a:ea typeface="Cambria"/>
                <a:cs typeface="Cambria"/>
              </a:rPr>
              <a:t>D</a:t>
            </a:r>
            <a:r>
              <a:rPr sz="1674" b="0" i="0" baseline="-25000">
                <a:latin typeface="Cambria"/>
                <a:ea typeface="Cambria"/>
                <a:cs typeface="Cambria"/>
              </a:rPr>
              <a:t>,</a:t>
            </a:r>
            <a:r>
              <a:rPr sz="1674" b="0" i="1" baseline="-25000">
                <a:latin typeface="Cambria"/>
                <a:ea typeface="Cambria"/>
                <a:cs typeface="Cambria"/>
              </a:rPr>
              <a:t>p</a:t>
            </a:r>
          </a:p>
        </p:txBody>
      </p:sp>
      <p:sp>
        <p:nvSpPr>
          <p:cNvPr id="127" name="clip-vector-symbol">
            <a:extLst xmlns:a="http://schemas.openxmlformats.org/drawingml/2006/main">
              <a:ext uri="{FF2B5EF4-FFF2-40B4-BE49-F238E27FC236}">
                <a16:creationId xmlns:a16="http://schemas.microsoft.com/office/drawing/2014/main" id="{481910B7-F114-4065-9A02-CDDFBFEAFC38}"/>
              </a:ext>
            </a:extLst>
          </p:cNvPr>
          <p:cNvSpPr>
            <a:spLocks xmlns:a="http://schemas.openxmlformats.org/drawingml/2006/main" noGrp="1"/>
          </p:cNvSpPr>
          <p:nvPr/>
        </p:nvSpPr>
        <p:spPr>
          <a:xfrm xmlns:a="http://schemas.openxmlformats.org/drawingml/2006/main">
            <a:off x="228600" y="6477000"/>
            <a:ext cx="19907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f</a:t>
            </a:r>
            <a:r>
              <a:rPr sz="1566" b="0" i="0" baseline="-25000">
                <a:latin typeface="Cambria"/>
                <a:ea typeface="Cambria"/>
                <a:cs typeface="Cambria"/>
              </a:rPr>
              <a:t>C</a:t>
            </a:r>
            <a:r>
              <a:rPr sz="1566" b="0" i="0" baseline="-25000">
                <a:latin typeface="Cambria"/>
                <a:ea typeface="Cambria"/>
                <a:cs typeface="Cambria"/>
              </a:rPr>
              <a:t>→</a:t>
            </a:r>
            <a:r>
              <a:rPr sz="1566" b="0" i="0" baseline="-25000">
                <a:latin typeface="Cambria"/>
                <a:ea typeface="Cambria"/>
                <a:cs typeface="Cambria"/>
              </a:rPr>
              <a:t>D</a:t>
            </a:r>
            <a:r>
              <a:rPr sz="1566" b="0" i="0" baseline="-25000">
                <a:latin typeface="Cambria"/>
                <a:ea typeface="Cambria"/>
                <a:cs typeface="Cambria"/>
              </a:rPr>
              <a:t>,</a:t>
            </a:r>
            <a:r>
              <a:rPr sz="1566" b="0" i="1" baseline="-25000">
                <a:latin typeface="Cambria"/>
                <a:ea typeface="Cambria"/>
                <a:cs typeface="Cambria"/>
              </a:rPr>
              <a:t>p</a:t>
            </a:r>
          </a:p>
        </p:txBody>
      </p:sp>
      <p:sp>
        <p:nvSpPr>
          <p:cNvPr id="128" name="branch-norm-d">
            <a:extLst xmlns:a="http://schemas.openxmlformats.org/drawingml/2006/main">
              <a:ext uri="{FF2B5EF4-FFF2-40B4-BE49-F238E27FC236}">
                <a16:creationId xmlns:a16="http://schemas.microsoft.com/office/drawing/2014/main" id="{6F435B8A-519A-4108-B163-6AE60C5B3153}"/>
              </a:ext>
            </a:extLst>
          </p:cNvPr>
          <p:cNvSpPr>
            <a:spLocks xmlns:a="http://schemas.openxmlformats.org/drawingml/2006/main" noGrp="1"/>
          </p:cNvSpPr>
          <p:nvPr/>
        </p:nvSpPr>
        <p:spPr>
          <a:xfrm xmlns:a="http://schemas.openxmlformats.org/drawingml/2006/main">
            <a:off x="2505075" y="4924425"/>
            <a:ext cx="1533525"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sp>
        <p:nvSpPr>
          <p:cNvPr id="129" name="branch-norm-c">
            <a:extLst xmlns:a="http://schemas.openxmlformats.org/drawingml/2006/main">
              <a:ext uri="{FF2B5EF4-FFF2-40B4-BE49-F238E27FC236}">
                <a16:creationId xmlns:a16="http://schemas.microsoft.com/office/drawing/2014/main" id="{D9422D1A-1023-46F5-9292-5D9A5599844D}"/>
              </a:ext>
            </a:extLst>
          </p:cNvPr>
          <p:cNvSpPr>
            <a:spLocks xmlns:a="http://schemas.openxmlformats.org/drawingml/2006/main" noGrp="1"/>
          </p:cNvSpPr>
          <p:nvPr/>
        </p:nvSpPr>
        <p:spPr>
          <a:xfrm xmlns:a="http://schemas.openxmlformats.org/drawingml/2006/main">
            <a:off x="2505075" y="5800725"/>
            <a:ext cx="1533525"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cxnSp>
        <p:nvCxnSpPr>
          <p:cNvPr id="286" name=""/>
          <p:cNvCxnSpPr>
            <a:stCxn xmlns:a="http://schemas.openxmlformats.org/drawingml/2006/main" id="108" idx="3"/>
            <a:endCxn xmlns:a="http://schemas.openxmlformats.org/drawingml/2006/main" id="128" idx="1"/>
          </p:cNvCxnSpPr>
          <p:nvPr/>
        </p:nvCxnSpPr>
        <p:spPr>
          <a:xfrm xmlns:a="http://schemas.openxmlformats.org/drawingml/2006/main" flipV="1">
            <a:off x="1962150" y="5291138"/>
            <a:ext cx="542925" cy="238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87" name=""/>
          <p:cNvCxnSpPr>
            <a:stCxn xmlns:a="http://schemas.openxmlformats.org/drawingml/2006/main" id="117" idx="3"/>
            <a:endCxn xmlns:a="http://schemas.openxmlformats.org/drawingml/2006/main" id="129" idx="1"/>
          </p:cNvCxnSpPr>
          <p:nvPr/>
        </p:nvCxnSpPr>
        <p:spPr>
          <a:xfrm xmlns:a="http://schemas.openxmlformats.org/drawingml/2006/main" flipV="1">
            <a:off x="1962150" y="6167438"/>
            <a:ext cx="542925" cy="42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32" name="scale-d">
            <a:extLst xmlns:a="http://schemas.openxmlformats.org/drawingml/2006/main">
              <a:ext uri="{FF2B5EF4-FFF2-40B4-BE49-F238E27FC236}">
                <a16:creationId xmlns:a16="http://schemas.microsoft.com/office/drawing/2014/main" id="{10545945-3A7E-4DF5-A8ED-C4E92784B08C}"/>
              </a:ext>
            </a:extLst>
          </p:cNvPr>
          <p:cNvSpPr>
            <a:spLocks xmlns:a="http://schemas.openxmlformats.org/drawingml/2006/main" noGrp="1"/>
          </p:cNvSpPr>
          <p:nvPr/>
        </p:nvSpPr>
        <p:spPr>
          <a:xfrm xmlns:a="http://schemas.openxmlformats.org/drawingml/2006/main">
            <a:off x="4619625" y="4924425"/>
            <a:ext cx="1200150"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sp>
        <p:nvSpPr>
          <p:cNvPr id="133" name="scale-c">
            <a:extLst xmlns:a="http://schemas.openxmlformats.org/drawingml/2006/main">
              <a:ext uri="{FF2B5EF4-FFF2-40B4-BE49-F238E27FC236}">
                <a16:creationId xmlns:a16="http://schemas.microsoft.com/office/drawing/2014/main" id="{23ECB80B-95F9-4B49-BA1C-62CBD055F090}"/>
              </a:ext>
            </a:extLst>
          </p:cNvPr>
          <p:cNvSpPr>
            <a:spLocks xmlns:a="http://schemas.openxmlformats.org/drawingml/2006/main" noGrp="1"/>
          </p:cNvSpPr>
          <p:nvPr/>
        </p:nvSpPr>
        <p:spPr>
          <a:xfrm xmlns:a="http://schemas.openxmlformats.org/drawingml/2006/main">
            <a:off x="4619625" y="5800725"/>
            <a:ext cx="1200150"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cxnSp>
        <p:nvCxnSpPr>
          <p:cNvPr id="290" name=""/>
          <p:cNvCxnSpPr>
            <a:stCxn xmlns:a="http://schemas.openxmlformats.org/drawingml/2006/main" id="128" idx="3"/>
            <a:endCxn xmlns:a="http://schemas.openxmlformats.org/drawingml/2006/main" id="132" idx="1"/>
          </p:cNvCxnSpPr>
          <p:nvPr/>
        </p:nvCxnSpPr>
        <p:spPr>
          <a:xfrm xmlns:a="http://schemas.openxmlformats.org/drawingml/2006/main">
            <a:off x="4038600" y="52911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291" name=""/>
          <p:cNvCxnSpPr>
            <a:stCxn xmlns:a="http://schemas.openxmlformats.org/drawingml/2006/main" id="129" idx="3"/>
            <a:endCxn xmlns:a="http://schemas.openxmlformats.org/drawingml/2006/main" id="133" idx="1"/>
          </p:cNvCxnSpPr>
          <p:nvPr/>
        </p:nvCxnSpPr>
        <p:spPr>
          <a:xfrm xmlns:a="http://schemas.openxmlformats.org/drawingml/2006/main">
            <a:off x="4038600" y="61674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36" name="normalized-dino">
            <a:extLst xmlns:a="http://schemas.openxmlformats.org/drawingml/2006/main">
              <a:ext uri="{FF2B5EF4-FFF2-40B4-BE49-F238E27FC236}">
                <a16:creationId xmlns:a16="http://schemas.microsoft.com/office/drawing/2014/main" id="{8AADFA2A-84C6-4D57-A3C8-26234C7478E7}"/>
              </a:ext>
            </a:extLst>
          </p:cNvPr>
          <p:cNvSpPr>
            <a:spLocks xmlns:a="http://schemas.openxmlformats.org/drawingml/2006/main" noGrp="1"/>
          </p:cNvSpPr>
          <p:nvPr/>
        </p:nvSpPr>
        <p:spPr>
          <a:xfrm xmlns:a="http://schemas.openxmlformats.org/drawingml/2006/main">
            <a:off x="2905125" y="4572000"/>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0" i="0" baseline="-25000">
                <a:latin typeface="Cambria"/>
                <a:ea typeface="Cambria"/>
                <a:cs typeface="Cambria"/>
              </a:rPr>
              <a:t>D</a:t>
            </a:r>
            <a:r>
              <a:rPr sz="1458" b="0" i="0" baseline="-25000">
                <a:latin typeface="Cambria"/>
                <a:ea typeface="Cambria"/>
                <a:cs typeface="Cambria"/>
              </a:rPr>
              <a:t>,</a:t>
            </a:r>
            <a:r>
              <a:rPr sz="1458" b="0" i="1" baseline="-25000">
                <a:latin typeface="Cambria"/>
                <a:ea typeface="Cambria"/>
                <a:cs typeface="Cambria"/>
              </a:rPr>
              <a:t>p</a:t>
            </a:r>
          </a:p>
        </p:txBody>
      </p:sp>
      <p:sp>
        <p:nvSpPr>
          <p:cNvPr id="137" name="normalized-clip">
            <a:extLst xmlns:a="http://schemas.openxmlformats.org/drawingml/2006/main">
              <a:ext uri="{FF2B5EF4-FFF2-40B4-BE49-F238E27FC236}">
                <a16:creationId xmlns:a16="http://schemas.microsoft.com/office/drawing/2014/main" id="{760569D8-2FDE-4A90-80A6-94DF41016E4E}"/>
              </a:ext>
            </a:extLst>
          </p:cNvPr>
          <p:cNvSpPr>
            <a:spLocks xmlns:a="http://schemas.openxmlformats.org/drawingml/2006/main" noGrp="1"/>
          </p:cNvSpPr>
          <p:nvPr/>
        </p:nvSpPr>
        <p:spPr>
          <a:xfrm xmlns:a="http://schemas.openxmlformats.org/drawingml/2006/main">
            <a:off x="2905125" y="6562725"/>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0" i="0" baseline="-25000">
                <a:latin typeface="Cambria"/>
                <a:ea typeface="Cambria"/>
                <a:cs typeface="Cambria"/>
              </a:rPr>
              <a:t>C</a:t>
            </a:r>
            <a:r>
              <a:rPr sz="1458" b="0" i="0" baseline="-25000">
                <a:latin typeface="Cambria"/>
                <a:ea typeface="Cambria"/>
                <a:cs typeface="Cambria"/>
              </a:rPr>
              <a:t>,</a:t>
            </a:r>
            <a:r>
              <a:rPr sz="1458" b="0" i="1" baseline="-25000">
                <a:latin typeface="Cambria"/>
                <a:ea typeface="Cambria"/>
                <a:cs typeface="Cambria"/>
              </a:rPr>
              <a:t>p</a:t>
            </a:r>
          </a:p>
        </p:txBody>
      </p:sp>
      <p:sp>
        <p:nvSpPr>
          <p:cNvPr id="138" name="concatenation">
            <a:extLst xmlns:a="http://schemas.openxmlformats.org/drawingml/2006/main">
              <a:ext uri="{FF2B5EF4-FFF2-40B4-BE49-F238E27FC236}">
                <a16:creationId xmlns:a16="http://schemas.microsoft.com/office/drawing/2014/main" id="{81BCEA5A-FD6B-419F-B1D3-AA713EF48B1E}"/>
              </a:ext>
            </a:extLst>
          </p:cNvPr>
          <p:cNvSpPr>
            <a:spLocks xmlns:a="http://schemas.openxmlformats.org/drawingml/2006/main" noGrp="1"/>
          </p:cNvSpPr>
          <p:nvPr/>
        </p:nvSpPr>
        <p:spPr>
          <a:xfrm xmlns:a="http://schemas.openxmlformats.org/drawingml/2006/main">
            <a:off x="6457950" y="5276850"/>
            <a:ext cx="2162175"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Channel</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concatenation</a:t>
            </a:r>
          </a:p>
        </p:txBody>
      </p:sp>
      <p:cxnSp>
        <p:nvCxnSpPr>
          <p:cNvPr id="295" name=""/>
          <p:cNvCxnSpPr>
            <a:stCxn xmlns:a="http://schemas.openxmlformats.org/drawingml/2006/main" id="132" idx="3"/>
            <a:endCxn xmlns:a="http://schemas.openxmlformats.org/drawingml/2006/main" id="138" idx="1"/>
          </p:cNvCxnSpPr>
          <p:nvPr/>
        </p:nvCxnSpPr>
        <p:spPr>
          <a:xfrm xmlns:a="http://schemas.openxmlformats.org/drawingml/2006/main">
            <a:off x="5819775" y="5291138"/>
            <a:ext cx="638175" cy="45243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96" name=""/>
          <p:cNvCxnSpPr>
            <a:stCxn xmlns:a="http://schemas.openxmlformats.org/drawingml/2006/main" id="133" idx="3"/>
            <a:endCxn xmlns:a="http://schemas.openxmlformats.org/drawingml/2006/main" id="138" idx="1"/>
          </p:cNvCxnSpPr>
          <p:nvPr/>
        </p:nvCxnSpPr>
        <p:spPr>
          <a:xfrm xmlns:a="http://schemas.openxmlformats.org/drawingml/2006/main" flipV="1">
            <a:off x="5819775" y="5743575"/>
            <a:ext cx="638175" cy="423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41" name="joint-norm">
            <a:extLst xmlns:a="http://schemas.openxmlformats.org/drawingml/2006/main">
              <a:ext uri="{FF2B5EF4-FFF2-40B4-BE49-F238E27FC236}">
                <a16:creationId xmlns:a16="http://schemas.microsoft.com/office/drawing/2014/main" id="{DF94A4FE-B8D0-4D67-A7EA-73165226CB38}"/>
              </a:ext>
            </a:extLst>
          </p:cNvPr>
          <p:cNvSpPr>
            <a:spLocks xmlns:a="http://schemas.openxmlformats.org/drawingml/2006/main" noGrp="1"/>
          </p:cNvSpPr>
          <p:nvPr/>
        </p:nvSpPr>
        <p:spPr>
          <a:xfrm xmlns:a="http://schemas.openxmlformats.org/drawingml/2006/main">
            <a:off x="9210675" y="5276850"/>
            <a:ext cx="1562100"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Joint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ℓ₂ norm</a:t>
            </a:r>
          </a:p>
        </p:txBody>
      </p:sp>
      <p:cxnSp>
        <p:nvCxnSpPr>
          <p:cNvPr id="298" name=""/>
          <p:cNvCxnSpPr>
            <a:stCxn xmlns:a="http://schemas.openxmlformats.org/drawingml/2006/main" id="138" idx="3"/>
            <a:endCxn xmlns:a="http://schemas.openxmlformats.org/drawingml/2006/main" id="141" idx="1"/>
          </p:cNvCxnSpPr>
          <p:nvPr/>
        </p:nvCxnSpPr>
        <p:spPr>
          <a:xfrm xmlns:a="http://schemas.openxmlformats.org/drawingml/2006/main">
            <a:off x="8620125" y="5743575"/>
            <a:ext cx="5905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43" name="fused-dino-half-anchor">
            <a:extLst xmlns:a="http://schemas.openxmlformats.org/drawingml/2006/main">
              <a:ext uri="{FF2B5EF4-FFF2-40B4-BE49-F238E27FC236}">
                <a16:creationId xmlns:a16="http://schemas.microsoft.com/office/drawing/2014/main" id="{7EEA418B-E85F-48FB-A815-D40538981788}"/>
              </a:ext>
            </a:extLst>
          </p:cNvPr>
          <p:cNvSpPr>
            <a:spLocks xmlns:a="http://schemas.openxmlformats.org/drawingml/2006/main" noGrp="1"/>
          </p:cNvSpPr>
          <p:nvPr/>
        </p:nvSpPr>
        <p:spPr>
          <a:xfrm xmlns:a="http://schemas.openxmlformats.org/drawingml/2006/main">
            <a:off x="11344275"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4" name="fused-dino-half-0">
            <a:extLst xmlns:a="http://schemas.openxmlformats.org/drawingml/2006/main">
              <a:ext uri="{FF2B5EF4-FFF2-40B4-BE49-F238E27FC236}">
                <a16:creationId xmlns:a16="http://schemas.microsoft.com/office/drawing/2014/main" id="{FE713B19-32BF-4244-B1D8-23B557457602}"/>
              </a:ext>
            </a:extLst>
          </p:cNvPr>
          <p:cNvSpPr>
            <a:spLocks xmlns:a="http://schemas.openxmlformats.org/drawingml/2006/main" noGrp="1"/>
          </p:cNvSpPr>
          <p:nvPr/>
        </p:nvSpPr>
        <p:spPr>
          <a:xfrm xmlns:a="http://schemas.openxmlformats.org/drawingml/2006/main">
            <a:off x="11344275"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5" name="fused-dino-half-1">
            <a:extLst xmlns:a="http://schemas.openxmlformats.org/drawingml/2006/main">
              <a:ext uri="{FF2B5EF4-FFF2-40B4-BE49-F238E27FC236}">
                <a16:creationId xmlns:a16="http://schemas.microsoft.com/office/drawing/2014/main" id="{1EFEA3AA-60BF-4E2A-AF54-676B6938BA62}"/>
              </a:ext>
            </a:extLst>
          </p:cNvPr>
          <p:cNvSpPr>
            <a:spLocks xmlns:a="http://schemas.openxmlformats.org/drawingml/2006/main" noGrp="1"/>
          </p:cNvSpPr>
          <p:nvPr/>
        </p:nvSpPr>
        <p:spPr>
          <a:xfrm xmlns:a="http://schemas.openxmlformats.org/drawingml/2006/main">
            <a:off x="11522869"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6" name="fused-dino-half-2">
            <a:extLst xmlns:a="http://schemas.openxmlformats.org/drawingml/2006/main">
              <a:ext uri="{FF2B5EF4-FFF2-40B4-BE49-F238E27FC236}">
                <a16:creationId xmlns:a16="http://schemas.microsoft.com/office/drawing/2014/main" id="{A549F794-6732-4746-B1E5-6770763687B6}"/>
              </a:ext>
            </a:extLst>
          </p:cNvPr>
          <p:cNvSpPr>
            <a:spLocks xmlns:a="http://schemas.openxmlformats.org/drawingml/2006/main" noGrp="1"/>
          </p:cNvSpPr>
          <p:nvPr/>
        </p:nvSpPr>
        <p:spPr>
          <a:xfrm xmlns:a="http://schemas.openxmlformats.org/drawingml/2006/main">
            <a:off x="11701463"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7" name="fused-dino-half-3">
            <a:extLst xmlns:a="http://schemas.openxmlformats.org/drawingml/2006/main">
              <a:ext uri="{FF2B5EF4-FFF2-40B4-BE49-F238E27FC236}">
                <a16:creationId xmlns:a16="http://schemas.microsoft.com/office/drawing/2014/main" id="{EAADD6BA-563D-4519-9B39-2AD9F2D4D1A8}"/>
              </a:ext>
            </a:extLst>
          </p:cNvPr>
          <p:cNvSpPr>
            <a:spLocks xmlns:a="http://schemas.openxmlformats.org/drawingml/2006/main" noGrp="1"/>
          </p:cNvSpPr>
          <p:nvPr/>
        </p:nvSpPr>
        <p:spPr>
          <a:xfrm xmlns:a="http://schemas.openxmlformats.org/drawingml/2006/main">
            <a:off x="11880056"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8" name="fused-clip-half-anchor">
            <a:extLst xmlns:a="http://schemas.openxmlformats.org/drawingml/2006/main">
              <a:ext uri="{FF2B5EF4-FFF2-40B4-BE49-F238E27FC236}">
                <a16:creationId xmlns:a16="http://schemas.microsoft.com/office/drawing/2014/main" id="{E27A41C4-05BD-40F1-AF24-CE32E26D0016}"/>
              </a:ext>
            </a:extLst>
          </p:cNvPr>
          <p:cNvSpPr>
            <a:spLocks xmlns:a="http://schemas.openxmlformats.org/drawingml/2006/main" noGrp="1"/>
          </p:cNvSpPr>
          <p:nvPr/>
        </p:nvSpPr>
        <p:spPr>
          <a:xfrm xmlns:a="http://schemas.openxmlformats.org/drawingml/2006/main">
            <a:off x="12058650"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9" name="fused-clip-half-0">
            <a:extLst xmlns:a="http://schemas.openxmlformats.org/drawingml/2006/main">
              <a:ext uri="{FF2B5EF4-FFF2-40B4-BE49-F238E27FC236}">
                <a16:creationId xmlns:a16="http://schemas.microsoft.com/office/drawing/2014/main" id="{E66F7A68-33BF-4CCE-BDA9-C1F1D0D7E946}"/>
              </a:ext>
            </a:extLst>
          </p:cNvPr>
          <p:cNvSpPr>
            <a:spLocks xmlns:a="http://schemas.openxmlformats.org/drawingml/2006/main" noGrp="1"/>
          </p:cNvSpPr>
          <p:nvPr/>
        </p:nvSpPr>
        <p:spPr>
          <a:xfrm xmlns:a="http://schemas.openxmlformats.org/drawingml/2006/main">
            <a:off x="12058650"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0" name="fused-clip-half-1">
            <a:extLst xmlns:a="http://schemas.openxmlformats.org/drawingml/2006/main">
              <a:ext uri="{FF2B5EF4-FFF2-40B4-BE49-F238E27FC236}">
                <a16:creationId xmlns:a16="http://schemas.microsoft.com/office/drawing/2014/main" id="{6245906E-3D59-4BF6-9967-F6C5E92CD7F5}"/>
              </a:ext>
            </a:extLst>
          </p:cNvPr>
          <p:cNvSpPr>
            <a:spLocks xmlns:a="http://schemas.openxmlformats.org/drawingml/2006/main" noGrp="1"/>
          </p:cNvSpPr>
          <p:nvPr/>
        </p:nvSpPr>
        <p:spPr>
          <a:xfrm xmlns:a="http://schemas.openxmlformats.org/drawingml/2006/main">
            <a:off x="12237244"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1" name="fused-clip-half-2">
            <a:extLst xmlns:a="http://schemas.openxmlformats.org/drawingml/2006/main">
              <a:ext uri="{FF2B5EF4-FFF2-40B4-BE49-F238E27FC236}">
                <a16:creationId xmlns:a16="http://schemas.microsoft.com/office/drawing/2014/main" id="{7658A3CE-5243-4B23-AA1C-3AF9ED169DDC}"/>
              </a:ext>
            </a:extLst>
          </p:cNvPr>
          <p:cNvSpPr>
            <a:spLocks xmlns:a="http://schemas.openxmlformats.org/drawingml/2006/main" noGrp="1"/>
          </p:cNvSpPr>
          <p:nvPr/>
        </p:nvSpPr>
        <p:spPr>
          <a:xfrm xmlns:a="http://schemas.openxmlformats.org/drawingml/2006/main">
            <a:off x="12415838"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2" name="fused-clip-half-3">
            <a:extLst xmlns:a="http://schemas.openxmlformats.org/drawingml/2006/main">
              <a:ext uri="{FF2B5EF4-FFF2-40B4-BE49-F238E27FC236}">
                <a16:creationId xmlns:a16="http://schemas.microsoft.com/office/drawing/2014/main" id="{C7404E0F-DD8F-4CAB-A0E5-773012C16D78}"/>
              </a:ext>
            </a:extLst>
          </p:cNvPr>
          <p:cNvSpPr>
            <a:spLocks xmlns:a="http://schemas.openxmlformats.org/drawingml/2006/main" noGrp="1"/>
          </p:cNvSpPr>
          <p:nvPr/>
        </p:nvSpPr>
        <p:spPr>
          <a:xfrm xmlns:a="http://schemas.openxmlformats.org/drawingml/2006/main">
            <a:off x="12594431"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cxnSp>
        <p:nvCxnSpPr>
          <p:cNvPr id="309" name=""/>
          <p:cNvCxnSpPr>
            <a:stCxn xmlns:a="http://schemas.openxmlformats.org/drawingml/2006/main" id="141" idx="3"/>
            <a:endCxn xmlns:a="http://schemas.openxmlformats.org/drawingml/2006/main" id="143" idx="1"/>
          </p:cNvCxnSpPr>
          <p:nvPr/>
        </p:nvCxnSpPr>
        <p:spPr>
          <a:xfrm xmlns:a="http://schemas.openxmlformats.org/drawingml/2006/main" flipV="1">
            <a:off x="10772775" y="5624513"/>
            <a:ext cx="5715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54" name="fused-symbol">
            <a:extLst xmlns:a="http://schemas.openxmlformats.org/drawingml/2006/main">
              <a:ext uri="{FF2B5EF4-FFF2-40B4-BE49-F238E27FC236}">
                <a16:creationId xmlns:a16="http://schemas.microsoft.com/office/drawing/2014/main" id="{A9999596-68C2-4178-B211-26DE17C6B9EB}"/>
              </a:ext>
            </a:extLst>
          </p:cNvPr>
          <p:cNvSpPr>
            <a:spLocks xmlns:a="http://schemas.openxmlformats.org/drawingml/2006/main" noGrp="1"/>
          </p:cNvSpPr>
          <p:nvPr/>
        </p:nvSpPr>
        <p:spPr>
          <a:xfrm xmlns:a="http://schemas.openxmlformats.org/drawingml/2006/main">
            <a:off x="11344275" y="4772025"/>
            <a:ext cx="14287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0" i="0" baseline="-25000">
                <a:latin typeface="Cambria"/>
                <a:ea typeface="Cambria"/>
                <a:cs typeface="Cambria"/>
              </a:rPr>
              <a:t>A</a:t>
            </a:r>
            <a:r>
              <a:rPr sz="1728" b="0" i="0" baseline="-25000">
                <a:latin typeface="Cambria"/>
                <a:ea typeface="Cambria"/>
                <a:cs typeface="Cambria"/>
              </a:rPr>
              <a:t>,</a:t>
            </a:r>
            <a:r>
              <a:rPr sz="1728" b="0" i="1" baseline="-25000">
                <a:latin typeface="Cambria"/>
                <a:ea typeface="Cambria"/>
                <a:cs typeface="Cambria"/>
              </a:rPr>
              <a:t>p</a:t>
            </a:r>
          </a:p>
        </p:txBody>
      </p:sp>
      <p:sp>
        <p:nvSpPr>
          <p:cNvPr id="155" name="fused-size">
            <a:extLst xmlns:a="http://schemas.openxmlformats.org/drawingml/2006/main">
              <a:ext uri="{FF2B5EF4-FFF2-40B4-BE49-F238E27FC236}">
                <a16:creationId xmlns:a16="http://schemas.microsoft.com/office/drawing/2014/main" id="{57F8347B-A29D-4796-92A4-F590E3394A84}"/>
              </a:ext>
            </a:extLst>
          </p:cNvPr>
          <p:cNvSpPr>
            <a:spLocks xmlns:a="http://schemas.openxmlformats.org/drawingml/2006/main" noGrp="1"/>
          </p:cNvSpPr>
          <p:nvPr/>
        </p:nvSpPr>
        <p:spPr>
          <a:xfrm xmlns:a="http://schemas.openxmlformats.org/drawingml/2006/main">
            <a:off x="11191875" y="6162675"/>
            <a:ext cx="17811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1536-D</a:t>
            </a:r>
          </a:p>
        </p:txBody>
      </p:sp>
      <p:sp>
        <p:nvSpPr>
          <p:cNvPr id="156" name="fusion-formula">
            <a:extLst xmlns:a="http://schemas.openxmlformats.org/drawingml/2006/main">
              <a:ext uri="{FF2B5EF4-FFF2-40B4-BE49-F238E27FC236}">
                <a16:creationId xmlns:a16="http://schemas.microsoft.com/office/drawing/2014/main" id="{D7CD729C-7F3F-4C3D-9AF7-646D080200F1}"/>
              </a:ext>
            </a:extLst>
          </p:cNvPr>
          <p:cNvSpPr>
            <a:spLocks xmlns:a="http://schemas.openxmlformats.org/drawingml/2006/main" noGrp="1"/>
          </p:cNvSpPr>
          <p:nvPr/>
        </p:nvSpPr>
        <p:spPr>
          <a:xfrm xmlns:a="http://schemas.openxmlformats.org/drawingml/2006/main">
            <a:off x="2667000" y="7000875"/>
            <a:ext cx="8639175"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0" i="0" baseline="-25000">
                <a:latin typeface="Cambria"/>
                <a:ea typeface="Cambria"/>
                <a:cs typeface="Cambria"/>
              </a:rPr>
              <a:t>A</a:t>
            </a:r>
            <a:r>
              <a:rPr sz="1728" b="0" i="0" baseline="-25000">
                <a:latin typeface="Cambria"/>
                <a:ea typeface="Cambria"/>
                <a:cs typeface="Cambria"/>
              </a:rPr>
              <a:t>,</a:t>
            </a:r>
            <a:r>
              <a:rPr sz="1728" b="0" i="1" baseline="-25000">
                <a:latin typeface="Cambria"/>
                <a:ea typeface="Cambria"/>
                <a:cs typeface="Cambria"/>
              </a:rPr>
              <a:t>p</a:t>
            </a:r>
            <a:r>
              <a:rPr sz="2400">
                <a:latin typeface="Cambria"/>
                <a:ea typeface="Cambria"/>
                <a:cs typeface="Cambria"/>
              </a:rPr>
              <a:t> = Norm([0.5 </a:t>
            </a:r>
            <a:r>
              <a:rPr sz="2400" b="1" i="1">
                <a:latin typeface="Cambria"/>
                <a:ea typeface="Cambria"/>
                <a:cs typeface="Cambria"/>
              </a:rPr>
              <a:t>g</a:t>
            </a:r>
            <a:r>
              <a:rPr sz="1728" b="0" i="0" baseline="-25000">
                <a:latin typeface="Cambria"/>
                <a:ea typeface="Cambria"/>
                <a:cs typeface="Cambria"/>
              </a:rPr>
              <a:t>D</a:t>
            </a:r>
            <a:r>
              <a:rPr sz="1728" b="0" i="0" baseline="-25000">
                <a:latin typeface="Cambria"/>
                <a:ea typeface="Cambria"/>
                <a:cs typeface="Cambria"/>
              </a:rPr>
              <a:t>,</a:t>
            </a:r>
            <a:r>
              <a:rPr sz="1728" b="0" i="1" baseline="-25000">
                <a:latin typeface="Cambria"/>
                <a:ea typeface="Cambria"/>
                <a:cs typeface="Cambria"/>
              </a:rPr>
              <a:t>p</a:t>
            </a:r>
            <a:r>
              <a:rPr sz="2400">
                <a:latin typeface="Cambria"/>
                <a:ea typeface="Cambria"/>
                <a:cs typeface="Cambria"/>
              </a:rPr>
              <a:t>, 0.5 </a:t>
            </a:r>
            <a:r>
              <a:rPr sz="2400" b="1" i="1">
                <a:latin typeface="Cambria"/>
                <a:ea typeface="Cambria"/>
                <a:cs typeface="Cambria"/>
              </a:rPr>
              <a:t>g</a:t>
            </a:r>
            <a:r>
              <a:rPr sz="1728" b="0" i="0" baseline="-25000">
                <a:latin typeface="Cambria"/>
                <a:ea typeface="Cambria"/>
                <a:cs typeface="Cambria"/>
              </a:rPr>
              <a:t>C</a:t>
            </a:r>
            <a:r>
              <a:rPr sz="1728" b="0" i="0" baseline="-25000">
                <a:latin typeface="Cambria"/>
                <a:ea typeface="Cambria"/>
                <a:cs typeface="Cambria"/>
              </a:rPr>
              <a:t>,</a:t>
            </a:r>
            <a:r>
              <a:rPr sz="1728" b="0" i="1" baseline="-25000">
                <a:latin typeface="Cambria"/>
                <a:ea typeface="Cambria"/>
                <a:cs typeface="Cambria"/>
              </a:rPr>
              <a:t>p</a:t>
            </a:r>
            <a:r>
              <a:rPr sz="2400">
                <a:latin typeface="Cambria"/>
                <a:ea typeface="Cambria"/>
                <a:cs typeface="Cambria"/>
              </a:rPr>
              <a:t>])</a:t>
            </a:r>
          </a:p>
        </p:txBody>
      </p:sp>
    </p:spTree>
    <p:extLst>
      <p:ext uri="{BB962C8B-B14F-4D97-AF65-F5344CB8AC3E}">
        <p14:creationId xmlns:p14="http://schemas.microsoft.com/office/powerpoint/2010/main" val="10600471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itle">
            <a:extLst xmlns:a="http://schemas.openxmlformats.org/drawingml/2006/main">
              <a:ext uri="{FF2B5EF4-FFF2-40B4-BE49-F238E27FC236}">
                <a16:creationId xmlns:a16="http://schemas.microsoft.com/office/drawing/2014/main" id="{CE9312A9-C1E3-48B4-A9BE-2FAE57645990}"/>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Normal memory and anomaly scoring</a:t>
            </a:r>
          </a:p>
        </p:txBody>
      </p:sp>
      <p:sp>
        <p:nvSpPr>
          <p:cNvPr id="2" name="build-heading">
            <a:extLst xmlns:a="http://schemas.openxmlformats.org/drawingml/2006/main">
              <a:ext uri="{FF2B5EF4-FFF2-40B4-BE49-F238E27FC236}">
                <a16:creationId xmlns:a16="http://schemas.microsoft.com/office/drawing/2014/main" id="{6675A6EB-C774-43FE-8E9C-1EDC10CC303A}"/>
              </a:ext>
            </a:extLst>
          </p:cNvPr>
          <p:cNvSpPr>
            <a:spLocks xmlns:a="http://schemas.openxmlformats.org/drawingml/2006/main" noGrp="1"/>
          </p:cNvSpPr>
          <p:nvPr/>
        </p:nvSpPr>
        <p:spPr>
          <a:xfrm xmlns:a="http://schemas.openxmlformats.org/drawingml/2006/main">
            <a:off x="342900" y="866775"/>
            <a:ext cx="126396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Category-specific memory construction</a:t>
            </a:r>
          </a:p>
        </p:txBody>
      </p:sp>
      <p:sp>
        <p:nvSpPr>
          <p:cNvPr id="3" name="support-patches">
            <a:extLst xmlns:a="http://schemas.openxmlformats.org/drawingml/2006/main">
              <a:ext uri="{FF2B5EF4-FFF2-40B4-BE49-F238E27FC236}">
                <a16:creationId xmlns:a16="http://schemas.microsoft.com/office/drawing/2014/main" id="{3B119A7E-0EB4-43C5-B54D-02B3FBA6AC89}"/>
              </a:ext>
            </a:extLst>
          </p:cNvPr>
          <p:cNvSpPr>
            <a:spLocks xmlns:a="http://schemas.openxmlformats.org/drawingml/2006/main" noGrp="1"/>
          </p:cNvSpPr>
          <p:nvPr/>
        </p:nvSpPr>
        <p:spPr>
          <a:xfrm xmlns:a="http://schemas.openxmlformats.org/drawingml/2006/main">
            <a:off x="381000" y="1724025"/>
            <a:ext cx="2914650" cy="1219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 normal support images</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 patches per image</a:t>
            </a:r>
          </a:p>
        </p:txBody>
      </p:sp>
      <p:sp>
        <p:nvSpPr>
          <p:cNvPr id="4" name="collect-descriptors">
            <a:extLst xmlns:a="http://schemas.openxmlformats.org/drawingml/2006/main">
              <a:ext uri="{FF2B5EF4-FFF2-40B4-BE49-F238E27FC236}">
                <a16:creationId xmlns:a16="http://schemas.microsoft.com/office/drawing/2014/main" id="{808A8A4A-D8C4-4B68-A02A-7D007B3F20E9}"/>
              </a:ext>
            </a:extLst>
          </p:cNvPr>
          <p:cNvSpPr>
            <a:spLocks xmlns:a="http://schemas.openxmlformats.org/drawingml/2006/main" noGrp="1"/>
          </p:cNvSpPr>
          <p:nvPr/>
        </p:nvSpPr>
        <p:spPr>
          <a:xfrm xmlns:a="http://schemas.openxmlformats.org/drawingml/2006/main">
            <a:off x="4038600" y="1724025"/>
            <a:ext cx="2609850" cy="121920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Collect fused</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descriptors</a:t>
            </a:r>
          </a:p>
        </p:txBody>
      </p:sp>
      <p:sp>
        <p:nvSpPr>
          <p:cNvPr id="5" name="feature-memory">
            <a:extLst xmlns:a="http://schemas.openxmlformats.org/drawingml/2006/main">
              <a:ext uri="{FF2B5EF4-FFF2-40B4-BE49-F238E27FC236}">
                <a16:creationId xmlns:a16="http://schemas.microsoft.com/office/drawing/2014/main" id="{A126A067-34FA-4543-88AE-972FAD9EA156}"/>
              </a:ext>
            </a:extLst>
          </p:cNvPr>
          <p:cNvSpPr>
            <a:spLocks xmlns:a="http://schemas.openxmlformats.org/drawingml/2006/main" noGrp="1"/>
          </p:cNvSpPr>
          <p:nvPr/>
        </p:nvSpPr>
        <p:spPr>
          <a:xfrm xmlns:a="http://schemas.openxmlformats.org/drawingml/2006/main">
            <a:off x="7477125" y="1628775"/>
            <a:ext cx="3429000" cy="142875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6" name="bank-name">
            <a:extLst xmlns:a="http://schemas.openxmlformats.org/drawingml/2006/main">
              <a:ext uri="{FF2B5EF4-FFF2-40B4-BE49-F238E27FC236}">
                <a16:creationId xmlns:a16="http://schemas.microsoft.com/office/drawing/2014/main" id="{E7ECAC9C-082A-4B10-BD56-D582CB58EE37}"/>
              </a:ext>
            </a:extLst>
          </p:cNvPr>
          <p:cNvSpPr>
            <a:spLocks xmlns:a="http://schemas.openxmlformats.org/drawingml/2006/main" noGrp="1"/>
          </p:cNvSpPr>
          <p:nvPr/>
        </p:nvSpPr>
        <p:spPr>
          <a:xfrm xmlns:a="http://schemas.openxmlformats.org/drawingml/2006/main">
            <a:off x="7477125" y="1685925"/>
            <a:ext cx="34290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75" b="0">
                <a:solidFill>
                  <a:srgbClr val="202832"/>
                </a:solidFill>
                <a:latin typeface="Cambria"/>
                <a:ea typeface="Cambria"/>
                <a:cs typeface="Cambria"/>
              </a:defRPr>
            </a:pPr>
            <a:r>
              <a:rPr sz="2475" b="1" i="1">
                <a:latin typeface="Cambria"/>
                <a:ea typeface="Cambria"/>
                <a:cs typeface="Cambria"/>
              </a:rPr>
              <a:t>M</a:t>
            </a:r>
            <a:r>
              <a:rPr sz="1782" b="0" i="1" baseline="-25000">
                <a:latin typeface="Cambria"/>
                <a:ea typeface="Cambria"/>
                <a:cs typeface="Cambria"/>
              </a:rPr>
              <a:t>c</a:t>
            </a:r>
          </a:p>
        </p:txBody>
      </p:sp>
      <p:sp>
        <p:nvSpPr>
          <p:cNvPr id="7" name="bank-shape">
            <a:extLst xmlns:a="http://schemas.openxmlformats.org/drawingml/2006/main">
              <a:ext uri="{FF2B5EF4-FFF2-40B4-BE49-F238E27FC236}">
                <a16:creationId xmlns:a16="http://schemas.microsoft.com/office/drawing/2014/main" id="{A04DEA66-8471-411D-BBF4-4115636CCBEC}"/>
              </a:ext>
            </a:extLst>
          </p:cNvPr>
          <p:cNvSpPr>
            <a:spLocks xmlns:a="http://schemas.openxmlformats.org/drawingml/2006/main" noGrp="1"/>
          </p:cNvSpPr>
          <p:nvPr/>
        </p:nvSpPr>
        <p:spPr>
          <a:xfrm xmlns:a="http://schemas.openxmlformats.org/drawingml/2006/main">
            <a:off x="7581900" y="2143125"/>
            <a:ext cx="3219450" cy="781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KP × 1536</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FAISS IndexFlatL2</a:t>
            </a:r>
          </a:p>
        </p:txBody>
      </p:sp>
      <p:cxnSp>
        <p:nvCxnSpPr>
          <p:cNvPr id="67" name=""/>
          <p:cNvCxnSpPr>
            <a:stCxn xmlns:a="http://schemas.openxmlformats.org/drawingml/2006/main" id="3" idx="3"/>
            <a:endCxn xmlns:a="http://schemas.openxmlformats.org/drawingml/2006/main" id="4" idx="1"/>
          </p:cNvCxnSpPr>
          <p:nvPr/>
        </p:nvCxnSpPr>
        <p:spPr>
          <a:xfrm xmlns:a="http://schemas.openxmlformats.org/drawingml/2006/main">
            <a:off x="3295650" y="2333625"/>
            <a:ext cx="7429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68" name=""/>
          <p:cNvCxnSpPr>
            <a:stCxn xmlns:a="http://schemas.openxmlformats.org/drawingml/2006/main" id="4" idx="3"/>
            <a:endCxn xmlns:a="http://schemas.openxmlformats.org/drawingml/2006/main" id="5" idx="1"/>
          </p:cNvCxnSpPr>
          <p:nvPr/>
        </p:nvCxnSpPr>
        <p:spPr>
          <a:xfrm xmlns:a="http://schemas.openxmlformats.org/drawingml/2006/main">
            <a:off x="6648450" y="2333625"/>
            <a:ext cx="828675" cy="95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0" name="immutable-memory">
            <a:extLst xmlns:a="http://schemas.openxmlformats.org/drawingml/2006/main">
              <a:ext uri="{FF2B5EF4-FFF2-40B4-BE49-F238E27FC236}">
                <a16:creationId xmlns:a16="http://schemas.microsoft.com/office/drawing/2014/main" id="{9F1E8901-1A3D-4E74-A618-1C961372155C}"/>
              </a:ext>
            </a:extLst>
          </p:cNvPr>
          <p:cNvSpPr>
            <a:spLocks xmlns:a="http://schemas.openxmlformats.org/drawingml/2006/main" noGrp="1"/>
          </p:cNvSpPr>
          <p:nvPr/>
        </p:nvSpPr>
        <p:spPr>
          <a:xfrm xmlns:a="http://schemas.openxmlformats.org/drawingml/2006/main">
            <a:off x="11191875" y="1819275"/>
            <a:ext cx="1762125" cy="933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Fixed after</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construction</a:t>
            </a:r>
          </a:p>
        </p:txBody>
      </p:sp>
      <p:sp>
        <p:nvSpPr>
          <p:cNvPr id="11" name="rule-14">
            <a:extLst xmlns:a="http://schemas.openxmlformats.org/drawingml/2006/main">
              <a:ext uri="{FF2B5EF4-FFF2-40B4-BE49-F238E27FC236}">
                <a16:creationId xmlns:a16="http://schemas.microsoft.com/office/drawing/2014/main" id="{5F172B33-B858-4FC3-8B88-0CFEB4508B14}"/>
              </a:ext>
            </a:extLst>
          </p:cNvPr>
          <p:cNvSpPr>
            <a:spLocks xmlns:a="http://schemas.openxmlformats.org/drawingml/2006/main" noGrp="1"/>
          </p:cNvSpPr>
          <p:nvPr/>
        </p:nvSpPr>
        <p:spPr>
          <a:xfrm xmlns:a="http://schemas.openxmlformats.org/drawingml/2006/main">
            <a:off x="342900" y="36576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2" name="scoring-heading">
            <a:extLst xmlns:a="http://schemas.openxmlformats.org/drawingml/2006/main">
              <a:ext uri="{FF2B5EF4-FFF2-40B4-BE49-F238E27FC236}">
                <a16:creationId xmlns:a16="http://schemas.microsoft.com/office/drawing/2014/main" id="{397E7BDE-D17D-4B14-8C99-5678DE3CF08C}"/>
              </a:ext>
            </a:extLst>
          </p:cNvPr>
          <p:cNvSpPr>
            <a:spLocks xmlns:a="http://schemas.openxmlformats.org/drawingml/2006/main" noGrp="1"/>
          </p:cNvSpPr>
          <p:nvPr/>
        </p:nvSpPr>
        <p:spPr>
          <a:xfrm xmlns:a="http://schemas.openxmlformats.org/drawingml/2006/main">
            <a:off x="342900" y="3867150"/>
            <a:ext cx="447675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patch scoring</a:t>
            </a:r>
          </a:p>
        </p:txBody>
      </p:sp>
      <p:sp>
        <p:nvSpPr>
          <p:cNvPr id="13" name="query-patch">
            <a:extLst xmlns:a="http://schemas.openxmlformats.org/drawingml/2006/main">
              <a:ext uri="{FF2B5EF4-FFF2-40B4-BE49-F238E27FC236}">
                <a16:creationId xmlns:a16="http://schemas.microsoft.com/office/drawing/2014/main" id="{A9F823DF-2770-48D6-8179-8686665E95EC}"/>
              </a:ext>
            </a:extLst>
          </p:cNvPr>
          <p:cNvSpPr>
            <a:spLocks xmlns:a="http://schemas.openxmlformats.org/drawingml/2006/main" noGrp="1"/>
          </p:cNvSpPr>
          <p:nvPr/>
        </p:nvSpPr>
        <p:spPr>
          <a:xfrm xmlns:a="http://schemas.openxmlformats.org/drawingml/2006/main">
            <a:off x="361950" y="4648200"/>
            <a:ext cx="2628900" cy="942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Fused query</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a:t>
            </a:r>
          </a:p>
        </p:txBody>
      </p:sp>
      <p:sp>
        <p:nvSpPr>
          <p:cNvPr id="14" name="qpatch-symbol">
            <a:extLst xmlns:a="http://schemas.openxmlformats.org/drawingml/2006/main">
              <a:ext uri="{FF2B5EF4-FFF2-40B4-BE49-F238E27FC236}">
                <a16:creationId xmlns:a16="http://schemas.microsoft.com/office/drawing/2014/main" id="{2A0E4F18-9832-4818-9C22-3AB3156D7A50}"/>
              </a:ext>
            </a:extLst>
          </p:cNvPr>
          <p:cNvSpPr>
            <a:spLocks xmlns:a="http://schemas.openxmlformats.org/drawingml/2006/main" noGrp="1"/>
          </p:cNvSpPr>
          <p:nvPr/>
        </p:nvSpPr>
        <p:spPr>
          <a:xfrm xmlns:a="http://schemas.openxmlformats.org/drawingml/2006/main">
            <a:off x="552450" y="5600700"/>
            <a:ext cx="22383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0" i="0" baseline="-25000">
                <a:latin typeface="Cambria"/>
                <a:ea typeface="Cambria"/>
                <a:cs typeface="Cambria"/>
              </a:rPr>
              <a:t>A</a:t>
            </a:r>
            <a:r>
              <a:rPr sz="1674" b="0" i="0" baseline="-25000">
                <a:latin typeface="Cambria"/>
                <a:ea typeface="Cambria"/>
                <a:cs typeface="Cambria"/>
              </a:rPr>
              <a:t>,</a:t>
            </a:r>
            <a:r>
              <a:rPr sz="1674" b="0" i="1" baseline="-25000">
                <a:latin typeface="Cambria"/>
                <a:ea typeface="Cambria"/>
                <a:cs typeface="Cambria"/>
              </a:rPr>
              <a:t>p</a:t>
            </a:r>
            <a:r>
              <a:rPr sz="2325">
                <a:latin typeface="Cambria"/>
                <a:ea typeface="Cambria"/>
                <a:cs typeface="Cambria"/>
              </a:rPr>
              <a:t>(</a:t>
            </a:r>
            <a:r>
              <a:rPr sz="2325" b="1" i="1">
                <a:latin typeface="Cambria"/>
                <a:ea typeface="Cambria"/>
                <a:cs typeface="Cambria"/>
              </a:rPr>
              <a:t>x</a:t>
            </a:r>
            <a:r>
              <a:rPr sz="2325">
                <a:latin typeface="Cambria"/>
                <a:ea typeface="Cambria"/>
                <a:cs typeface="Cambria"/>
              </a:rPr>
              <a:t>)</a:t>
            </a:r>
          </a:p>
        </p:txBody>
      </p:sp>
      <p:sp>
        <p:nvSpPr>
          <p:cNvPr id="15" name="feature-search">
            <a:extLst xmlns:a="http://schemas.openxmlformats.org/drawingml/2006/main">
              <a:ext uri="{FF2B5EF4-FFF2-40B4-BE49-F238E27FC236}">
                <a16:creationId xmlns:a16="http://schemas.microsoft.com/office/drawing/2014/main" id="{0F977FAE-0492-447A-9F40-9BE79A83F933}"/>
              </a:ext>
            </a:extLst>
          </p:cNvPr>
          <p:cNvSpPr>
            <a:spLocks xmlns:a="http://schemas.openxmlformats.org/drawingml/2006/main" noGrp="1"/>
          </p:cNvSpPr>
          <p:nvPr/>
        </p:nvSpPr>
        <p:spPr>
          <a:xfrm xmlns:a="http://schemas.openxmlformats.org/drawingml/2006/main">
            <a:off x="3714750" y="4648200"/>
            <a:ext cx="2819400" cy="942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Exact nearest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normal descriptor</a:t>
            </a:r>
          </a:p>
        </p:txBody>
      </p:sp>
      <p:cxnSp>
        <p:nvCxnSpPr>
          <p:cNvPr id="75" name=""/>
          <p:cNvCxnSpPr>
            <a:stCxn xmlns:a="http://schemas.openxmlformats.org/drawingml/2006/main" id="13" idx="3"/>
            <a:endCxn xmlns:a="http://schemas.openxmlformats.org/drawingml/2006/main" id="15" idx="1"/>
          </p:cNvCxnSpPr>
          <p:nvPr/>
        </p:nvCxnSpPr>
        <p:spPr>
          <a:xfrm xmlns:a="http://schemas.openxmlformats.org/drawingml/2006/main">
            <a:off x="2990850" y="5119688"/>
            <a:ext cx="7239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7" name="junction-15">
            <a:extLst xmlns:a="http://schemas.openxmlformats.org/drawingml/2006/main">
              <a:ext uri="{FF2B5EF4-FFF2-40B4-BE49-F238E27FC236}">
                <a16:creationId xmlns:a16="http://schemas.microsoft.com/office/drawing/2014/main" id="{F47D260D-637D-46C7-8AA6-C97EFAF9EBC1}"/>
              </a:ext>
            </a:extLst>
          </p:cNvPr>
          <p:cNvSpPr>
            <a:spLocks xmlns:a="http://schemas.openxmlformats.org/drawingml/2006/main" noGrp="1"/>
          </p:cNvSpPr>
          <p:nvPr/>
        </p:nvSpPr>
        <p:spPr>
          <a:xfrm xmlns:a="http://schemas.openxmlformats.org/drawingml/2006/main">
            <a:off x="9172575" y="30670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8" name="junction-16">
            <a:extLst xmlns:a="http://schemas.openxmlformats.org/drawingml/2006/main">
              <a:ext uri="{FF2B5EF4-FFF2-40B4-BE49-F238E27FC236}">
                <a16:creationId xmlns:a16="http://schemas.microsoft.com/office/drawing/2014/main" id="{F72A17C5-A833-45EA-A838-D1D8EE89E1DB}"/>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17" idx="2"/>
            <a:endCxn xmlns:a="http://schemas.openxmlformats.org/drawingml/2006/main" id="18" idx="0"/>
          </p:cNvCxnSpPr>
          <p:nvPr/>
        </p:nvCxnSpPr>
        <p:spPr>
          <a:xfrm xmlns:a="http://schemas.openxmlformats.org/drawingml/2006/main">
            <a:off x="9182100" y="3086100"/>
            <a:ext cx="0" cy="3524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0" name="junction-17">
            <a:extLst xmlns:a="http://schemas.openxmlformats.org/drawingml/2006/main">
              <a:ext uri="{FF2B5EF4-FFF2-40B4-BE49-F238E27FC236}">
                <a16:creationId xmlns:a16="http://schemas.microsoft.com/office/drawing/2014/main" id="{8F6A1770-CAE0-4D46-B807-96159BF88DAD}"/>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junction-18">
            <a:extLst xmlns:a="http://schemas.openxmlformats.org/drawingml/2006/main">
              <a:ext uri="{FF2B5EF4-FFF2-40B4-BE49-F238E27FC236}">
                <a16:creationId xmlns:a16="http://schemas.microsoft.com/office/drawing/2014/main" id="{5BEC6E2D-27AC-4F7E-9D6B-68FEF3FEA413}"/>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1" name=""/>
          <p:cNvCxnSpPr>
            <a:stCxn xmlns:a="http://schemas.openxmlformats.org/drawingml/2006/main" id="20" idx="1"/>
            <a:endCxn xmlns:a="http://schemas.openxmlformats.org/drawingml/2006/main" id="21" idx="3"/>
          </p:cNvCxnSpPr>
          <p:nvPr/>
        </p:nvCxnSpPr>
        <p:spPr>
          <a:xfrm xmlns:a="http://schemas.openxmlformats.org/drawingml/2006/main" flipH="1">
            <a:off x="5133975" y="3448050"/>
            <a:ext cx="4038600"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3" name="junction-19">
            <a:extLst xmlns:a="http://schemas.openxmlformats.org/drawingml/2006/main">
              <a:ext uri="{FF2B5EF4-FFF2-40B4-BE49-F238E27FC236}">
                <a16:creationId xmlns:a16="http://schemas.microsoft.com/office/drawing/2014/main" id="{2F2E855E-B4A1-4DD0-A203-DD34429AD7F0}"/>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junction-20">
            <a:extLst xmlns:a="http://schemas.openxmlformats.org/drawingml/2006/main">
              <a:ext uri="{FF2B5EF4-FFF2-40B4-BE49-F238E27FC236}">
                <a16:creationId xmlns:a16="http://schemas.microsoft.com/office/drawing/2014/main" id="{F938BDF7-72A4-480A-993B-7F4BF574A35D}"/>
              </a:ext>
            </a:extLst>
          </p:cNvPr>
          <p:cNvSpPr>
            <a:spLocks xmlns:a="http://schemas.openxmlformats.org/drawingml/2006/main" noGrp="1"/>
          </p:cNvSpPr>
          <p:nvPr/>
        </p:nvSpPr>
        <p:spPr>
          <a:xfrm xmlns:a="http://schemas.openxmlformats.org/drawingml/2006/main">
            <a:off x="5114925" y="4610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23" idx="2"/>
            <a:endCxn xmlns:a="http://schemas.openxmlformats.org/drawingml/2006/main" id="24" idx="0"/>
          </p:cNvCxnSpPr>
          <p:nvPr/>
        </p:nvCxnSpPr>
        <p:spPr>
          <a:xfrm xmlns:a="http://schemas.openxmlformats.org/drawingml/2006/main">
            <a:off x="5124450" y="3457575"/>
            <a:ext cx="0" cy="115252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6" name="search-domain">
            <a:extLst xmlns:a="http://schemas.openxmlformats.org/drawingml/2006/main">
              <a:ext uri="{FF2B5EF4-FFF2-40B4-BE49-F238E27FC236}">
                <a16:creationId xmlns:a16="http://schemas.microsoft.com/office/drawing/2014/main" id="{8EEFDE66-A071-4C77-9310-A37E8D53E01E}"/>
              </a:ext>
            </a:extLst>
          </p:cNvPr>
          <p:cNvSpPr>
            <a:spLocks xmlns:a="http://schemas.openxmlformats.org/drawingml/2006/main" noGrp="1"/>
          </p:cNvSpPr>
          <p:nvPr/>
        </p:nvSpPr>
        <p:spPr>
          <a:xfrm xmlns:a="http://schemas.openxmlformats.org/drawingml/2006/main">
            <a:off x="3629025" y="5667375"/>
            <a:ext cx="3648075"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Search all support locations</a:t>
            </a:r>
          </a:p>
        </p:txBody>
      </p:sp>
      <p:sp>
        <p:nvSpPr>
          <p:cNvPr id="27" name="patch-score-grid-anchor">
            <a:extLst xmlns:a="http://schemas.openxmlformats.org/drawingml/2006/main">
              <a:ext uri="{FF2B5EF4-FFF2-40B4-BE49-F238E27FC236}">
                <a16:creationId xmlns:a16="http://schemas.microsoft.com/office/drawing/2014/main" id="{FCD1682F-6E75-4D0F-81B7-0536A0B29877}"/>
              </a:ext>
            </a:extLst>
          </p:cNvPr>
          <p:cNvSpPr>
            <a:spLocks xmlns:a="http://schemas.openxmlformats.org/drawingml/2006/main" noGrp="1"/>
          </p:cNvSpPr>
          <p:nvPr/>
        </p:nvSpPr>
        <p:spPr>
          <a:xfrm xmlns:a="http://schemas.openxmlformats.org/drawingml/2006/main">
            <a:off x="7229475" y="4743450"/>
            <a:ext cx="1095375" cy="876300"/>
          </a:xfrm>
          <a:prstGeom xmlns:a="http://schemas.openxmlformats.org/drawingml/2006/main" prst="rect">
            <a:avLst/>
          </a:prstGeom>
          <a:noFill xmlns:a="http://schemas.openxmlformats.org/drawingml/2006/main"/>
          <a:ln xmlns:a="http://schemas.openxmlformats.org/drawingml/2006/main" w="0">
            <a:noFill/>
          </a:ln>
        </p:spPr>
      </p:sp>
      <p:sp>
        <p:nvSpPr>
          <p:cNvPr id="28" name="patch-score-grid-0-0">
            <a:extLst xmlns:a="http://schemas.openxmlformats.org/drawingml/2006/main">
              <a:ext uri="{FF2B5EF4-FFF2-40B4-BE49-F238E27FC236}">
                <a16:creationId xmlns:a16="http://schemas.microsoft.com/office/drawing/2014/main" id="{2C361AFC-3B40-4233-B824-28DACEC59BC6}"/>
              </a:ext>
            </a:extLst>
          </p:cNvPr>
          <p:cNvSpPr>
            <a:spLocks xmlns:a="http://schemas.openxmlformats.org/drawingml/2006/main" noGrp="1"/>
          </p:cNvSpPr>
          <p:nvPr/>
        </p:nvSpPr>
        <p:spPr>
          <a:xfrm xmlns:a="http://schemas.openxmlformats.org/drawingml/2006/main">
            <a:off x="72294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29" name="patch-score-grid-0-1">
            <a:extLst xmlns:a="http://schemas.openxmlformats.org/drawingml/2006/main">
              <a:ext uri="{FF2B5EF4-FFF2-40B4-BE49-F238E27FC236}">
                <a16:creationId xmlns:a16="http://schemas.microsoft.com/office/drawing/2014/main" id="{7870BF99-E094-42D4-8621-99AE37F22B20}"/>
              </a:ext>
            </a:extLst>
          </p:cNvPr>
          <p:cNvSpPr>
            <a:spLocks xmlns:a="http://schemas.openxmlformats.org/drawingml/2006/main" noGrp="1"/>
          </p:cNvSpPr>
          <p:nvPr/>
        </p:nvSpPr>
        <p:spPr>
          <a:xfrm xmlns:a="http://schemas.openxmlformats.org/drawingml/2006/main">
            <a:off x="744855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0" name="patch-score-grid-0-2">
            <a:extLst xmlns:a="http://schemas.openxmlformats.org/drawingml/2006/main">
              <a:ext uri="{FF2B5EF4-FFF2-40B4-BE49-F238E27FC236}">
                <a16:creationId xmlns:a16="http://schemas.microsoft.com/office/drawing/2014/main" id="{90DF778C-E895-4846-BB38-7BFE2B0F15C6}"/>
              </a:ext>
            </a:extLst>
          </p:cNvPr>
          <p:cNvSpPr>
            <a:spLocks xmlns:a="http://schemas.openxmlformats.org/drawingml/2006/main" noGrp="1"/>
          </p:cNvSpPr>
          <p:nvPr/>
        </p:nvSpPr>
        <p:spPr>
          <a:xfrm xmlns:a="http://schemas.openxmlformats.org/drawingml/2006/main">
            <a:off x="766762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1" name="patch-score-grid-0-3">
            <a:extLst xmlns:a="http://schemas.openxmlformats.org/drawingml/2006/main">
              <a:ext uri="{FF2B5EF4-FFF2-40B4-BE49-F238E27FC236}">
                <a16:creationId xmlns:a16="http://schemas.microsoft.com/office/drawing/2014/main" id="{0719B725-342C-42D3-B799-8A4CFAF06E41}"/>
              </a:ext>
            </a:extLst>
          </p:cNvPr>
          <p:cNvSpPr>
            <a:spLocks xmlns:a="http://schemas.openxmlformats.org/drawingml/2006/main" noGrp="1"/>
          </p:cNvSpPr>
          <p:nvPr/>
        </p:nvSpPr>
        <p:spPr>
          <a:xfrm xmlns:a="http://schemas.openxmlformats.org/drawingml/2006/main">
            <a:off x="788670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2" name="patch-score-grid-0-4">
            <a:extLst xmlns:a="http://schemas.openxmlformats.org/drawingml/2006/main">
              <a:ext uri="{FF2B5EF4-FFF2-40B4-BE49-F238E27FC236}">
                <a16:creationId xmlns:a16="http://schemas.microsoft.com/office/drawing/2014/main" id="{E10D7FEC-421B-410A-A0AC-7B697D4D5280}"/>
              </a:ext>
            </a:extLst>
          </p:cNvPr>
          <p:cNvSpPr>
            <a:spLocks xmlns:a="http://schemas.openxmlformats.org/drawingml/2006/main" noGrp="1"/>
          </p:cNvSpPr>
          <p:nvPr/>
        </p:nvSpPr>
        <p:spPr>
          <a:xfrm xmlns:a="http://schemas.openxmlformats.org/drawingml/2006/main">
            <a:off x="81057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3" name="patch-score-grid-1-0">
            <a:extLst xmlns:a="http://schemas.openxmlformats.org/drawingml/2006/main">
              <a:ext uri="{FF2B5EF4-FFF2-40B4-BE49-F238E27FC236}">
                <a16:creationId xmlns:a16="http://schemas.microsoft.com/office/drawing/2014/main" id="{AF6D17DB-0E54-4533-BA20-96B11230B3FD}"/>
              </a:ext>
            </a:extLst>
          </p:cNvPr>
          <p:cNvSpPr>
            <a:spLocks xmlns:a="http://schemas.openxmlformats.org/drawingml/2006/main" noGrp="1"/>
          </p:cNvSpPr>
          <p:nvPr/>
        </p:nvSpPr>
        <p:spPr>
          <a:xfrm xmlns:a="http://schemas.openxmlformats.org/drawingml/2006/main">
            <a:off x="72294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4" name="patch-score-grid-1-1">
            <a:extLst xmlns:a="http://schemas.openxmlformats.org/drawingml/2006/main">
              <a:ext uri="{FF2B5EF4-FFF2-40B4-BE49-F238E27FC236}">
                <a16:creationId xmlns:a16="http://schemas.microsoft.com/office/drawing/2014/main" id="{82D07786-4495-4635-B037-DFAAAD4D397B}"/>
              </a:ext>
            </a:extLst>
          </p:cNvPr>
          <p:cNvSpPr>
            <a:spLocks xmlns:a="http://schemas.openxmlformats.org/drawingml/2006/main" noGrp="1"/>
          </p:cNvSpPr>
          <p:nvPr/>
        </p:nvSpPr>
        <p:spPr>
          <a:xfrm xmlns:a="http://schemas.openxmlformats.org/drawingml/2006/main">
            <a:off x="744855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5" name="patch-score-grid-1-2">
            <a:extLst xmlns:a="http://schemas.openxmlformats.org/drawingml/2006/main">
              <a:ext uri="{FF2B5EF4-FFF2-40B4-BE49-F238E27FC236}">
                <a16:creationId xmlns:a16="http://schemas.microsoft.com/office/drawing/2014/main" id="{DB13F7D6-7E86-4BAB-B3C8-B9784E3472CB}"/>
              </a:ext>
            </a:extLst>
          </p:cNvPr>
          <p:cNvSpPr>
            <a:spLocks xmlns:a="http://schemas.openxmlformats.org/drawingml/2006/main" noGrp="1"/>
          </p:cNvSpPr>
          <p:nvPr/>
        </p:nvSpPr>
        <p:spPr>
          <a:xfrm xmlns:a="http://schemas.openxmlformats.org/drawingml/2006/main">
            <a:off x="7667625" y="4962525"/>
            <a:ext cx="219075" cy="219075"/>
          </a:xfrm>
          <a:prstGeom xmlns:a="http://schemas.openxmlformats.org/drawingml/2006/main" prst="rect">
            <a:avLst/>
          </a:prstGeom>
          <a:solidFill xmlns:a="http://schemas.openxmlformats.org/drawingml/2006/main">
            <a:srgbClr val="548773"/>
          </a:solidFill>
          <a:ln xmlns:a="http://schemas.openxmlformats.org/drawingml/2006/main" w="8573">
            <a:solidFill>
              <a:srgbClr val="548773"/>
            </a:solidFill>
          </a:ln>
        </p:spPr>
      </p:sp>
      <p:sp>
        <p:nvSpPr>
          <p:cNvPr id="36" name="patch-score-grid-1-3">
            <a:extLst xmlns:a="http://schemas.openxmlformats.org/drawingml/2006/main">
              <a:ext uri="{FF2B5EF4-FFF2-40B4-BE49-F238E27FC236}">
                <a16:creationId xmlns:a16="http://schemas.microsoft.com/office/drawing/2014/main" id="{348EC648-17B8-456E-8A59-FB832BBBA12E}"/>
              </a:ext>
            </a:extLst>
          </p:cNvPr>
          <p:cNvSpPr>
            <a:spLocks xmlns:a="http://schemas.openxmlformats.org/drawingml/2006/main" noGrp="1"/>
          </p:cNvSpPr>
          <p:nvPr/>
        </p:nvSpPr>
        <p:spPr>
          <a:xfrm xmlns:a="http://schemas.openxmlformats.org/drawingml/2006/main">
            <a:off x="788670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7" name="patch-score-grid-1-4">
            <a:extLst xmlns:a="http://schemas.openxmlformats.org/drawingml/2006/main">
              <a:ext uri="{FF2B5EF4-FFF2-40B4-BE49-F238E27FC236}">
                <a16:creationId xmlns:a16="http://schemas.microsoft.com/office/drawing/2014/main" id="{322595DF-EDEF-4582-8349-2ABDC8D59CA1}"/>
              </a:ext>
            </a:extLst>
          </p:cNvPr>
          <p:cNvSpPr>
            <a:spLocks xmlns:a="http://schemas.openxmlformats.org/drawingml/2006/main" noGrp="1"/>
          </p:cNvSpPr>
          <p:nvPr/>
        </p:nvSpPr>
        <p:spPr>
          <a:xfrm xmlns:a="http://schemas.openxmlformats.org/drawingml/2006/main">
            <a:off x="81057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8" name="patch-score-grid-2-0">
            <a:extLst xmlns:a="http://schemas.openxmlformats.org/drawingml/2006/main">
              <a:ext uri="{FF2B5EF4-FFF2-40B4-BE49-F238E27FC236}">
                <a16:creationId xmlns:a16="http://schemas.microsoft.com/office/drawing/2014/main" id="{80D4A32B-F423-420B-A754-A011A06ED530}"/>
              </a:ext>
            </a:extLst>
          </p:cNvPr>
          <p:cNvSpPr>
            <a:spLocks xmlns:a="http://schemas.openxmlformats.org/drawingml/2006/main" noGrp="1"/>
          </p:cNvSpPr>
          <p:nvPr/>
        </p:nvSpPr>
        <p:spPr>
          <a:xfrm xmlns:a="http://schemas.openxmlformats.org/drawingml/2006/main">
            <a:off x="72294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9" name="patch-score-grid-2-1">
            <a:extLst xmlns:a="http://schemas.openxmlformats.org/drawingml/2006/main">
              <a:ext uri="{FF2B5EF4-FFF2-40B4-BE49-F238E27FC236}">
                <a16:creationId xmlns:a16="http://schemas.microsoft.com/office/drawing/2014/main" id="{B96A8D07-542E-49D2-9232-594D17CB4E81}"/>
              </a:ext>
            </a:extLst>
          </p:cNvPr>
          <p:cNvSpPr>
            <a:spLocks xmlns:a="http://schemas.openxmlformats.org/drawingml/2006/main" noGrp="1"/>
          </p:cNvSpPr>
          <p:nvPr/>
        </p:nvSpPr>
        <p:spPr>
          <a:xfrm xmlns:a="http://schemas.openxmlformats.org/drawingml/2006/main">
            <a:off x="744855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0" name="patch-score-grid-2-2">
            <a:extLst xmlns:a="http://schemas.openxmlformats.org/drawingml/2006/main">
              <a:ext uri="{FF2B5EF4-FFF2-40B4-BE49-F238E27FC236}">
                <a16:creationId xmlns:a16="http://schemas.microsoft.com/office/drawing/2014/main" id="{DDC303AA-DD25-4342-8B7A-0EF6BC9A70F3}"/>
              </a:ext>
            </a:extLst>
          </p:cNvPr>
          <p:cNvSpPr>
            <a:spLocks xmlns:a="http://schemas.openxmlformats.org/drawingml/2006/main" noGrp="1"/>
          </p:cNvSpPr>
          <p:nvPr/>
        </p:nvSpPr>
        <p:spPr>
          <a:xfrm xmlns:a="http://schemas.openxmlformats.org/drawingml/2006/main">
            <a:off x="766762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1" name="patch-score-grid-2-3">
            <a:extLst xmlns:a="http://schemas.openxmlformats.org/drawingml/2006/main">
              <a:ext uri="{FF2B5EF4-FFF2-40B4-BE49-F238E27FC236}">
                <a16:creationId xmlns:a16="http://schemas.microsoft.com/office/drawing/2014/main" id="{21DB0E88-5F70-4C67-8888-9B2059C17B2A}"/>
              </a:ext>
            </a:extLst>
          </p:cNvPr>
          <p:cNvSpPr>
            <a:spLocks xmlns:a="http://schemas.openxmlformats.org/drawingml/2006/main" noGrp="1"/>
          </p:cNvSpPr>
          <p:nvPr/>
        </p:nvSpPr>
        <p:spPr>
          <a:xfrm xmlns:a="http://schemas.openxmlformats.org/drawingml/2006/main">
            <a:off x="788670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2" name="patch-score-grid-2-4">
            <a:extLst xmlns:a="http://schemas.openxmlformats.org/drawingml/2006/main">
              <a:ext uri="{FF2B5EF4-FFF2-40B4-BE49-F238E27FC236}">
                <a16:creationId xmlns:a16="http://schemas.microsoft.com/office/drawing/2014/main" id="{351F718E-497F-48B6-88FB-FA80DEA2E366}"/>
              </a:ext>
            </a:extLst>
          </p:cNvPr>
          <p:cNvSpPr>
            <a:spLocks xmlns:a="http://schemas.openxmlformats.org/drawingml/2006/main" noGrp="1"/>
          </p:cNvSpPr>
          <p:nvPr/>
        </p:nvSpPr>
        <p:spPr>
          <a:xfrm xmlns:a="http://schemas.openxmlformats.org/drawingml/2006/main">
            <a:off x="81057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3" name="patch-score-grid-3-0">
            <a:extLst xmlns:a="http://schemas.openxmlformats.org/drawingml/2006/main">
              <a:ext uri="{FF2B5EF4-FFF2-40B4-BE49-F238E27FC236}">
                <a16:creationId xmlns:a16="http://schemas.microsoft.com/office/drawing/2014/main" id="{EA8A432F-EC7D-4EEB-9DCC-752F16D50F81}"/>
              </a:ext>
            </a:extLst>
          </p:cNvPr>
          <p:cNvSpPr>
            <a:spLocks xmlns:a="http://schemas.openxmlformats.org/drawingml/2006/main" noGrp="1"/>
          </p:cNvSpPr>
          <p:nvPr/>
        </p:nvSpPr>
        <p:spPr>
          <a:xfrm xmlns:a="http://schemas.openxmlformats.org/drawingml/2006/main">
            <a:off x="72294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4" name="patch-score-grid-3-1">
            <a:extLst xmlns:a="http://schemas.openxmlformats.org/drawingml/2006/main">
              <a:ext uri="{FF2B5EF4-FFF2-40B4-BE49-F238E27FC236}">
                <a16:creationId xmlns:a16="http://schemas.microsoft.com/office/drawing/2014/main" id="{DEBC52E7-15CF-4AE3-8797-2BB7C4680FAC}"/>
              </a:ext>
            </a:extLst>
          </p:cNvPr>
          <p:cNvSpPr>
            <a:spLocks xmlns:a="http://schemas.openxmlformats.org/drawingml/2006/main" noGrp="1"/>
          </p:cNvSpPr>
          <p:nvPr/>
        </p:nvSpPr>
        <p:spPr>
          <a:xfrm xmlns:a="http://schemas.openxmlformats.org/drawingml/2006/main">
            <a:off x="744855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5" name="patch-score-grid-3-2">
            <a:extLst xmlns:a="http://schemas.openxmlformats.org/drawingml/2006/main">
              <a:ext uri="{FF2B5EF4-FFF2-40B4-BE49-F238E27FC236}">
                <a16:creationId xmlns:a16="http://schemas.microsoft.com/office/drawing/2014/main" id="{9D0AAB53-47AC-48C6-8F8C-2E156A9BB772}"/>
              </a:ext>
            </a:extLst>
          </p:cNvPr>
          <p:cNvSpPr>
            <a:spLocks xmlns:a="http://schemas.openxmlformats.org/drawingml/2006/main" noGrp="1"/>
          </p:cNvSpPr>
          <p:nvPr/>
        </p:nvSpPr>
        <p:spPr>
          <a:xfrm xmlns:a="http://schemas.openxmlformats.org/drawingml/2006/main">
            <a:off x="766762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6" name="patch-score-grid-3-3">
            <a:extLst xmlns:a="http://schemas.openxmlformats.org/drawingml/2006/main">
              <a:ext uri="{FF2B5EF4-FFF2-40B4-BE49-F238E27FC236}">
                <a16:creationId xmlns:a16="http://schemas.microsoft.com/office/drawing/2014/main" id="{6031D422-2FC4-45A8-931C-3F8ED088D5DA}"/>
              </a:ext>
            </a:extLst>
          </p:cNvPr>
          <p:cNvSpPr>
            <a:spLocks xmlns:a="http://schemas.openxmlformats.org/drawingml/2006/main" noGrp="1"/>
          </p:cNvSpPr>
          <p:nvPr/>
        </p:nvSpPr>
        <p:spPr>
          <a:xfrm xmlns:a="http://schemas.openxmlformats.org/drawingml/2006/main">
            <a:off x="788670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7" name="patch-score-grid-3-4">
            <a:extLst xmlns:a="http://schemas.openxmlformats.org/drawingml/2006/main">
              <a:ext uri="{FF2B5EF4-FFF2-40B4-BE49-F238E27FC236}">
                <a16:creationId xmlns:a16="http://schemas.microsoft.com/office/drawing/2014/main" id="{BA7FA537-4100-487A-BCF7-AB743FC4AF75}"/>
              </a:ext>
            </a:extLst>
          </p:cNvPr>
          <p:cNvSpPr>
            <a:spLocks xmlns:a="http://schemas.openxmlformats.org/drawingml/2006/main" noGrp="1"/>
          </p:cNvSpPr>
          <p:nvPr/>
        </p:nvSpPr>
        <p:spPr>
          <a:xfrm xmlns:a="http://schemas.openxmlformats.org/drawingml/2006/main">
            <a:off x="81057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cxnSp>
        <p:nvCxnSpPr>
          <p:cNvPr id="107" name=""/>
          <p:cNvCxnSpPr>
            <a:stCxn xmlns:a="http://schemas.openxmlformats.org/drawingml/2006/main" id="15" idx="3"/>
            <a:endCxn xmlns:a="http://schemas.openxmlformats.org/drawingml/2006/main" id="27" idx="1"/>
          </p:cNvCxnSpPr>
          <p:nvPr/>
        </p:nvCxnSpPr>
        <p:spPr>
          <a:xfrm xmlns:a="http://schemas.openxmlformats.org/drawingml/2006/main">
            <a:off x="6534150" y="5119688"/>
            <a:ext cx="695325" cy="619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raw-score">
            <a:extLst xmlns:a="http://schemas.openxmlformats.org/drawingml/2006/main">
              <a:ext uri="{FF2B5EF4-FFF2-40B4-BE49-F238E27FC236}">
                <a16:creationId xmlns:a16="http://schemas.microsoft.com/office/drawing/2014/main" id="{7887D961-070C-4756-9F61-3C569DEC5A55}"/>
              </a:ext>
            </a:extLst>
          </p:cNvPr>
          <p:cNvSpPr>
            <a:spLocks xmlns:a="http://schemas.openxmlformats.org/drawingml/2006/main" noGrp="1"/>
          </p:cNvSpPr>
          <p:nvPr/>
        </p:nvSpPr>
        <p:spPr>
          <a:xfrm xmlns:a="http://schemas.openxmlformats.org/drawingml/2006/main">
            <a:off x="7334250" y="5686425"/>
            <a:ext cx="10953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0" i="1">
                <a:latin typeface="Cambria"/>
                <a:ea typeface="Cambria"/>
                <a:cs typeface="Cambria"/>
              </a:rPr>
              <a:t>a</a:t>
            </a:r>
            <a:r>
              <a:rPr sz="1728" b="0" i="1" baseline="-25000">
                <a:latin typeface="Cambria"/>
                <a:ea typeface="Cambria"/>
                <a:cs typeface="Cambria"/>
              </a:rPr>
              <a:t>p</a:t>
            </a:r>
          </a:p>
        </p:txBody>
      </p:sp>
      <p:sp>
        <p:nvSpPr>
          <p:cNvPr id="50" name="resize-and-smooth">
            <a:extLst xmlns:a="http://schemas.openxmlformats.org/drawingml/2006/main">
              <a:ext uri="{FF2B5EF4-FFF2-40B4-BE49-F238E27FC236}">
                <a16:creationId xmlns:a16="http://schemas.microsoft.com/office/drawing/2014/main" id="{53FDE604-A92C-47E9-8D43-276A04EAD141}"/>
              </a:ext>
            </a:extLst>
          </p:cNvPr>
          <p:cNvSpPr>
            <a:spLocks xmlns:a="http://schemas.openxmlformats.org/drawingml/2006/main" noGrp="1"/>
          </p:cNvSpPr>
          <p:nvPr/>
        </p:nvSpPr>
        <p:spPr>
          <a:xfrm xmlns:a="http://schemas.openxmlformats.org/drawingml/2006/main">
            <a:off x="8915400" y="4581525"/>
            <a:ext cx="2209800" cy="13049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Bilinear resize</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448 × 448</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Gaussian σ = 4</a:t>
            </a:r>
          </a:p>
        </p:txBody>
      </p:sp>
      <p:cxnSp>
        <p:nvCxnSpPr>
          <p:cNvPr id="110" name=""/>
          <p:cNvCxnSpPr>
            <a:stCxn xmlns:a="http://schemas.openxmlformats.org/drawingml/2006/main" id="27" idx="3"/>
            <a:endCxn xmlns:a="http://schemas.openxmlformats.org/drawingml/2006/main" id="50" idx="1"/>
          </p:cNvCxnSpPr>
          <p:nvPr/>
        </p:nvCxnSpPr>
        <p:spPr>
          <a:xfrm xmlns:a="http://schemas.openxmlformats.org/drawingml/2006/main">
            <a:off x="8324850" y="5181600"/>
            <a:ext cx="590550"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pic>
        <p:nvPicPr>
          <p:cNvPr id="111" name="Existing A1 map for scoring illustration"/>
          <p:cNvPicPr>
            <a:picLocks xmlns:a="http://schemas.openxmlformats.org/drawingml/2006/main" noChangeAspect="1"/>
          </p:cNvPicPr>
          <p:nvPr/>
        </p:nvPicPr>
        <p:blipFill>
          <a:blip xmlns:r="http://schemas.openxmlformats.org/officeDocument/2006/relationships" xmlns:a="http://schemas.openxmlformats.org/drawingml/2006/main" r:embed="R47b98b7f21fb4fe8"/>
          <ns0:srcRect xmlns:ns0="http://schemas.openxmlformats.org/drawingml/2006/main" l="79543" t="22084" r="490" b="2022"/>
          <a:stretch xmlns:a="http://schemas.openxmlformats.org/drawingml/2006/main"/>
        </p:blipFill>
        <p:spPr>
          <a:xfrm xmlns:a="http://schemas.openxmlformats.org/drawingml/2006/main">
            <a:off x="11763375" y="4572000"/>
            <a:ext cx="1228725" cy="1228725"/>
          </a:xfrm>
          <a:prstGeom xmlns:a="http://schemas.openxmlformats.org/drawingml/2006/main" prst="rect">
            <a:avLst/>
          </a:prstGeom>
        </p:spPr>
      </p:pic>
      <p:sp>
        <p:nvSpPr>
          <p:cNvPr id="53" name="Existing A1 map for scoring illustration-anchor">
            <a:extLst xmlns:a="http://schemas.openxmlformats.org/drawingml/2006/main">
              <a:ext uri="{FF2B5EF4-FFF2-40B4-BE49-F238E27FC236}">
                <a16:creationId xmlns:a16="http://schemas.microsoft.com/office/drawing/2014/main" id="{35302BD1-EF88-46E6-B3BE-C9F0D9FD122F}"/>
              </a:ext>
            </a:extLst>
          </p:cNvPr>
          <p:cNvSpPr>
            <a:spLocks xmlns:a="http://schemas.openxmlformats.org/drawingml/2006/main" noGrp="1"/>
          </p:cNvSpPr>
          <p:nvPr/>
        </p:nvSpPr>
        <p:spPr>
          <a:xfrm xmlns:a="http://schemas.openxmlformats.org/drawingml/2006/main">
            <a:off x="11763375" y="4572000"/>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54" name="junction-21">
            <a:extLst xmlns:a="http://schemas.openxmlformats.org/drawingml/2006/main">
              <a:ext uri="{FF2B5EF4-FFF2-40B4-BE49-F238E27FC236}">
                <a16:creationId xmlns:a16="http://schemas.microsoft.com/office/drawing/2014/main" id="{4599737A-AE04-408D-A6BC-30E1F26F487A}"/>
              </a:ext>
            </a:extLst>
          </p:cNvPr>
          <p:cNvSpPr>
            <a:spLocks xmlns:a="http://schemas.openxmlformats.org/drawingml/2006/main" noGrp="1"/>
          </p:cNvSpPr>
          <p:nvPr/>
        </p:nvSpPr>
        <p:spPr>
          <a:xfrm xmlns:a="http://schemas.openxmlformats.org/drawingml/2006/main">
            <a:off x="11706225" y="52197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50" idx="3"/>
            <a:endCxn xmlns:a="http://schemas.openxmlformats.org/drawingml/2006/main" id="54" idx="1"/>
          </p:cNvCxnSpPr>
          <p:nvPr/>
        </p:nvCxnSpPr>
        <p:spPr>
          <a:xfrm xmlns:a="http://schemas.openxmlformats.org/drawingml/2006/main" flipV="1">
            <a:off x="11125200" y="5229225"/>
            <a:ext cx="581025" cy="47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56" name="output-map">
            <a:extLst xmlns:a="http://schemas.openxmlformats.org/drawingml/2006/main">
              <a:ext uri="{FF2B5EF4-FFF2-40B4-BE49-F238E27FC236}">
                <a16:creationId xmlns:a16="http://schemas.microsoft.com/office/drawing/2014/main" id="{71AC025F-4622-434C-A22A-B9A3DD0E376C}"/>
              </a:ext>
            </a:extLst>
          </p:cNvPr>
          <p:cNvSpPr>
            <a:spLocks xmlns:a="http://schemas.openxmlformats.org/drawingml/2006/main" noGrp="1"/>
          </p:cNvSpPr>
          <p:nvPr/>
        </p:nvSpPr>
        <p:spPr>
          <a:xfrm xmlns:a="http://schemas.openxmlformats.org/drawingml/2006/main">
            <a:off x="11449050" y="5915025"/>
            <a:ext cx="18288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S</a:t>
            </a:r>
            <a:r>
              <a:rPr sz="1674" b="0" i="0" baseline="-25000">
                <a:latin typeface="Cambria"/>
                <a:ea typeface="Cambria"/>
                <a:cs typeface="Cambria"/>
              </a:rPr>
              <a:t>448</a:t>
            </a:r>
            <a:r>
              <a:rPr sz="2325">
                <a:latin typeface="Cambria"/>
                <a:ea typeface="Cambria"/>
                <a:cs typeface="Cambria"/>
              </a:rPr>
              <a:t>(</a:t>
            </a:r>
            <a:r>
              <a:rPr sz="2325" b="1" i="1">
                <a:latin typeface="Cambria"/>
                <a:ea typeface="Cambria"/>
                <a:cs typeface="Cambria"/>
              </a:rPr>
              <a:t>x</a:t>
            </a:r>
            <a:r>
              <a:rPr sz="2325">
                <a:latin typeface="Cambria"/>
                <a:ea typeface="Cambria"/>
                <a:cs typeface="Cambria"/>
              </a:rPr>
              <a:t>)</a:t>
            </a:r>
          </a:p>
        </p:txBody>
      </p:sp>
      <p:sp>
        <p:nvSpPr>
          <p:cNvPr id="57" name="nn-equation">
            <a:extLst xmlns:a="http://schemas.openxmlformats.org/drawingml/2006/main">
              <a:ext uri="{FF2B5EF4-FFF2-40B4-BE49-F238E27FC236}">
                <a16:creationId xmlns:a16="http://schemas.microsoft.com/office/drawing/2014/main" id="{A0A9D856-1411-4742-8364-DFA44A054CF1}"/>
              </a:ext>
            </a:extLst>
          </p:cNvPr>
          <p:cNvSpPr>
            <a:spLocks xmlns:a="http://schemas.openxmlformats.org/drawingml/2006/main" noGrp="1"/>
          </p:cNvSpPr>
          <p:nvPr/>
        </p:nvSpPr>
        <p:spPr>
          <a:xfrm xmlns:a="http://schemas.openxmlformats.org/drawingml/2006/main">
            <a:off x="400050" y="6572250"/>
            <a:ext cx="7648575"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202832"/>
                </a:solidFill>
                <a:latin typeface="Cambria"/>
                <a:ea typeface="Cambria"/>
                <a:cs typeface="Cambria"/>
              </a:defRPr>
            </a:pPr>
            <a:r>
              <a:rPr sz="2400" b="0" i="1">
                <a:latin typeface="Cambria"/>
                <a:ea typeface="Cambria"/>
                <a:cs typeface="Cambria"/>
              </a:rPr>
              <a:t>a</a:t>
            </a:r>
            <a:r>
              <a:rPr sz="1728" b="0" i="1" baseline="-25000">
                <a:latin typeface="Cambria"/>
                <a:ea typeface="Cambria"/>
                <a:cs typeface="Cambria"/>
              </a:rPr>
              <a:t>p</a:t>
            </a:r>
            <a:r>
              <a:rPr sz="2400">
                <a:latin typeface="Cambria"/>
                <a:ea typeface="Cambria"/>
                <a:cs typeface="Cambria"/>
              </a:rPr>
              <a:t>(</a:t>
            </a:r>
            <a:r>
              <a:rPr sz="2400" b="1" i="1">
                <a:latin typeface="Cambria"/>
                <a:ea typeface="Cambria"/>
                <a:cs typeface="Cambria"/>
              </a:rPr>
              <a:t>x</a:t>
            </a:r>
            <a:r>
              <a:rPr sz="2400">
                <a:latin typeface="Cambria"/>
                <a:ea typeface="Cambria"/>
                <a:cs typeface="Cambria"/>
              </a:rPr>
              <a:t>) = ½ min</a:t>
            </a:r>
            <a:r>
              <a:rPr sz="2400" b="0" i="1">
                <a:latin typeface="Cambria"/>
                <a:ea typeface="Cambria"/>
                <a:cs typeface="Cambria"/>
              </a:rPr>
              <a:t/>
            </a:r>
            <a:r>
              <a:rPr sz="1728" b="0" i="0" baseline="-25000">
                <a:latin typeface="Cambria"/>
                <a:ea typeface="Cambria"/>
                <a:cs typeface="Cambria"/>
              </a:rPr>
              <a:t>m</a:t>
            </a:r>
            <a:r>
              <a:rPr sz="1728" b="0" i="0" baseline="-25000">
                <a:latin typeface="Cambria"/>
                <a:ea typeface="Cambria"/>
                <a:cs typeface="Cambria"/>
              </a:rPr>
              <a:t> </a:t>
            </a:r>
            <a:r>
              <a:rPr sz="1728" b="0" i="0" baseline="-25000">
                <a:latin typeface="Cambria"/>
                <a:ea typeface="Cambria"/>
                <a:cs typeface="Cambria"/>
              </a:rPr>
              <a:t>∈</a:t>
            </a:r>
            <a:r>
              <a:rPr sz="1728" b="0" i="0" baseline="-25000">
                <a:latin typeface="Cambria"/>
                <a:ea typeface="Cambria"/>
                <a:cs typeface="Cambria"/>
              </a:rPr>
              <a:t> </a:t>
            </a:r>
            <a:r>
              <a:rPr sz="1728" b="0" i="0" baseline="-25000">
                <a:latin typeface="Cambria"/>
                <a:ea typeface="Cambria"/>
                <a:cs typeface="Cambria"/>
              </a:rPr>
              <a:t>M</a:t>
            </a:r>
            <a:r>
              <a:rPr sz="1728" b="0" i="0" baseline="-25000">
                <a:latin typeface="Cambria"/>
                <a:ea typeface="Cambria"/>
                <a:cs typeface="Cambria"/>
              </a:rPr>
              <a:t>_</a:t>
            </a:r>
            <a:r>
              <a:rPr sz="1728" b="0" i="1" baseline="-25000">
                <a:latin typeface="Cambria"/>
                <a:ea typeface="Cambria"/>
                <a:cs typeface="Cambria"/>
              </a:rPr>
              <a:t>c</a:t>
            </a:r>
            <a:r>
              <a:rPr sz="2400">
                <a:latin typeface="Cambria"/>
                <a:ea typeface="Cambria"/>
                <a:cs typeface="Cambria"/>
              </a:rPr>
              <a:t> ‖</a:t>
            </a:r>
            <a:r>
              <a:rPr sz="2400" b="1" i="1">
                <a:latin typeface="Cambria"/>
                <a:ea typeface="Cambria"/>
                <a:cs typeface="Cambria"/>
              </a:rPr>
              <a:t>f</a:t>
            </a:r>
            <a:r>
              <a:rPr sz="1728" b="0" i="0" baseline="-25000">
                <a:latin typeface="Cambria"/>
                <a:ea typeface="Cambria"/>
                <a:cs typeface="Cambria"/>
              </a:rPr>
              <a:t>A</a:t>
            </a:r>
            <a:r>
              <a:rPr sz="1728" b="0" i="0" baseline="-25000">
                <a:latin typeface="Cambria"/>
                <a:ea typeface="Cambria"/>
                <a:cs typeface="Cambria"/>
              </a:rPr>
              <a:t>,</a:t>
            </a:r>
            <a:r>
              <a:rPr sz="1728" b="0" i="1" baseline="-25000">
                <a:latin typeface="Cambria"/>
                <a:ea typeface="Cambria"/>
                <a:cs typeface="Cambria"/>
              </a:rPr>
              <a:t>p</a:t>
            </a:r>
            <a:r>
              <a:rPr sz="2400">
                <a:latin typeface="Cambria"/>
                <a:ea typeface="Cambria"/>
                <a:cs typeface="Cambria"/>
              </a:rPr>
              <a:t>(</a:t>
            </a:r>
            <a:r>
              <a:rPr sz="2400" b="1" i="1">
                <a:latin typeface="Cambria"/>
                <a:ea typeface="Cambria"/>
                <a:cs typeface="Cambria"/>
              </a:rPr>
              <a:t>x</a:t>
            </a:r>
            <a:r>
              <a:rPr sz="2400">
                <a:latin typeface="Cambria"/>
                <a:ea typeface="Cambria"/>
                <a:cs typeface="Cambria"/>
              </a:rPr>
              <a:t>) − </a:t>
            </a:r>
            <a:r>
              <a:rPr sz="2400" b="1" i="1">
                <a:latin typeface="Cambria"/>
                <a:ea typeface="Cambria"/>
                <a:cs typeface="Cambria"/>
              </a:rPr>
              <a:t>m</a:t>
            </a:r>
            <a:r>
              <a:rPr sz="2400">
                <a:latin typeface="Cambria"/>
                <a:ea typeface="Cambria"/>
                <a:cs typeface="Cambria"/>
              </a:rPr>
              <a:t>‖₂²</a:t>
            </a:r>
          </a:p>
        </p:txBody>
      </p:sp>
      <p:sp>
        <p:nvSpPr>
          <p:cNvPr id="58" name="pool-equation">
            <a:extLst xmlns:a="http://schemas.openxmlformats.org/drawingml/2006/main">
              <a:ext uri="{FF2B5EF4-FFF2-40B4-BE49-F238E27FC236}">
                <a16:creationId xmlns:a16="http://schemas.microsoft.com/office/drawing/2014/main" id="{509CF92D-2D2B-4F16-869A-3987BA899770}"/>
              </a:ext>
            </a:extLst>
          </p:cNvPr>
          <p:cNvSpPr>
            <a:spLocks xmlns:a="http://schemas.openxmlformats.org/drawingml/2006/main" noGrp="1"/>
          </p:cNvSpPr>
          <p:nvPr/>
        </p:nvSpPr>
        <p:spPr>
          <a:xfrm xmlns:a="http://schemas.openxmlformats.org/drawingml/2006/main">
            <a:off x="8382000" y="6705600"/>
            <a:ext cx="45910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s</a:t>
            </a:r>
            <a:r>
              <a:rPr sz="1620" b="0" i="0" baseline="-25000">
                <a:latin typeface="Cambria"/>
                <a:ea typeface="Cambria"/>
                <a:cs typeface="Cambria"/>
              </a:rPr>
              <a:t>img</a:t>
            </a:r>
            <a:r>
              <a:rPr sz="2250">
                <a:latin typeface="Cambria"/>
                <a:ea typeface="Cambria"/>
                <a:cs typeface="Cambria"/>
              </a:rPr>
              <a:t>(</a:t>
            </a:r>
            <a:r>
              <a:rPr sz="2250" b="1" i="1">
                <a:latin typeface="Cambria"/>
                <a:ea typeface="Cambria"/>
                <a:cs typeface="Cambria"/>
              </a:rPr>
              <a:t>x</a:t>
            </a:r>
            <a:r>
              <a:rPr sz="2250">
                <a:latin typeface="Cambria"/>
                <a:ea typeface="Cambria"/>
                <a:cs typeface="Cambria"/>
              </a:rPr>
              <a:t>) = max</a:t>
            </a:r>
            <a:r>
              <a:rPr sz="2250" b="0" i="1">
                <a:latin typeface="Cambria"/>
                <a:ea typeface="Cambria"/>
                <a:cs typeface="Cambria"/>
              </a:rPr>
              <a:t/>
            </a:r>
            <a:r>
              <a:rPr sz="1620" b="0" i="1" baseline="-25000">
                <a:latin typeface="Cambria"/>
                <a:ea typeface="Cambria"/>
                <a:cs typeface="Cambria"/>
              </a:rPr>
              <a:t>u</a:t>
            </a:r>
            <a:r>
              <a:rPr sz="2250">
                <a:latin typeface="Cambria"/>
                <a:ea typeface="Cambria"/>
                <a:cs typeface="Cambria"/>
              </a:rPr>
              <a:t> </a:t>
            </a:r>
            <a:r>
              <a:rPr sz="2250" b="1" i="1">
                <a:latin typeface="Cambria"/>
                <a:ea typeface="Cambria"/>
                <a:cs typeface="Cambria"/>
              </a:rPr>
              <a:t>S</a:t>
            </a:r>
            <a:r>
              <a:rPr sz="1620" b="0" i="0" baseline="-25000">
                <a:latin typeface="Cambria"/>
                <a:ea typeface="Cambria"/>
                <a:cs typeface="Cambria"/>
              </a:rPr>
              <a:t>448</a:t>
            </a:r>
            <a:r>
              <a:rPr sz="1620" b="0" i="0" baseline="-25000">
                <a:latin typeface="Cambria"/>
                <a:ea typeface="Cambria"/>
                <a:cs typeface="Cambria"/>
              </a:rPr>
              <a:t>,</a:t>
            </a:r>
            <a:r>
              <a:rPr sz="1620" b="0" i="1" baseline="-25000">
                <a:latin typeface="Cambria"/>
                <a:ea typeface="Cambria"/>
                <a:cs typeface="Cambria"/>
              </a:rPr>
              <a:t>u</a:t>
            </a:r>
            <a:r>
              <a:rPr sz="2250">
                <a:latin typeface="Cambria"/>
                <a:ea typeface="Cambria"/>
                <a:cs typeface="Cambria"/>
              </a:rPr>
              <a:t>(</a:t>
            </a:r>
            <a:r>
              <a:rPr sz="2250" b="1" i="1">
                <a:latin typeface="Cambria"/>
                <a:ea typeface="Cambria"/>
                <a:cs typeface="Cambria"/>
              </a:rPr>
              <a:t>x</a:t>
            </a:r>
            <a:r>
              <a:rPr sz="2250">
                <a:latin typeface="Cambria"/>
                <a:ea typeface="Cambria"/>
                <a:cs typeface="Cambria"/>
              </a:rPr>
              <a:t>)</a:t>
            </a:r>
          </a:p>
        </p:txBody>
      </p:sp>
      <p:sp>
        <p:nvSpPr>
          <p:cNvPr id="59" name="nearest-note">
            <a:extLst xmlns:a="http://schemas.openxmlformats.org/drawingml/2006/main">
              <a:ext uri="{FF2B5EF4-FFF2-40B4-BE49-F238E27FC236}">
                <a16:creationId xmlns:a16="http://schemas.microsoft.com/office/drawing/2014/main" id="{49B7C9FB-A3A9-4EAD-AFFD-3254AEED1306}"/>
              </a:ext>
            </a:extLst>
          </p:cNvPr>
          <p:cNvSpPr>
            <a:spLocks xmlns:a="http://schemas.openxmlformats.org/drawingml/2006/main" noGrp="1"/>
          </p:cNvSpPr>
          <p:nvPr/>
        </p:nvSpPr>
        <p:spPr>
          <a:xfrm xmlns:a="http://schemas.openxmlformats.org/drawingml/2006/main">
            <a:off x="371475" y="7181850"/>
            <a:ext cx="73247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Nearest means closest in feature space</a:t>
            </a:r>
          </a:p>
        </p:txBody>
      </p:sp>
    </p:spTree>
    <p:extLst>
      <p:ext uri="{BB962C8B-B14F-4D97-AF65-F5344CB8AC3E}">
        <p14:creationId xmlns:p14="http://schemas.microsoft.com/office/powerpoint/2010/main" val="11363470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itle">
            <a:extLst xmlns:a="http://schemas.openxmlformats.org/drawingml/2006/main">
              <a:ext uri="{FF2B5EF4-FFF2-40B4-BE49-F238E27FC236}">
                <a16:creationId xmlns:a16="http://schemas.microsoft.com/office/drawing/2014/main" id="{6B23AE49-8237-4D81-BDC6-93C5D238E32D}"/>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Matched DINO-only control</a:t>
            </a:r>
          </a:p>
        </p:txBody>
      </p:sp>
      <p:sp>
        <p:nvSpPr>
          <p:cNvPr id="2" name="shared-control-context">
            <a:extLst xmlns:a="http://schemas.openxmlformats.org/drawingml/2006/main">
              <a:ext uri="{FF2B5EF4-FFF2-40B4-BE49-F238E27FC236}">
                <a16:creationId xmlns:a16="http://schemas.microsoft.com/office/drawing/2014/main" id="{5D69D817-6323-48E4-9985-022E9A79CDDE}"/>
              </a:ext>
            </a:extLst>
          </p:cNvPr>
          <p:cNvSpPr>
            <a:spLocks xmlns:a="http://schemas.openxmlformats.org/drawingml/2006/main" noGrp="1"/>
          </p:cNvSpPr>
          <p:nvPr/>
        </p:nvSpPr>
        <p:spPr>
          <a:xfrm xmlns:a="http://schemas.openxmlformats.org/drawingml/2006/main">
            <a:off x="342900" y="866775"/>
            <a:ext cx="12639675" cy="4572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52606B"/>
                </a:solidFill>
                <a:latin typeface="Arial"/>
                <a:ea typeface="Arial"/>
                <a:cs typeface="Arial"/>
              </a:defRPr>
            </a:pPr>
            <a:r>
              <a:rPr sz="2400" b="0">
                <a:solidFill>
                  <a:srgbClr val="52606B"/>
                </a:solidFill>
                <a:latin typeface="Arial"/>
                <a:ea typeface="Arial"/>
                <a:cs typeface="Arial"/>
              </a:rPr>
              <a:t>Identical support identities and query images</a:t>
            </a:r>
          </a:p>
        </p:txBody>
      </p:sp>
      <p:sp>
        <p:nvSpPr>
          <p:cNvPr id="3" name="a-method">
            <a:extLst xmlns:a="http://schemas.openxmlformats.org/drawingml/2006/main">
              <a:ext uri="{FF2B5EF4-FFF2-40B4-BE49-F238E27FC236}">
                <a16:creationId xmlns:a16="http://schemas.microsoft.com/office/drawing/2014/main" id="{32917E00-E348-4A95-8E07-EDB6928E0659}"/>
              </a:ext>
            </a:extLst>
          </p:cNvPr>
          <p:cNvSpPr>
            <a:spLocks xmlns:a="http://schemas.openxmlformats.org/drawingml/2006/main" noGrp="1"/>
          </p:cNvSpPr>
          <p:nvPr/>
        </p:nvSpPr>
        <p:spPr>
          <a:xfrm xmlns:a="http://schemas.openxmlformats.org/drawingml/2006/main">
            <a:off x="342900" y="1628775"/>
            <a:ext cx="3905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(a) DCFnet</a:t>
            </a:r>
          </a:p>
        </p:txBody>
      </p:sp>
      <p:sp>
        <p:nvSpPr>
          <p:cNvPr id="4" name="control-dcfnet-features">
            <a:extLst xmlns:a="http://schemas.openxmlformats.org/drawingml/2006/main">
              <a:ext uri="{FF2B5EF4-FFF2-40B4-BE49-F238E27FC236}">
                <a16:creationId xmlns:a16="http://schemas.microsoft.com/office/drawing/2014/main" id="{4A918329-54C2-4EE3-9B64-78346A912E82}"/>
              </a:ext>
            </a:extLst>
          </p:cNvPr>
          <p:cNvSpPr>
            <a:spLocks xmlns:a="http://schemas.openxmlformats.org/drawingml/2006/main" noGrp="1"/>
          </p:cNvSpPr>
          <p:nvPr/>
        </p:nvSpPr>
        <p:spPr>
          <a:xfrm xmlns:a="http://schemas.openxmlformats.org/drawingml/2006/main">
            <a:off x="361950" y="2257425"/>
            <a:ext cx="338137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DINOv2 + CLIP/DPAM</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Calibrated fixed fusion</a:t>
            </a:r>
          </a:p>
        </p:txBody>
      </p:sp>
      <p:sp>
        <p:nvSpPr>
          <p:cNvPr id="5" name="dcfnet-descriptor">
            <a:extLst xmlns:a="http://schemas.openxmlformats.org/drawingml/2006/main">
              <a:ext uri="{FF2B5EF4-FFF2-40B4-BE49-F238E27FC236}">
                <a16:creationId xmlns:a16="http://schemas.microsoft.com/office/drawing/2014/main" id="{5D63CEC9-03A8-48F4-A997-3530E5117EE1}"/>
              </a:ext>
            </a:extLst>
          </p:cNvPr>
          <p:cNvSpPr>
            <a:spLocks xmlns:a="http://schemas.openxmlformats.org/drawingml/2006/main" noGrp="1"/>
          </p:cNvSpPr>
          <p:nvPr/>
        </p:nvSpPr>
        <p:spPr>
          <a:xfrm xmlns:a="http://schemas.openxmlformats.org/drawingml/2006/main">
            <a:off x="4429125" y="2257425"/>
            <a:ext cx="225742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6" name="dcfnet-bank">
            <a:extLst xmlns:a="http://schemas.openxmlformats.org/drawingml/2006/main">
              <a:ext uri="{FF2B5EF4-FFF2-40B4-BE49-F238E27FC236}">
                <a16:creationId xmlns:a16="http://schemas.microsoft.com/office/drawing/2014/main" id="{71A08210-D8BC-4317-8CCE-0DC889689C10}"/>
              </a:ext>
            </a:extLst>
          </p:cNvPr>
          <p:cNvSpPr>
            <a:spLocks xmlns:a="http://schemas.openxmlformats.org/drawingml/2006/main" noGrp="1"/>
          </p:cNvSpPr>
          <p:nvPr/>
        </p:nvSpPr>
        <p:spPr>
          <a:xfrm xmlns:a="http://schemas.openxmlformats.org/drawingml/2006/main">
            <a:off x="7372350" y="2257425"/>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 memory</a:t>
            </a:r>
          </a:p>
        </p:txBody>
      </p:sp>
      <p:sp>
        <p:nvSpPr>
          <p:cNvPr id="7" name="dcfnet-score">
            <a:extLst xmlns:a="http://schemas.openxmlformats.org/drawingml/2006/main">
              <a:ext uri="{FF2B5EF4-FFF2-40B4-BE49-F238E27FC236}">
                <a16:creationId xmlns:a16="http://schemas.microsoft.com/office/drawing/2014/main" id="{AF42E4B0-F1BB-402B-A45F-DC3C4DAAF815}"/>
              </a:ext>
            </a:extLst>
          </p:cNvPr>
          <p:cNvSpPr>
            <a:spLocks xmlns:a="http://schemas.openxmlformats.org/drawingml/2006/main" noGrp="1"/>
          </p:cNvSpPr>
          <p:nvPr/>
        </p:nvSpPr>
        <p:spPr>
          <a:xfrm xmlns:a="http://schemas.openxmlformats.org/drawingml/2006/main">
            <a:off x="10477500" y="2257425"/>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50" name=""/>
          <p:cNvCxnSpPr>
            <a:stCxn xmlns:a="http://schemas.openxmlformats.org/drawingml/2006/main" id="4" idx="3"/>
            <a:endCxn xmlns:a="http://schemas.openxmlformats.org/drawingml/2006/main" id="5" idx="1"/>
          </p:cNvCxnSpPr>
          <p:nvPr/>
        </p:nvCxnSpPr>
        <p:spPr>
          <a:xfrm xmlns:a="http://schemas.openxmlformats.org/drawingml/2006/main">
            <a:off x="3743325"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1" name=""/>
          <p:cNvCxnSpPr>
            <a:stCxn xmlns:a="http://schemas.openxmlformats.org/drawingml/2006/main" id="5" idx="3"/>
            <a:endCxn xmlns:a="http://schemas.openxmlformats.org/drawingml/2006/main" id="6" idx="1"/>
          </p:cNvCxnSpPr>
          <p:nvPr/>
        </p:nvCxnSpPr>
        <p:spPr>
          <a:xfrm xmlns:a="http://schemas.openxmlformats.org/drawingml/2006/main">
            <a:off x="6686550"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2" name=""/>
          <p:cNvCxnSpPr>
            <a:stCxn xmlns:a="http://schemas.openxmlformats.org/drawingml/2006/main" id="6" idx="3"/>
            <a:endCxn xmlns:a="http://schemas.openxmlformats.org/drawingml/2006/main" id="7" idx="1"/>
          </p:cNvCxnSpPr>
          <p:nvPr/>
        </p:nvCxnSpPr>
        <p:spPr>
          <a:xfrm xmlns:a="http://schemas.openxmlformats.org/drawingml/2006/main">
            <a:off x="9867900" y="2947988"/>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1" name="support-only-a">
            <a:extLst xmlns:a="http://schemas.openxmlformats.org/drawingml/2006/main">
              <a:ext uri="{FF2B5EF4-FFF2-40B4-BE49-F238E27FC236}">
                <a16:creationId xmlns:a16="http://schemas.microsoft.com/office/drawing/2014/main" id="{767A6621-AC8E-4DCB-9338-2A124C41CBBA}"/>
              </a:ext>
            </a:extLst>
          </p:cNvPr>
          <p:cNvSpPr>
            <a:spLocks xmlns:a="http://schemas.openxmlformats.org/drawingml/2006/main" noGrp="1"/>
          </p:cNvSpPr>
          <p:nvPr/>
        </p:nvSpPr>
        <p:spPr>
          <a:xfrm xmlns:a="http://schemas.openxmlformats.org/drawingml/2006/main">
            <a:off x="6619875" y="182880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12" name="junction-22">
            <a:extLst xmlns:a="http://schemas.openxmlformats.org/drawingml/2006/main">
              <a:ext uri="{FF2B5EF4-FFF2-40B4-BE49-F238E27FC236}">
                <a16:creationId xmlns:a16="http://schemas.microsoft.com/office/drawing/2014/main" id="{37C6A309-867D-4FFE-A1F1-9C4DA741882B}"/>
              </a:ext>
            </a:extLst>
          </p:cNvPr>
          <p:cNvSpPr>
            <a:spLocks xmlns:a="http://schemas.openxmlformats.org/drawingml/2006/main" noGrp="1"/>
          </p:cNvSpPr>
          <p:nvPr/>
        </p:nvSpPr>
        <p:spPr>
          <a:xfrm xmlns:a="http://schemas.openxmlformats.org/drawingml/2006/main">
            <a:off x="5543550" y="3648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junction-23">
            <a:extLst xmlns:a="http://schemas.openxmlformats.org/drawingml/2006/main">
              <a:ext uri="{FF2B5EF4-FFF2-40B4-BE49-F238E27FC236}">
                <a16:creationId xmlns:a16="http://schemas.microsoft.com/office/drawing/2014/main" id="{9632FF43-E72B-4824-B384-3334BA2FE9D2}"/>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12" idx="2"/>
            <a:endCxn xmlns:a="http://schemas.openxmlformats.org/drawingml/2006/main" id="13" idx="0"/>
          </p:cNvCxnSpPr>
          <p:nvPr/>
        </p:nvCxnSpPr>
        <p:spPr>
          <a:xfrm xmlns:a="http://schemas.openxmlformats.org/drawingml/2006/main">
            <a:off x="5553075" y="3667125"/>
            <a:ext cx="0" cy="22860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5" name="junction-24">
            <a:extLst xmlns:a="http://schemas.openxmlformats.org/drawingml/2006/main">
              <a:ext uri="{FF2B5EF4-FFF2-40B4-BE49-F238E27FC236}">
                <a16:creationId xmlns:a16="http://schemas.microsoft.com/office/drawing/2014/main" id="{985035A1-8175-4790-B7AE-289DEFE766DB}"/>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junction-25">
            <a:extLst xmlns:a="http://schemas.openxmlformats.org/drawingml/2006/main">
              <a:ext uri="{FF2B5EF4-FFF2-40B4-BE49-F238E27FC236}">
                <a16:creationId xmlns:a16="http://schemas.microsoft.com/office/drawing/2014/main" id="{06F30792-E321-4E1F-99C3-B7D4A2025197}"/>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15" idx="3"/>
            <a:endCxn xmlns:a="http://schemas.openxmlformats.org/drawingml/2006/main" id="16" idx="1"/>
          </p:cNvCxnSpPr>
          <p:nvPr/>
        </p:nvCxnSpPr>
        <p:spPr>
          <a:xfrm xmlns:a="http://schemas.openxmlformats.org/drawingml/2006/main">
            <a:off x="5562600" y="39052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8" name="junction-26">
            <a:extLst xmlns:a="http://schemas.openxmlformats.org/drawingml/2006/main">
              <a:ext uri="{FF2B5EF4-FFF2-40B4-BE49-F238E27FC236}">
                <a16:creationId xmlns:a16="http://schemas.microsoft.com/office/drawing/2014/main" id="{1687781C-B075-4EA0-860A-A72D4B0E6827}"/>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junction-27">
            <a:extLst xmlns:a="http://schemas.openxmlformats.org/drawingml/2006/main">
              <a:ext uri="{FF2B5EF4-FFF2-40B4-BE49-F238E27FC236}">
                <a16:creationId xmlns:a16="http://schemas.microsoft.com/office/drawing/2014/main" id="{ED2BC469-044B-4E10-935E-63161E820998}"/>
              </a:ext>
            </a:extLst>
          </p:cNvPr>
          <p:cNvSpPr>
            <a:spLocks xmlns:a="http://schemas.openxmlformats.org/drawingml/2006/main" noGrp="1"/>
          </p:cNvSpPr>
          <p:nvPr/>
        </p:nvSpPr>
        <p:spPr>
          <a:xfrm xmlns:a="http://schemas.openxmlformats.org/drawingml/2006/main">
            <a:off x="11725275" y="3657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0"/>
            <a:endCxn xmlns:a="http://schemas.openxmlformats.org/drawingml/2006/main" id="19" idx="2"/>
          </p:cNvCxnSpPr>
          <p:nvPr/>
        </p:nvCxnSpPr>
        <p:spPr>
          <a:xfrm xmlns:a="http://schemas.openxmlformats.org/drawingml/2006/main" flipV="1">
            <a:off x="11734800" y="3676650"/>
            <a:ext cx="0" cy="2190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1" name="query-only-a">
            <a:extLst xmlns:a="http://schemas.openxmlformats.org/drawingml/2006/main">
              <a:ext uri="{FF2B5EF4-FFF2-40B4-BE49-F238E27FC236}">
                <a16:creationId xmlns:a16="http://schemas.microsoft.com/office/drawing/2014/main" id="{B7759413-533A-4B15-9FCC-D008DEE6A9FD}"/>
              </a:ext>
            </a:extLst>
          </p:cNvPr>
          <p:cNvSpPr>
            <a:spLocks xmlns:a="http://schemas.openxmlformats.org/drawingml/2006/main" noGrp="1"/>
          </p:cNvSpPr>
          <p:nvPr/>
        </p:nvSpPr>
        <p:spPr>
          <a:xfrm xmlns:a="http://schemas.openxmlformats.org/drawingml/2006/main">
            <a:off x="7534275" y="363855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22" name="rule-28">
            <a:extLst xmlns:a="http://schemas.openxmlformats.org/drawingml/2006/main">
              <a:ext uri="{FF2B5EF4-FFF2-40B4-BE49-F238E27FC236}">
                <a16:creationId xmlns:a16="http://schemas.microsoft.com/office/drawing/2014/main" id="{FB87A4EB-3790-4ECC-91CF-602DA6A549C0}"/>
              </a:ext>
            </a:extLst>
          </p:cNvPr>
          <p:cNvSpPr>
            <a:spLocks xmlns:a="http://schemas.openxmlformats.org/drawingml/2006/main" noGrp="1"/>
          </p:cNvSpPr>
          <p:nvPr/>
        </p:nvSpPr>
        <p:spPr>
          <a:xfrm xmlns:a="http://schemas.openxmlformats.org/drawingml/2006/main">
            <a:off x="342900" y="40767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3" name="b-method">
            <a:extLst xmlns:a="http://schemas.openxmlformats.org/drawingml/2006/main">
              <a:ext uri="{FF2B5EF4-FFF2-40B4-BE49-F238E27FC236}">
                <a16:creationId xmlns:a16="http://schemas.microsoft.com/office/drawing/2014/main" id="{210EC044-4F30-4512-B3E3-98619306E637}"/>
              </a:ext>
            </a:extLst>
          </p:cNvPr>
          <p:cNvSpPr>
            <a:spLocks xmlns:a="http://schemas.openxmlformats.org/drawingml/2006/main" noGrp="1"/>
          </p:cNvSpPr>
          <p:nvPr/>
        </p:nvSpPr>
        <p:spPr>
          <a:xfrm xmlns:a="http://schemas.openxmlformats.org/drawingml/2006/main">
            <a:off x="342900" y="4276725"/>
            <a:ext cx="590550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(b) DINO-only control</a:t>
            </a:r>
          </a:p>
        </p:txBody>
      </p:sp>
      <p:sp>
        <p:nvSpPr>
          <p:cNvPr id="24" name="control-dino-features">
            <a:extLst xmlns:a="http://schemas.openxmlformats.org/drawingml/2006/main">
              <a:ext uri="{FF2B5EF4-FFF2-40B4-BE49-F238E27FC236}">
                <a16:creationId xmlns:a16="http://schemas.microsoft.com/office/drawing/2014/main" id="{E6BC5BB0-945C-4FDB-9E58-FB0F39D26088}"/>
              </a:ext>
            </a:extLst>
          </p:cNvPr>
          <p:cNvSpPr>
            <a:spLocks xmlns:a="http://schemas.openxmlformats.org/drawingml/2006/main" noGrp="1"/>
          </p:cNvSpPr>
          <p:nvPr/>
        </p:nvSpPr>
        <p:spPr>
          <a:xfrm xmlns:a="http://schemas.openxmlformats.org/drawingml/2006/main">
            <a:off x="361950" y="4914900"/>
            <a:ext cx="338137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Same frozen</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DINOv2 encoder</a:t>
            </a:r>
          </a:p>
        </p:txBody>
      </p:sp>
      <p:sp>
        <p:nvSpPr>
          <p:cNvPr id="25" name="dino-descriptor">
            <a:extLst xmlns:a="http://schemas.openxmlformats.org/drawingml/2006/main">
              <a:ext uri="{FF2B5EF4-FFF2-40B4-BE49-F238E27FC236}">
                <a16:creationId xmlns:a16="http://schemas.microsoft.com/office/drawing/2014/main" id="{2D9DB523-152F-401E-BEA0-18A9BE13089F}"/>
              </a:ext>
            </a:extLst>
          </p:cNvPr>
          <p:cNvSpPr>
            <a:spLocks xmlns:a="http://schemas.openxmlformats.org/drawingml/2006/main" noGrp="1"/>
          </p:cNvSpPr>
          <p:nvPr/>
        </p:nvSpPr>
        <p:spPr>
          <a:xfrm xmlns:a="http://schemas.openxmlformats.org/drawingml/2006/main">
            <a:off x="4429125" y="4914900"/>
            <a:ext cx="225742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26" name="dino-bank">
            <a:extLst xmlns:a="http://schemas.openxmlformats.org/drawingml/2006/main">
              <a:ext uri="{FF2B5EF4-FFF2-40B4-BE49-F238E27FC236}">
                <a16:creationId xmlns:a16="http://schemas.microsoft.com/office/drawing/2014/main" id="{F9F423CA-A88E-45AF-8DD9-2017EDC8BAE1}"/>
              </a:ext>
            </a:extLst>
          </p:cNvPr>
          <p:cNvSpPr>
            <a:spLocks xmlns:a="http://schemas.openxmlformats.org/drawingml/2006/main" noGrp="1"/>
          </p:cNvSpPr>
          <p:nvPr/>
        </p:nvSpPr>
        <p:spPr>
          <a:xfrm xmlns:a="http://schemas.openxmlformats.org/drawingml/2006/main">
            <a:off x="7372350" y="4914900"/>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 memory</a:t>
            </a:r>
          </a:p>
        </p:txBody>
      </p:sp>
      <p:sp>
        <p:nvSpPr>
          <p:cNvPr id="27" name="dino-score">
            <a:extLst xmlns:a="http://schemas.openxmlformats.org/drawingml/2006/main">
              <a:ext uri="{FF2B5EF4-FFF2-40B4-BE49-F238E27FC236}">
                <a16:creationId xmlns:a16="http://schemas.microsoft.com/office/drawing/2014/main" id="{D39FE3DB-B157-4AA6-8ECD-96E238FA84D7}"/>
              </a:ext>
            </a:extLst>
          </p:cNvPr>
          <p:cNvSpPr>
            <a:spLocks xmlns:a="http://schemas.openxmlformats.org/drawingml/2006/main" noGrp="1"/>
          </p:cNvSpPr>
          <p:nvPr/>
        </p:nvSpPr>
        <p:spPr>
          <a:xfrm xmlns:a="http://schemas.openxmlformats.org/drawingml/2006/main">
            <a:off x="10477500" y="4914900"/>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70" name=""/>
          <p:cNvCxnSpPr>
            <a:stCxn xmlns:a="http://schemas.openxmlformats.org/drawingml/2006/main" id="24" idx="3"/>
            <a:endCxn xmlns:a="http://schemas.openxmlformats.org/drawingml/2006/main" id="25" idx="1"/>
          </p:cNvCxnSpPr>
          <p:nvPr/>
        </p:nvCxnSpPr>
        <p:spPr>
          <a:xfrm xmlns:a="http://schemas.openxmlformats.org/drawingml/2006/main">
            <a:off x="3743325"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25" idx="3"/>
            <a:endCxn xmlns:a="http://schemas.openxmlformats.org/drawingml/2006/main" id="26" idx="1"/>
          </p:cNvCxnSpPr>
          <p:nvPr/>
        </p:nvCxnSpPr>
        <p:spPr>
          <a:xfrm xmlns:a="http://schemas.openxmlformats.org/drawingml/2006/main">
            <a:off x="6686550"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26" idx="3"/>
            <a:endCxn xmlns:a="http://schemas.openxmlformats.org/drawingml/2006/main" id="27" idx="1"/>
          </p:cNvCxnSpPr>
          <p:nvPr/>
        </p:nvCxnSpPr>
        <p:spPr>
          <a:xfrm xmlns:a="http://schemas.openxmlformats.org/drawingml/2006/main">
            <a:off x="9867900" y="5605463"/>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31" name="support-only-b">
            <a:extLst xmlns:a="http://schemas.openxmlformats.org/drawingml/2006/main">
              <a:ext uri="{FF2B5EF4-FFF2-40B4-BE49-F238E27FC236}">
                <a16:creationId xmlns:a16="http://schemas.microsoft.com/office/drawing/2014/main" id="{5683D76B-624F-4E7D-ACA5-D8FBC05BF9AB}"/>
              </a:ext>
            </a:extLst>
          </p:cNvPr>
          <p:cNvSpPr>
            <a:spLocks xmlns:a="http://schemas.openxmlformats.org/drawingml/2006/main" noGrp="1"/>
          </p:cNvSpPr>
          <p:nvPr/>
        </p:nvSpPr>
        <p:spPr>
          <a:xfrm xmlns:a="http://schemas.openxmlformats.org/drawingml/2006/main">
            <a:off x="6619875" y="451485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32" name="junction-29">
            <a:extLst xmlns:a="http://schemas.openxmlformats.org/drawingml/2006/main">
              <a:ext uri="{FF2B5EF4-FFF2-40B4-BE49-F238E27FC236}">
                <a16:creationId xmlns:a16="http://schemas.microsoft.com/office/drawing/2014/main" id="{29917D71-B3C6-4EBA-BEF1-4D59AB098FA0}"/>
              </a:ext>
            </a:extLst>
          </p:cNvPr>
          <p:cNvSpPr>
            <a:spLocks xmlns:a="http://schemas.openxmlformats.org/drawingml/2006/main" noGrp="1"/>
          </p:cNvSpPr>
          <p:nvPr/>
        </p:nvSpPr>
        <p:spPr>
          <a:xfrm xmlns:a="http://schemas.openxmlformats.org/drawingml/2006/main">
            <a:off x="5543550" y="63055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junction-30">
            <a:extLst xmlns:a="http://schemas.openxmlformats.org/drawingml/2006/main">
              <a:ext uri="{FF2B5EF4-FFF2-40B4-BE49-F238E27FC236}">
                <a16:creationId xmlns:a16="http://schemas.microsoft.com/office/drawing/2014/main" id="{CDC2E039-B4B5-4790-8196-2024B6C13DE6}"/>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2" idx="2"/>
            <a:endCxn xmlns:a="http://schemas.openxmlformats.org/drawingml/2006/main" id="33" idx="0"/>
          </p:cNvCxnSpPr>
          <p:nvPr/>
        </p:nvCxnSpPr>
        <p:spPr>
          <a:xfrm xmlns:a="http://schemas.openxmlformats.org/drawingml/2006/main">
            <a:off x="5553075" y="6324600"/>
            <a:ext cx="0" cy="2762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5" name="junction-31">
            <a:extLst xmlns:a="http://schemas.openxmlformats.org/drawingml/2006/main">
              <a:ext uri="{FF2B5EF4-FFF2-40B4-BE49-F238E27FC236}">
                <a16:creationId xmlns:a16="http://schemas.microsoft.com/office/drawing/2014/main" id="{C80A8A94-D2C9-4466-B636-A1DF79DAF0A7}"/>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junction-32">
            <a:extLst xmlns:a="http://schemas.openxmlformats.org/drawingml/2006/main">
              <a:ext uri="{FF2B5EF4-FFF2-40B4-BE49-F238E27FC236}">
                <a16:creationId xmlns:a16="http://schemas.microsoft.com/office/drawing/2014/main" id="{42DAFA5A-B5EC-4FB2-99AC-9DEC3FA12988}"/>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35" idx="3"/>
            <a:endCxn xmlns:a="http://schemas.openxmlformats.org/drawingml/2006/main" id="36" idx="1"/>
          </p:cNvCxnSpPr>
          <p:nvPr/>
        </p:nvCxnSpPr>
        <p:spPr>
          <a:xfrm xmlns:a="http://schemas.openxmlformats.org/drawingml/2006/main">
            <a:off x="5562600" y="66103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8" name="junction-33">
            <a:extLst xmlns:a="http://schemas.openxmlformats.org/drawingml/2006/main">
              <a:ext uri="{FF2B5EF4-FFF2-40B4-BE49-F238E27FC236}">
                <a16:creationId xmlns:a16="http://schemas.microsoft.com/office/drawing/2014/main" id="{D849C18D-2718-4EBE-8DA0-E5FF3936A643}"/>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junction-34">
            <a:extLst xmlns:a="http://schemas.openxmlformats.org/drawingml/2006/main">
              <a:ext uri="{FF2B5EF4-FFF2-40B4-BE49-F238E27FC236}">
                <a16:creationId xmlns:a16="http://schemas.microsoft.com/office/drawing/2014/main" id="{A02870CC-0AB2-4759-A413-2C0ADBAA5FDD}"/>
              </a:ext>
            </a:extLst>
          </p:cNvPr>
          <p:cNvSpPr>
            <a:spLocks xmlns:a="http://schemas.openxmlformats.org/drawingml/2006/main" noGrp="1"/>
          </p:cNvSpPr>
          <p:nvPr/>
        </p:nvSpPr>
        <p:spPr>
          <a:xfrm xmlns:a="http://schemas.openxmlformats.org/drawingml/2006/main">
            <a:off x="11725275" y="6315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0"/>
            <a:endCxn xmlns:a="http://schemas.openxmlformats.org/drawingml/2006/main" id="39" idx="2"/>
          </p:cNvCxnSpPr>
          <p:nvPr/>
        </p:nvCxnSpPr>
        <p:spPr>
          <a:xfrm xmlns:a="http://schemas.openxmlformats.org/drawingml/2006/main" flipV="1">
            <a:off x="11734800" y="6334125"/>
            <a:ext cx="0" cy="2667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1" name="query-only-b">
            <a:extLst xmlns:a="http://schemas.openxmlformats.org/drawingml/2006/main">
              <a:ext uri="{FF2B5EF4-FFF2-40B4-BE49-F238E27FC236}">
                <a16:creationId xmlns:a16="http://schemas.microsoft.com/office/drawing/2014/main" id="{C89F2C7F-F6F1-4B6D-BD78-5F3BE06C45E8}"/>
              </a:ext>
            </a:extLst>
          </p:cNvPr>
          <p:cNvSpPr>
            <a:spLocks xmlns:a="http://schemas.openxmlformats.org/drawingml/2006/main" noGrp="1"/>
          </p:cNvSpPr>
          <p:nvPr/>
        </p:nvSpPr>
        <p:spPr>
          <a:xfrm xmlns:a="http://schemas.openxmlformats.org/drawingml/2006/main">
            <a:off x="7534275" y="632460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42" name="common-postprocessing">
            <a:extLst xmlns:a="http://schemas.openxmlformats.org/drawingml/2006/main">
              <a:ext uri="{FF2B5EF4-FFF2-40B4-BE49-F238E27FC236}">
                <a16:creationId xmlns:a16="http://schemas.microsoft.com/office/drawing/2014/main" id="{EE7BFF35-3ACF-4A5A-A07F-EFEA77641A98}"/>
              </a:ext>
            </a:extLst>
          </p:cNvPr>
          <p:cNvSpPr>
            <a:spLocks xmlns:a="http://schemas.openxmlformats.org/drawingml/2006/main" noGrp="1"/>
          </p:cNvSpPr>
          <p:nvPr/>
        </p:nvSpPr>
        <p:spPr>
          <a:xfrm xmlns:a="http://schemas.openxmlformats.org/drawingml/2006/main">
            <a:off x="342900" y="6924675"/>
            <a:ext cx="12649200" cy="5429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202832"/>
                </a:solidFill>
                <a:latin typeface="Arial"/>
                <a:ea typeface="Arial"/>
                <a:cs typeface="Arial"/>
              </a:defRPr>
            </a:pPr>
            <a:r>
              <a:rPr sz="2250" b="0">
                <a:solidFill>
                  <a:srgbClr val="202832"/>
                </a:solidFill>
                <a:latin typeface="Arial"/>
                <a:ea typeface="Arial"/>
                <a:cs typeface="Arial"/>
              </a:rPr>
              <a:t>Same bilinear resizing, Gaussian smoothing, image pooling and evaluator</a:t>
            </a:r>
          </a:p>
        </p:txBody>
      </p:sp>
    </p:spTree>
    <p:extLst>
      <p:ext uri="{BB962C8B-B14F-4D97-AF65-F5344CB8AC3E}">
        <p14:creationId xmlns:p14="http://schemas.microsoft.com/office/powerpoint/2010/main" val="7641747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266D7CA-CC5B-42B0-94A9-45CC386A2D70}"/>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Microsoft YaHei"/>
                <a:ea typeface="Microsoft YaHei"/>
                <a:cs typeface="Microsoft YaHei"/>
              </a:defRPr>
            </a:pPr>
            <a:r>
              <a:rPr sz="2850" b="1">
                <a:solidFill>
                  <a:srgbClr val="202832"/>
                </a:solidFill>
                <a:latin typeface="Microsoft YaHei"/>
                <a:ea typeface="Microsoft YaHei"/>
                <a:cs typeface="Microsoft YaHei"/>
              </a:rPr>
              <a:t>图件安排与正文放置建议</a:t>
            </a:r>
          </a:p>
        </p:txBody>
      </p:sp>
      <p:graphicFrame>
        <p:nvGraphicFramePr>
          <p:cNvPr id="8" name=""/>
          <p:cNvGraphicFramePr/>
          <p:nvPr/>
        </p:nvGraphicFramePr>
        <p:xfrm>
          <a:off xmlns:a="http://schemas.openxmlformats.org/drawingml/2006/main" x="342900" y="1066800"/>
          <a:ext xmlns:a="http://schemas.openxmlformats.org/drawingml/2006/main" cx="12649200" cy="4000500"/>
        </p:xfrm>
        <a:graphic xmlns:a="http://schemas.openxmlformats.org/drawingml/2006/main">
          <a:graphicData uri="http://schemas.openxmlformats.org/drawingml/2006/table">
            <a:tbl>
              <a:tblPr/>
              <a:tblGrid>
                <a:gridCol w="1190625"/>
                <a:gridCol w="6067425"/>
                <a:gridCol w="5391150"/>
              </a:tblGrid>
              <a:tr h="666750">
                <a:tc>
                  <a:txBody>
                    <a:bodyPr lIns="114300" tIns="76200" rIns="114300" bIns="76200"/>
                    <a:lstStyle/>
                    <a:p>
                      <a:pPr algn="l"/>
                      <a:r>
                        <a:rPr sz="1875" b="1">
                          <a:solidFill>
                            <a:srgbClr val="202832"/>
                          </a:solidFill>
                          <a:latin typeface="Microsoft YaHei"/>
                          <a:ea typeface="Microsoft YaHei"/>
                          <a:cs typeface="Microsoft YaHei"/>
                        </a:rPr>
                        <a:t>PPT 页</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图件与用途</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建议位置</a:t>
                      </a:r>
                    </a:p>
                  </a:txBody>
                  <a:tcPr marL="91440" marR="91440" marT="45720" marB="45720" anchor="ctr">
                    <a:solidFill>
                      <a:srgbClr val="DEEBF7"/>
                    </a:solidFill>
                  </a:tcPr>
                </a:tc>
              </a:tr>
              <a:tr h="666750">
                <a:tc>
                  <a:txBody>
                    <a:bodyPr lIns="114300" tIns="76200" rIns="114300" bIns="76200"/>
                    <a:lstStyle/>
                    <a:p>
                      <a:pPr algn="l"/>
                      <a:r>
                        <a:rPr sz="1875" b="0">
                          <a:solidFill>
                            <a:srgbClr val="202832"/>
                          </a:solidFill>
                          <a:latin typeface="Microsoft YaHei"/>
                          <a:ea typeface="Microsoft YaHei"/>
                          <a:cs typeface="Microsoft YaHei"/>
                        </a:rPr>
                        <a:t>1</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1 主图：建库与查询的完整流程</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3.2 Overview 首次引用后，双栏通栏</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2</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S1 双编码器：输入尺寸与保留的特征</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3.3 编码器说明后，可移入补充材料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3</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2 对齐与融合：空间及幅值校准</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3.4 对齐说明与融合公式附近，优先保留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4</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3 记忆与评分：匹配、异常图与图像分数</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3.5 记忆库和评分公式附近，优先保留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5</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S2 对照设计：两套独立特征与记忆库</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3.6 对照说明或消融实验，可用作附图</a:t>
                      </a:r>
                    </a:p>
                  </a:txBody>
                  <a:tcPr marL="91440" marR="91440" marT="45720" marB="45720" anchor="ctr">
                    <a:solidFill>
                      <a:srgbClr val="FFFFFF"/>
                    </a:solidFill>
                  </a:tcPr>
                </a:tc>
              </a:tr>
            </a:tbl>
          </a:graphicData>
        </a:graphic>
      </p:graphicFrame>
      <p:sp>
        <p:nvSpPr>
          <p:cNvPr id="3" name="usage-one">
            <a:extLst xmlns:a="http://schemas.openxmlformats.org/drawingml/2006/main">
              <a:ext uri="{FF2B5EF4-FFF2-40B4-BE49-F238E27FC236}">
                <a16:creationId xmlns:a16="http://schemas.microsoft.com/office/drawing/2014/main" id="{3666CF15-EC83-4F12-96DC-554509662207}"/>
              </a:ext>
            </a:extLst>
          </p:cNvPr>
          <p:cNvSpPr>
            <a:spLocks xmlns:a="http://schemas.openxmlformats.org/drawingml/2006/main" noGrp="1"/>
          </p:cNvSpPr>
          <p:nvPr/>
        </p:nvSpPr>
        <p:spPr>
          <a:xfrm xmlns:a="http://schemas.openxmlformats.org/drawingml/2006/main">
            <a:off x="342900" y="545782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版式：英文图件统一横向矩形。先引用，再就近放图。</a:t>
            </a:r>
          </a:p>
        </p:txBody>
      </p:sp>
      <p:sp>
        <p:nvSpPr>
          <p:cNvPr id="4" name="usage-two">
            <a:extLst xmlns:a="http://schemas.openxmlformats.org/drawingml/2006/main">
              <a:ext uri="{FF2B5EF4-FFF2-40B4-BE49-F238E27FC236}">
                <a16:creationId xmlns:a16="http://schemas.microsoft.com/office/drawing/2014/main" id="{1CE394F3-AC25-457D-B786-532E855E7256}"/>
              </a:ext>
            </a:extLst>
          </p:cNvPr>
          <p:cNvSpPr>
            <a:spLocks xmlns:a="http://schemas.openxmlformats.org/drawingml/2006/main" noGrp="1"/>
          </p:cNvSpPr>
          <p:nvPr/>
        </p:nvSpPr>
        <p:spPr>
          <a:xfrm xmlns:a="http://schemas.openxmlformats.org/drawingml/2006/main">
            <a:off x="342900" y="6038850"/>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字体：Arial 正文标签，Cambria 数学符号。变量下标保持可编辑。</a:t>
            </a:r>
          </a:p>
        </p:txBody>
      </p:sp>
      <p:sp>
        <p:nvSpPr>
          <p:cNvPr id="5" name="usage-three">
            <a:extLst xmlns:a="http://schemas.openxmlformats.org/drawingml/2006/main">
              <a:ext uri="{FF2B5EF4-FFF2-40B4-BE49-F238E27FC236}">
                <a16:creationId xmlns:a16="http://schemas.microsoft.com/office/drawing/2014/main" id="{BF6236E4-C801-4CE2-A21E-DFE6333125C6}"/>
              </a:ext>
            </a:extLst>
          </p:cNvPr>
          <p:cNvSpPr>
            <a:spLocks xmlns:a="http://schemas.openxmlformats.org/drawingml/2006/main" noGrp="1"/>
          </p:cNvSpPr>
          <p:nvPr/>
        </p:nvSpPr>
        <p:spPr>
          <a:xfrm xmlns:a="http://schemas.openxmlformats.org/drawingml/2006/main">
            <a:off x="342900" y="661987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图注：每页备注附英文图注。图 2、图 3 的细节优先进入正文。</a:t>
            </a:r>
          </a:p>
        </p:txBody>
      </p:sp>
      <p:sp>
        <p:nvSpPr>
          <p:cNvPr id="6" name="usage-four">
            <a:extLst xmlns:a="http://schemas.openxmlformats.org/drawingml/2006/main">
              <a:ext uri="{FF2B5EF4-FFF2-40B4-BE49-F238E27FC236}">
                <a16:creationId xmlns:a16="http://schemas.microsoft.com/office/drawing/2014/main" id="{EE6DA23C-919D-4853-8FD7-AAF9999C115E}"/>
              </a:ext>
            </a:extLst>
          </p:cNvPr>
          <p:cNvSpPr>
            <a:spLocks xmlns:a="http://schemas.openxmlformats.org/drawingml/2006/main" noGrp="1"/>
          </p:cNvSpPr>
          <p:nvPr/>
        </p:nvSpPr>
        <p:spPr>
          <a:xfrm xmlns:a="http://schemas.openxmlformats.org/drawingml/2006/main">
            <a:off x="342900" y="7200900"/>
            <a:ext cx="126492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00" b="0">
                <a:solidFill>
                  <a:srgbClr val="202832"/>
                </a:solidFill>
                <a:latin typeface="Microsoft YaHei"/>
                <a:ea typeface="Microsoft YaHei"/>
                <a:cs typeface="Microsoft YaHei"/>
              </a:defRPr>
            </a:pPr>
            <a:r>
              <a:rPr sz="2100" b="0">
                <a:solidFill>
                  <a:srgbClr val="202832"/>
                </a:solidFill>
                <a:latin typeface="Microsoft YaHei"/>
                <a:ea typeface="Microsoft YaHei"/>
                <a:cs typeface="Microsoft YaHei"/>
              </a:rPr>
              <a:t>篇幅压缩时：正文保留主图及融合、评分分图，其余作为附图。</a:t>
            </a:r>
          </a:p>
        </p:txBody>
      </p:sp>
    </p:spTree>
    <p:extLst>
      <p:ext uri="{BB962C8B-B14F-4D97-AF65-F5344CB8AC3E}">
        <p14:creationId xmlns:p14="http://schemas.microsoft.com/office/powerpoint/2010/main" val="216342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2026-09-06T13:11:51.8680000Z</dcterms:created>
  <dcterms:modified xsi:type="dcterms:W3CDTF">2026-09-06T13:11:51.8680000Z</dcterms:modified>
</coreProperties>
</file>