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4c0fb729a64360" /><Relationship Type="http://schemas.openxmlformats.org/officeDocument/2006/relationships/extended-properties" Target="/docProps/app.xml" Id="R0dbb8ca9067d4411" /><Relationship Type="http://schemas.openxmlformats.org/officeDocument/2006/relationships/officeDocument" Target="/ppt/presentation.xml" Id="R29bd84399b024ce1" /></Relationships>
</file>

<file path=ppt/presentation.xml><?xml version="1.0" encoding="utf-8"?>
<p:presentation xmlns:p="http://schemas.openxmlformats.org/presentationml/2006/main">
  <p:sldMasterIdLst>
    <p:sldMasterId xmlns:r="http://schemas.openxmlformats.org/officeDocument/2006/relationships" id="2147483648" r:id="R7d982cace945464d"/>
  </p:sldMasterIdLst>
  <p:notesMasterIdLst>
    <p:notesMasterId xmlns:r="http://schemas.openxmlformats.org/officeDocument/2006/relationships" r:id="R5165f94782e34c9d"/>
  </p:notesMasterIdLst>
  <p:sldIdLst>
    <p:sldId xmlns:r="http://schemas.openxmlformats.org/officeDocument/2006/relationships" id="256" r:id="R80c64daf81d84499"/>
    <p:sldId xmlns:r="http://schemas.openxmlformats.org/officeDocument/2006/relationships" id="257" r:id="R5ddc4da88fab403e"/>
    <p:sldId xmlns:r="http://schemas.openxmlformats.org/officeDocument/2006/relationships" id="258" r:id="Re0859f4b223a4cf8"/>
    <p:sldId xmlns:r="http://schemas.openxmlformats.org/officeDocument/2006/relationships" id="259" r:id="R59afaf430c7d414d"/>
    <p:sldId xmlns:r="http://schemas.openxmlformats.org/officeDocument/2006/relationships" id="260" r:id="Rae57de6b5ddb4884"/>
    <p:sldId xmlns:r="http://schemas.openxmlformats.org/officeDocument/2006/relationships" id="261" r:id="R0e2512588f58441a"/>
  </p:sldIdLst>
  <p:sldSz cx="13335000" cy="7810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315ab37fb8466b" /><Relationship Type="http://schemas.openxmlformats.org/officeDocument/2006/relationships/slideMaster" Target="/ppt/slideMasters/slideMaster1.xml" Id="R7d982cace945464d" /><Relationship Type="http://schemas.openxmlformats.org/officeDocument/2006/relationships/notesMaster" Target="/ppt/notesMasters/notesMaster1.xml" Id="R5165f94782e34c9d" /><Relationship Type="http://schemas.openxmlformats.org/officeDocument/2006/relationships/presProps" Target="/ppt/presProps.xml" Id="R957399a51bfd4eb2" /><Relationship Type="http://schemas.openxmlformats.org/officeDocument/2006/relationships/tableStyles" Target="/ppt/tableStyles.xml" Id="Rba546341585c40c6" /><Relationship Type="http://schemas.openxmlformats.org/officeDocument/2006/relationships/slide" Target="/ppt/slides/slide1.xml" Id="R80c64daf81d84499" /><Relationship Type="http://schemas.openxmlformats.org/officeDocument/2006/relationships/slide" Target="/ppt/slides/slide2.xml" Id="R5ddc4da88fab403e" /><Relationship Type="http://schemas.openxmlformats.org/officeDocument/2006/relationships/slide" Target="/ppt/slides/slide3.xml" Id="Re0859f4b223a4cf8" /><Relationship Type="http://schemas.openxmlformats.org/officeDocument/2006/relationships/slide" Target="/ppt/slides/slide4.xml" Id="R59afaf430c7d414d" /><Relationship Type="http://schemas.openxmlformats.org/officeDocument/2006/relationships/slide" Target="/ppt/slides/slide5.xml" Id="Rae57de6b5ddb4884" /><Relationship Type="http://schemas.openxmlformats.org/officeDocument/2006/relationships/slide" Target="/ppt/slides/slide6.xml" Id="R0e2512588f5844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73088297a046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cbce70ef1d49f7" /><Relationship Type="http://schemas.openxmlformats.org/officeDocument/2006/relationships/notesMaster" Target="/ppt/notesMasters/notesMaster1.xml" Id="R28d784b1b66f439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71b9a729844371" /><Relationship Type="http://schemas.openxmlformats.org/officeDocument/2006/relationships/notesMaster" Target="/ppt/notesMasters/notesMaster1.xml" Id="R2411f6f388c544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4790d3305d4016" /><Relationship Type="http://schemas.openxmlformats.org/officeDocument/2006/relationships/notesMaster" Target="/ppt/notesMasters/notesMaster1.xml" Id="R96af8f0a81ef4c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8746f21d014573" /><Relationship Type="http://schemas.openxmlformats.org/officeDocument/2006/relationships/notesMaster" Target="/ppt/notesMasters/notesMaster1.xml" Id="R222e010c8b8a46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5f89ceb64647c5" /><Relationship Type="http://schemas.openxmlformats.org/officeDocument/2006/relationships/notesMaster" Target="/ppt/notesMasters/notesMaster1.xml" Id="R2a2ff96b5cf447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045bc99796479d" /><Relationship Type="http://schemas.openxmlformats.org/officeDocument/2006/relationships/notesMaster" Target="/ppt/notesMasters/notesMaster1.xml" Id="Rc3a7b9a732964c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1，放在 3.2 Overview Structure 首次引用后，双栏通栏。主图保留正常支持集建库与查询评分的完整路径，详细算子见后续分图。</a:t>
            </a:r>
          </a:p>
          <a:p xmlns:a="http://schemas.openxmlformats.org/drawingml/2006/main">
            <a:r>
              <a:t>Caption: Overall workflow of DCFnet. Normal support images construct a category-specific memory. Query images use the same frozen visual encoders and calibrated fusion operator, and their descriptors are compared with the fixed memory. Exact nearest-neighbor distances are upsampled and Gaussian-smoothed to obtain the anomaly map. The image score is the spatial maximum of this map.</a:t>
            </a:r>
          </a:p>
          <a:p xmlns:a="http://schemas.openxmlformats.org/drawingml/2006/main">
            <a:r>
              <a:t>Illustrative image pair and output: MPDD, metal_plate, seed 0, K=1. Support: train/good/029.png. Query: test/scratches/026.png. Output cropped from existing mpdd_s0_k1_metal_plate_success.png (A1 concat panel), with display scaling inherited from that figure. This single example is a workflow illustration, not an aggregate performance claim.</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Supplementary Fig. S1，置于 3.3 Frozen Dual-Encoder Visual Representation 两个编码器说明后。若篇幅有限，可放补充材料，而保留 Fig. 3 的融合细节。</a:t>
            </a:r>
          </a:p>
          <a:p xmlns:a="http://schemas.openxmlformats.org/drawingml/2006/main">
            <a:r>
              <a:t>Caption: Frozen visual feature extraction. DINOv2 produces 768-dimensional patch descriptors on its native grid after aspect-ratio-preserving resizing and patch-compatible cropping. The CLIP visual encoder uses the fixed DPAM configuration and retains layer-24 patch descriptors on a 37 × 37 grid. Both branches process each support or query image independently. Only visual patch descriptors enter fusion.</a:t>
            </a:r>
          </a:p>
          <a:p xmlns:a="http://schemas.openxmlformats.org/drawingml/2006/main">
            <a:r>
              <a:t>CLIP implementation requests layers 6,12,18,24 and retains the last returned tensor (layer 24), discarding CLS. It is not four-layer concatenation. DPAM_layer=20. The general DINO grid is h_D × w_D, with shorter dimension 32 for short side 448 and patch size 14.</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2，置于 3.4 Spatial Calibration and Fixed Feature Fusion 首次介绍对齐和归一化后，靠近对应公式。该图优先保留在正文。</a:t>
            </a:r>
          </a:p>
          <a:p xmlns:a="http://schemas.openxmlformats.org/drawingml/2006/main">
            <a:r>
              <a:t>Caption: Spatial and magnitude calibration before fixed feature concatenation. The CLIP grid is bilinearly resized to the DINO grid. At each aligned location, the two 768-dimensional branch descriptors are independently normalized, scaled equally, concatenated along the channel dimension, and normalized again to obtain a 1536-dimensional descriptor. The coefficients are fixed at 0.5.</a:t>
            </a:r>
          </a:p>
          <a:p xmlns:a="http://schemas.openxmlformats.org/drawingml/2006/main">
            <a:r>
              <a:t>All colored grids and vector bars are schematic editable objects, not measured activation maps. Native grid dimensions are written explicitly; the number of drawn cells is illustrative. Norm(v)=v/||v||₂ for positive-norm descriptors. No epsilon guard is claimed. align_corners=False. The diagram shows feature concatenation, not averaging two separately searched anomaly maps.</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3，置于 3.5 Normal Reference Memory and Anomaly Scoring，紧邻记忆库与评分公式。优先保留正文。</a:t>
            </a:r>
          </a:p>
          <a:p xmlns:a="http://schemas.openxmlformats.org/drawingml/2006/main">
            <a:r>
              <a:t>Caption: Construction and use of the normal reference memory. All fused patch descriptors from the K normal support images populate a fixed category-specific FAISS IndexFlatL2 memory. Each query descriptor retrieves its nearest support descriptor in feature space across all stored locations. Half of the squared Euclidean distance produces the patch score. The patch-score grid is resized to 448 × 448 and smoothed with σ=4. The final map supplies both pixel-level scores and the spatial maximum for image-level scoring.</a:t>
            </a:r>
          </a:p>
          <a:p xmlns:a="http://schemas.openxmlformats.org/drawingml/2006/main">
            <a:r>
              <a:t>P=h_D w_D assumes a common retained grid. The memory has KP rows for K support images with P retained patches each. Query descriptors are never inserted into the normal memory. Schematic vectors are not actual activations. Example map source and display scaling are the same as Fig. 1.</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建议作为 Fig. S1，放在 3.6 Matched Control 或实验消融小节。若正文空间足够，可改为正文图；编号应随最终全文排序。</a:t>
            </a:r>
          </a:p>
          <a:p xmlns:a="http://schemas.openxmlformats.org/drawingml/2006/main">
            <a:r>
              <a:t>Caption: Matched comparison isolating the calibrated second representation. DCFnet and the DINO-only control use the same support-image identities, query images, DINO features, exact nearest-neighbor search, distance convention, post-processing, and evaluation resolution. They maintain separate memories. The DCFnet descriptor has 1536 channels, while the control descriptor has 768 channels.</a:t>
            </a:r>
          </a:p>
          <a:p xmlns:a="http://schemas.openxmlformats.org/drawingml/2006/main">
            <a:r>
              <a:t>This is an experimental control diagram, not a third branch of DCFnet. No performance improvement is claimed by the diagram. The DCFnet setting has no PCA, whitening, learned gate, or target-domain optimization.</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本页为图件使用规划，不作为论文插图。暂定图号需要随最终正文顺序统一调整。正文图与实验结果图应避免编号冲突。所有图均围绕课堂稿的固定融合版本，不将后续研究候选架构写入已完成的方法。</a:t>
            </a:r>
          </a:p>
          <a:p xmlns:a="http://schemas.openxmlformats.org/drawingml/2006/main">
            <a:r>
              <a:t/>
            </a:r>
          </a:p>
          <a:p xmlns:a="http://schemas.openxmlformats.org/drawingml/2006/main">
            <a:r>
              <a:t>课堂依据：20260905 SCI论文辅导，https://meeting.tencent.com/crm/2O84onE064。课堂 Word：DCFnet_English_Draft_Through_Method_Revised_20260903(1).docx，第3.2至3.6节。实现核对：scripts/evaluate_a1_feature_fusion.py，scripts/export_anomalyclip_mpdd_features.py，scripts/export_anomalydino_mpdd_features.py，methods/anomalydino/src/utils.py，submission_repro_20260827/config/frozen_a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fb86d905df4c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52330054fda42ae" /><Relationship Type="http://schemas.openxmlformats.org/officeDocument/2006/relationships/slideLayout" Target="/ppt/slideLayouts/slideLayout1.xml" Id="Rc9ffa144715b40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ffa144715b40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728c27fad874502" /><Relationship Type="http://schemas.openxmlformats.org/officeDocument/2006/relationships/image" Target="/ppt/media/image.png" Id="Ra9a196e2319e4149" /><Relationship Type="http://schemas.openxmlformats.org/officeDocument/2006/relationships/image" Target="/ppt/media/image2.png" Id="R8c13b83906ba48e8" /><Relationship Type="http://schemas.openxmlformats.org/officeDocument/2006/relationships/image" Target="/ppt/media/image3.png" Id="R3bb89c0719234837" /><Relationship Type="http://schemas.openxmlformats.org/officeDocument/2006/relationships/notesSlide" Target="/ppt/notesSlides/notesSlide1.xml" Id="R7fe6129e5edb44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4a0dbe004d492c" /><Relationship Type="http://schemas.openxmlformats.org/officeDocument/2006/relationships/notesSlide" Target="/ppt/notesSlides/notesSlide2.xml" Id="R2249f1b590ad4f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683d3b3f4f4574" /><Relationship Type="http://schemas.openxmlformats.org/officeDocument/2006/relationships/notesSlide" Target="/ppt/notesSlides/notesSlide3.xml" Id="R75079b40d5af4b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a727c15ad34e76" /><Relationship Type="http://schemas.openxmlformats.org/officeDocument/2006/relationships/image" Target="/ppt/media/image4.png" Id="R1f2c123100364ddb" /><Relationship Type="http://schemas.openxmlformats.org/officeDocument/2006/relationships/notesSlide" Target="/ppt/notesSlides/notesSlide4.xml" Id="Rf3c4f3ede9d4434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2cb08ef833341ba" /><Relationship Type="http://schemas.openxmlformats.org/officeDocument/2006/relationships/notesSlide" Target="/ppt/notesSlides/notesSlide5.xml" Id="Raed31e01d1684c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3a46f31ae0b48ad" /><Relationship Type="http://schemas.openxmlformats.org/officeDocument/2006/relationships/notesSlide" Target="/ppt/notesSlides/notesSlide6.xml" Id="R99f078e29a4045c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title">
            <a:extLst xmlns:a="http://schemas.openxmlformats.org/drawingml/2006/main">
              <a:ext uri="{FF2B5EF4-FFF2-40B4-BE49-F238E27FC236}">
                <a16:creationId xmlns:a16="http://schemas.microsoft.com/office/drawing/2014/main" id="{A2BE5E77-245C-4197-B897-7F56BCA814E3}"/>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DCFnet overview</a:t>
            </a:r>
          </a:p>
        </p:txBody>
      </p:sp>
      <p:sp>
        <p:nvSpPr>
          <p:cNvPr id="2" name="support-heading">
            <a:extLst xmlns:a="http://schemas.openxmlformats.org/drawingml/2006/main">
              <a:ext uri="{FF2B5EF4-FFF2-40B4-BE49-F238E27FC236}">
                <a16:creationId xmlns:a16="http://schemas.microsoft.com/office/drawing/2014/main" id="{E04B589B-B238-40F5-80A4-732E5E05256D}"/>
              </a:ext>
            </a:extLst>
          </p:cNvPr>
          <p:cNvSpPr>
            <a:spLocks xmlns:a="http://schemas.openxmlformats.org/drawingml/2006/main" noGrp="1"/>
          </p:cNvSpPr>
          <p:nvPr/>
        </p:nvSpPr>
        <p:spPr>
          <a:xfrm xmlns:a="http://schemas.openxmlformats.org/drawingml/2006/main">
            <a:off x="342900" y="857250"/>
            <a:ext cx="9715500"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Normal support memory construction</a:t>
            </a:r>
          </a:p>
        </p:txBody>
      </p:sp>
      <p:pic>
        <p:nvPicPr>
          <p:cNvPr id="54" name="Verified normal support image"/>
          <p:cNvPicPr>
            <a:picLocks xmlns:a="http://schemas.openxmlformats.org/drawingml/2006/main" noChangeAspect="1"/>
          </p:cNvPicPr>
          <p:nvPr/>
        </p:nvPicPr>
        <p:blipFill>
          <a:blip xmlns:r="http://schemas.openxmlformats.org/officeDocument/2006/relationships" xmlns:a="http://schemas.openxmlformats.org/drawingml/2006/main" r:embed="Ra9a196e2319e4149"/>
          <a:stretch xmlns:a="http://schemas.openxmlformats.org/drawingml/2006/main"/>
        </p:blipFill>
        <p:spPr>
          <a:xfrm xmlns:a="http://schemas.openxmlformats.org/drawingml/2006/main">
            <a:off x="381000" y="1666875"/>
            <a:ext cx="1285875" cy="1285875"/>
          </a:xfrm>
          <a:prstGeom xmlns:a="http://schemas.openxmlformats.org/drawingml/2006/main" prst="rect">
            <a:avLst/>
          </a:prstGeom>
        </p:spPr>
      </p:pic>
      <p:sp>
        <p:nvSpPr>
          <p:cNvPr id="4" name="Verified normal support image-anchor">
            <a:extLst xmlns:a="http://schemas.openxmlformats.org/drawingml/2006/main">
              <a:ext uri="{FF2B5EF4-FFF2-40B4-BE49-F238E27FC236}">
                <a16:creationId xmlns:a16="http://schemas.microsoft.com/office/drawing/2014/main" id="{AA4A16DC-2314-44A7-93DB-7690570CBF5E}"/>
              </a:ext>
            </a:extLst>
          </p:cNvPr>
          <p:cNvSpPr>
            <a:spLocks xmlns:a="http://schemas.openxmlformats.org/drawingml/2006/main" noGrp="1"/>
          </p:cNvSpPr>
          <p:nvPr/>
        </p:nvSpPr>
        <p:spPr>
          <a:xfrm xmlns:a="http://schemas.openxmlformats.org/drawingml/2006/main">
            <a:off x="381000" y="1666875"/>
            <a:ext cx="1285875" cy="1285875"/>
          </a:xfrm>
          <a:prstGeom xmlns:a="http://schemas.openxmlformats.org/drawingml/2006/main" prst="rect">
            <a:avLst/>
          </a:prstGeom>
          <a:noFill xmlns:a="http://schemas.openxmlformats.org/drawingml/2006/main"/>
          <a:ln xmlns:a="http://schemas.openxmlformats.org/drawingml/2006/main" w="0">
            <a:noFill/>
          </a:ln>
        </p:spPr>
      </p:sp>
      <p:sp>
        <p:nvSpPr>
          <p:cNvPr id="5" name="support-set">
            <a:extLst xmlns:a="http://schemas.openxmlformats.org/drawingml/2006/main">
              <a:ext uri="{FF2B5EF4-FFF2-40B4-BE49-F238E27FC236}">
                <a16:creationId xmlns:a16="http://schemas.microsoft.com/office/drawing/2014/main" id="{B0AA16F4-477C-4996-8B32-ABE0CB38C5D0}"/>
              </a:ext>
            </a:extLst>
          </p:cNvPr>
          <p:cNvSpPr>
            <a:spLocks xmlns:a="http://schemas.openxmlformats.org/drawingml/2006/main" noGrp="1"/>
          </p:cNvSpPr>
          <p:nvPr/>
        </p:nvSpPr>
        <p:spPr>
          <a:xfrm xmlns:a="http://schemas.openxmlformats.org/drawingml/2006/main">
            <a:off x="190500" y="3019425"/>
            <a:ext cx="165735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Cambria"/>
                <a:ea typeface="Cambria"/>
                <a:cs typeface="Cambria"/>
              </a:defRPr>
            </a:pPr>
            <a:r>
              <a:rPr sz="2175" b="1" i="0">
                <a:latin typeface="Cambria"/>
                <a:ea typeface="Cambria"/>
                <a:cs typeface="Cambria"/>
              </a:rPr>
              <a:t>R</a:t>
            </a:r>
            <a:r>
              <a:rPr sz="1566" b="1" i="0" baseline="-25000">
                <a:latin typeface="Cambria"/>
                <a:ea typeface="Cambria"/>
                <a:cs typeface="Cambria"/>
              </a:rPr>
              <a:t>c</a:t>
            </a:r>
            <a:r>
              <a:rPr sz="2175">
                <a:latin typeface="Cambria"/>
                <a:ea typeface="Cambria"/>
                <a:cs typeface="Cambria"/>
              </a:rPr>
              <a:t> = {</a:t>
            </a:r>
            <a:r>
              <a:rPr sz="2175" b="1" i="1">
                <a:latin typeface="Cambria"/>
                <a:ea typeface="Cambria"/>
                <a:cs typeface="Cambria"/>
              </a:rPr>
              <a:t>x</a:t>
            </a:r>
            <a:r>
              <a:rPr sz="1566" i="1" baseline="30000">
                <a:latin typeface="Cambria"/>
                <a:ea typeface="Cambria"/>
                <a:cs typeface="Cambria"/>
              </a:rPr>
              <a:t>c</a:t>
            </a:r>
            <a:r>
              <a:rPr sz="1566" b="1" i="0" baseline="-25000">
                <a:latin typeface="Cambria"/>
                <a:ea typeface="Cambria"/>
                <a:cs typeface="Cambria"/>
              </a:rPr>
              <a:t>i</a:t>
            </a:r>
            <a:r>
              <a:rPr sz="2175">
                <a:latin typeface="Cambria"/>
                <a:ea typeface="Cambria"/>
                <a:cs typeface="Cambria"/>
              </a:rPr>
              <a:t>}</a:t>
            </a:r>
          </a:p>
        </p:txBody>
      </p:sp>
      <p:sp>
        <p:nvSpPr>
          <p:cNvPr id="6" name="shot-count">
            <a:extLst xmlns:a="http://schemas.openxmlformats.org/drawingml/2006/main">
              <a:ext uri="{FF2B5EF4-FFF2-40B4-BE49-F238E27FC236}">
                <a16:creationId xmlns:a16="http://schemas.microsoft.com/office/drawing/2014/main" id="{E3D29A47-F938-42DB-89C0-50941DA5DB28}"/>
              </a:ext>
            </a:extLst>
          </p:cNvPr>
          <p:cNvSpPr>
            <a:spLocks xmlns:a="http://schemas.openxmlformats.org/drawingml/2006/main" noGrp="1"/>
          </p:cNvSpPr>
          <p:nvPr/>
        </p:nvSpPr>
        <p:spPr>
          <a:xfrm xmlns:a="http://schemas.openxmlformats.org/drawingml/2006/main">
            <a:off x="200025" y="3409950"/>
            <a:ext cx="166687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0" i="1">
                <a:latin typeface="Cambria"/>
                <a:ea typeface="Cambria"/>
                <a:cs typeface="Cambria"/>
              </a:rPr>
              <a:t>K</a:t>
            </a:r>
            <a:r>
              <a:rPr sz="2025">
                <a:latin typeface="Cambria"/>
                <a:ea typeface="Cambria"/>
                <a:cs typeface="Cambria"/>
              </a:rPr>
              <a:t> ∈ {1, 2, 4}</a:t>
            </a:r>
          </a:p>
        </p:txBody>
      </p:sp>
      <p:sp>
        <p:nvSpPr>
          <p:cNvPr id="7" name="support-encoder">
            <a:extLst xmlns:a="http://schemas.openxmlformats.org/drawingml/2006/main">
              <a:ext uri="{FF2B5EF4-FFF2-40B4-BE49-F238E27FC236}">
                <a16:creationId xmlns:a16="http://schemas.microsoft.com/office/drawing/2014/main" id="{E6E6E9CE-B99F-4680-9B42-567B2196AC4E}"/>
              </a:ext>
            </a:extLst>
          </p:cNvPr>
          <p:cNvSpPr>
            <a:spLocks xmlns:a="http://schemas.openxmlformats.org/drawingml/2006/main" noGrp="1"/>
          </p:cNvSpPr>
          <p:nvPr/>
        </p:nvSpPr>
        <p:spPr>
          <a:xfrm xmlns:a="http://schemas.openxmlformats.org/drawingml/2006/main">
            <a:off x="2286000" y="1657350"/>
            <a:ext cx="2857500" cy="1704975"/>
          </a:xfrm>
          <a:prstGeom xmlns:a="http://schemas.openxmlformats.org/drawingml/2006/main" prst="rect">
            <a:avLst/>
          </a:prstGeom>
          <a:solidFill xmlns:a="http://schemas.openxmlformats.org/drawingml/2006/main">
            <a:srgbClr val="FFFFFF"/>
          </a:solidFill>
          <a:ln xmlns:a="http://schemas.openxmlformats.org/drawingml/2006/main" w="14288">
            <a:solidFill>
              <a:srgbClr val="CCD4DA"/>
            </a:solidFill>
          </a:ln>
        </p:spPr>
      </p:sp>
      <p:sp>
        <p:nvSpPr>
          <p:cNvPr id="8" name="support-encoder-dino">
            <a:extLst xmlns:a="http://schemas.openxmlformats.org/drawingml/2006/main">
              <a:ext uri="{FF2B5EF4-FFF2-40B4-BE49-F238E27FC236}">
                <a16:creationId xmlns:a16="http://schemas.microsoft.com/office/drawing/2014/main" id="{F15030B0-103C-4ABB-8567-350D33E7030E}"/>
              </a:ext>
            </a:extLst>
          </p:cNvPr>
          <p:cNvSpPr>
            <a:spLocks xmlns:a="http://schemas.openxmlformats.org/drawingml/2006/main" noGrp="1"/>
          </p:cNvSpPr>
          <p:nvPr/>
        </p:nvSpPr>
        <p:spPr>
          <a:xfrm xmlns:a="http://schemas.openxmlformats.org/drawingml/2006/main">
            <a:off x="2381250" y="1752600"/>
            <a:ext cx="2667000" cy="647700"/>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DINOv2 ViT-B/14</a:t>
            </a:r>
          </a:p>
        </p:txBody>
      </p:sp>
      <p:sp>
        <p:nvSpPr>
          <p:cNvPr id="9" name="support-encoder-clip">
            <a:extLst xmlns:a="http://schemas.openxmlformats.org/drawingml/2006/main">
              <a:ext uri="{FF2B5EF4-FFF2-40B4-BE49-F238E27FC236}">
                <a16:creationId xmlns:a16="http://schemas.microsoft.com/office/drawing/2014/main" id="{8EE4CF7B-37DC-4A6D-B3DF-16759D73B93B}"/>
              </a:ext>
            </a:extLst>
          </p:cNvPr>
          <p:cNvSpPr>
            <a:spLocks xmlns:a="http://schemas.openxmlformats.org/drawingml/2006/main" noGrp="1"/>
          </p:cNvSpPr>
          <p:nvPr/>
        </p:nvSpPr>
        <p:spPr>
          <a:xfrm xmlns:a="http://schemas.openxmlformats.org/drawingml/2006/main">
            <a:off x="2381250" y="2524125"/>
            <a:ext cx="2667000" cy="742950"/>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CLIP visual + DPAM</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ViT-L/14@336</a:t>
            </a:r>
          </a:p>
        </p:txBody>
      </p:sp>
      <p:sp>
        <p:nvSpPr>
          <p:cNvPr id="10" name="support-encoder-dim">
            <a:extLst xmlns:a="http://schemas.openxmlformats.org/drawingml/2006/main">
              <a:ext uri="{FF2B5EF4-FFF2-40B4-BE49-F238E27FC236}">
                <a16:creationId xmlns:a16="http://schemas.microsoft.com/office/drawing/2014/main" id="{4AF8ABB1-8C98-4655-A03A-CC0D25E18970}"/>
              </a:ext>
            </a:extLst>
          </p:cNvPr>
          <p:cNvSpPr>
            <a:spLocks xmlns:a="http://schemas.openxmlformats.org/drawingml/2006/main" noGrp="1"/>
          </p:cNvSpPr>
          <p:nvPr/>
        </p:nvSpPr>
        <p:spPr>
          <a:xfrm xmlns:a="http://schemas.openxmlformats.org/drawingml/2006/main">
            <a:off x="2286000" y="3400425"/>
            <a:ext cx="2857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768-D patches / branch</a:t>
            </a:r>
          </a:p>
        </p:txBody>
      </p:sp>
      <p:sp>
        <p:nvSpPr>
          <p:cNvPr id="11" name="support-fusion">
            <a:extLst xmlns:a="http://schemas.openxmlformats.org/drawingml/2006/main">
              <a:ext uri="{FF2B5EF4-FFF2-40B4-BE49-F238E27FC236}">
                <a16:creationId xmlns:a16="http://schemas.microsoft.com/office/drawing/2014/main" id="{FD2F09DE-5393-4399-8619-B24D0C1035B2}"/>
              </a:ext>
            </a:extLst>
          </p:cNvPr>
          <p:cNvSpPr>
            <a:spLocks xmlns:a="http://schemas.openxmlformats.org/drawingml/2006/main" noGrp="1"/>
          </p:cNvSpPr>
          <p:nvPr/>
        </p:nvSpPr>
        <p:spPr>
          <a:xfrm xmlns:a="http://schemas.openxmlformats.org/drawingml/2006/main">
            <a:off x="5715000" y="1657350"/>
            <a:ext cx="2647950" cy="1704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sp>
      <p:sp>
        <p:nvSpPr>
          <p:cNvPr id="12" name="support-fusion-heading">
            <a:extLst xmlns:a="http://schemas.openxmlformats.org/drawingml/2006/main">
              <a:ext uri="{FF2B5EF4-FFF2-40B4-BE49-F238E27FC236}">
                <a16:creationId xmlns:a16="http://schemas.microsoft.com/office/drawing/2014/main" id="{33D247FF-27D5-4FF5-AA6F-A49E197C18A8}"/>
              </a:ext>
            </a:extLst>
          </p:cNvPr>
          <p:cNvSpPr>
            <a:spLocks xmlns:a="http://schemas.openxmlformats.org/drawingml/2006/main" noGrp="1"/>
          </p:cNvSpPr>
          <p:nvPr/>
        </p:nvSpPr>
        <p:spPr>
          <a:xfrm xmlns:a="http://schemas.openxmlformats.org/drawingml/2006/main">
            <a:off x="5800725" y="1724025"/>
            <a:ext cx="2476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1">
                <a:solidFill>
                  <a:srgbClr val="202832"/>
                </a:solidFill>
                <a:latin typeface="Arial"/>
                <a:ea typeface="Arial"/>
                <a:cs typeface="Arial"/>
              </a:defRPr>
            </a:pPr>
            <a:r>
              <a:rPr sz="2100" b="1">
                <a:solidFill>
                  <a:srgbClr val="202832"/>
                </a:solidFill>
                <a:latin typeface="Arial"/>
                <a:ea typeface="Arial"/>
                <a:cs typeface="Arial"/>
              </a:rPr>
              <a:t>Calibrated fusion</a:t>
            </a:r>
          </a:p>
        </p:txBody>
      </p:sp>
      <p:sp>
        <p:nvSpPr>
          <p:cNvPr id="13" name="support-fusion-detail">
            <a:extLst xmlns:a="http://schemas.openxmlformats.org/drawingml/2006/main">
              <a:ext uri="{FF2B5EF4-FFF2-40B4-BE49-F238E27FC236}">
                <a16:creationId xmlns:a16="http://schemas.microsoft.com/office/drawing/2014/main" id="{137D6818-2E98-4E84-91D0-ED7FA35FF306}"/>
              </a:ext>
            </a:extLst>
          </p:cNvPr>
          <p:cNvSpPr>
            <a:spLocks xmlns:a="http://schemas.openxmlformats.org/drawingml/2006/main" noGrp="1"/>
          </p:cNvSpPr>
          <p:nvPr/>
        </p:nvSpPr>
        <p:spPr>
          <a:xfrm xmlns:a="http://schemas.openxmlformats.org/drawingml/2006/main">
            <a:off x="5791200" y="2105025"/>
            <a:ext cx="2495550" cy="1190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Grid alignment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Branch ℓ₂ norm</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0.5 / 0.5 concat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Joint ℓ₂ norm</a:t>
            </a:r>
          </a:p>
        </p:txBody>
      </p:sp>
      <p:sp>
        <p:nvSpPr>
          <p:cNvPr id="14" name="support-fusion-dim">
            <a:extLst xmlns:a="http://schemas.openxmlformats.org/drawingml/2006/main">
              <a:ext uri="{FF2B5EF4-FFF2-40B4-BE49-F238E27FC236}">
                <a16:creationId xmlns:a16="http://schemas.microsoft.com/office/drawing/2014/main" id="{2C55625A-290A-47DE-AC84-CB98AB2935F4}"/>
              </a:ext>
            </a:extLst>
          </p:cNvPr>
          <p:cNvSpPr>
            <a:spLocks xmlns:a="http://schemas.openxmlformats.org/drawingml/2006/main" noGrp="1"/>
          </p:cNvSpPr>
          <p:nvPr/>
        </p:nvSpPr>
        <p:spPr>
          <a:xfrm xmlns:a="http://schemas.openxmlformats.org/drawingml/2006/main">
            <a:off x="5715000" y="3400425"/>
            <a:ext cx="26479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1536-D patches</a:t>
            </a:r>
          </a:p>
        </p:txBody>
      </p:sp>
      <p:sp>
        <p:nvSpPr>
          <p:cNvPr id="15" name="fixed-memory">
            <a:extLst xmlns:a="http://schemas.openxmlformats.org/drawingml/2006/main">
              <a:ext uri="{FF2B5EF4-FFF2-40B4-BE49-F238E27FC236}">
                <a16:creationId xmlns:a16="http://schemas.microsoft.com/office/drawing/2014/main" id="{9429F602-CA01-4AD4-8F60-41E26A29D56A}"/>
              </a:ext>
            </a:extLst>
          </p:cNvPr>
          <p:cNvSpPr>
            <a:spLocks xmlns:a="http://schemas.openxmlformats.org/drawingml/2006/main" noGrp="1"/>
          </p:cNvSpPr>
          <p:nvPr/>
        </p:nvSpPr>
        <p:spPr>
          <a:xfrm xmlns:a="http://schemas.openxmlformats.org/drawingml/2006/main">
            <a:off x="9010650" y="1657350"/>
            <a:ext cx="2305050" cy="170497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sp>
      <p:sp>
        <p:nvSpPr>
          <p:cNvPr id="16" name="memory-title">
            <a:extLst xmlns:a="http://schemas.openxmlformats.org/drawingml/2006/main">
              <a:ext uri="{FF2B5EF4-FFF2-40B4-BE49-F238E27FC236}">
                <a16:creationId xmlns:a16="http://schemas.microsoft.com/office/drawing/2014/main" id="{CCB52B35-7F85-477B-A195-819B3C677EFA}"/>
              </a:ext>
            </a:extLst>
          </p:cNvPr>
          <p:cNvSpPr>
            <a:spLocks xmlns:a="http://schemas.openxmlformats.org/drawingml/2006/main" noGrp="1"/>
          </p:cNvSpPr>
          <p:nvPr/>
        </p:nvSpPr>
        <p:spPr>
          <a:xfrm xmlns:a="http://schemas.openxmlformats.org/drawingml/2006/main">
            <a:off x="9077325" y="1809750"/>
            <a:ext cx="2171700" cy="9525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Normal memory</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1536-D</a:t>
            </a:r>
          </a:p>
        </p:txBody>
      </p:sp>
      <p:sp>
        <p:nvSpPr>
          <p:cNvPr id="17" name="memory-symbol">
            <a:extLst xmlns:a="http://schemas.openxmlformats.org/drawingml/2006/main">
              <a:ext uri="{FF2B5EF4-FFF2-40B4-BE49-F238E27FC236}">
                <a16:creationId xmlns:a16="http://schemas.microsoft.com/office/drawing/2014/main" id="{CC46241F-7389-4FEF-B51E-26DD8E3D6C89}"/>
              </a:ext>
            </a:extLst>
          </p:cNvPr>
          <p:cNvSpPr>
            <a:spLocks xmlns:a="http://schemas.openxmlformats.org/drawingml/2006/main" noGrp="1"/>
          </p:cNvSpPr>
          <p:nvPr/>
        </p:nvSpPr>
        <p:spPr>
          <a:xfrm xmlns:a="http://schemas.openxmlformats.org/drawingml/2006/main">
            <a:off x="9477375" y="2838450"/>
            <a:ext cx="1400175"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0">
                <a:latin typeface="Cambria"/>
                <a:ea typeface="Cambria"/>
                <a:cs typeface="Cambria"/>
              </a:rPr>
              <a:t>M</a:t>
            </a:r>
            <a:r>
              <a:rPr sz="1728" b="1" i="0" baseline="-25000">
                <a:latin typeface="Cambria"/>
                <a:ea typeface="Cambria"/>
                <a:cs typeface="Cambria"/>
              </a:rPr>
              <a:t>c</a:t>
            </a:r>
          </a:p>
        </p:txBody>
      </p:sp>
      <p:sp>
        <p:nvSpPr>
          <p:cNvPr id="18" name="junction-0">
            <a:extLst xmlns:a="http://schemas.openxmlformats.org/drawingml/2006/main">
              <a:ext uri="{FF2B5EF4-FFF2-40B4-BE49-F238E27FC236}">
                <a16:creationId xmlns:a16="http://schemas.microsoft.com/office/drawing/2014/main" id="{85FD17F0-8560-4964-9044-305124AD498A}"/>
              </a:ext>
            </a:extLst>
          </p:cNvPr>
          <p:cNvSpPr>
            <a:spLocks xmlns:a="http://schemas.openxmlformats.org/drawingml/2006/main" noGrp="1"/>
          </p:cNvSpPr>
          <p:nvPr/>
        </p:nvSpPr>
        <p:spPr>
          <a:xfrm xmlns:a="http://schemas.openxmlformats.org/drawingml/2006/main">
            <a:off x="1676400" y="2295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18" idx="3"/>
            <a:endCxn xmlns:a="http://schemas.openxmlformats.org/drawingml/2006/main" id="7" idx="1"/>
          </p:cNvCxnSpPr>
          <p:nvPr/>
        </p:nvCxnSpPr>
        <p:spPr>
          <a:xfrm xmlns:a="http://schemas.openxmlformats.org/drawingml/2006/main">
            <a:off x="1695450" y="2305050"/>
            <a:ext cx="590550" cy="2047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1" name=""/>
          <p:cNvCxnSpPr>
            <a:stCxn xmlns:a="http://schemas.openxmlformats.org/drawingml/2006/main" id="7" idx="3"/>
            <a:endCxn xmlns:a="http://schemas.openxmlformats.org/drawingml/2006/main" id="11" idx="1"/>
          </p:cNvCxnSpPr>
          <p:nvPr/>
        </p:nvCxnSpPr>
        <p:spPr>
          <a:xfrm xmlns:a="http://schemas.openxmlformats.org/drawingml/2006/main">
            <a:off x="5143500" y="2509838"/>
            <a:ext cx="5715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2" name=""/>
          <p:cNvCxnSpPr>
            <a:stCxn xmlns:a="http://schemas.openxmlformats.org/drawingml/2006/main" id="11" idx="3"/>
            <a:endCxn xmlns:a="http://schemas.openxmlformats.org/drawingml/2006/main" id="15" idx="1"/>
          </p:cNvCxnSpPr>
          <p:nvPr/>
        </p:nvCxnSpPr>
        <p:spPr>
          <a:xfrm xmlns:a="http://schemas.openxmlformats.org/drawingml/2006/main">
            <a:off x="8362950" y="2509838"/>
            <a:ext cx="6477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2" name="frozen-note">
            <a:extLst xmlns:a="http://schemas.openxmlformats.org/drawingml/2006/main">
              <a:ext uri="{FF2B5EF4-FFF2-40B4-BE49-F238E27FC236}">
                <a16:creationId xmlns:a16="http://schemas.microsoft.com/office/drawing/2014/main" id="{E7400E0F-EC5D-4DA5-880D-541BF7346DEB}"/>
              </a:ext>
            </a:extLst>
          </p:cNvPr>
          <p:cNvSpPr>
            <a:spLocks xmlns:a="http://schemas.openxmlformats.org/drawingml/2006/main" noGrp="1"/>
          </p:cNvSpPr>
          <p:nvPr/>
        </p:nvSpPr>
        <p:spPr>
          <a:xfrm xmlns:a="http://schemas.openxmlformats.org/drawingml/2006/main">
            <a:off x="2286000" y="3810000"/>
            <a:ext cx="6838950" cy="552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Shared frozen encoders and fusion</a:t>
            </a:r>
          </a:p>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0 target-domain trainable parameters</a:t>
            </a:r>
          </a:p>
        </p:txBody>
      </p:sp>
      <p:sp>
        <p:nvSpPr>
          <p:cNvPr id="23" name="rule-1">
            <a:extLst xmlns:a="http://schemas.openxmlformats.org/drawingml/2006/main">
              <a:ext uri="{FF2B5EF4-FFF2-40B4-BE49-F238E27FC236}">
                <a16:creationId xmlns:a16="http://schemas.microsoft.com/office/drawing/2014/main" id="{279FB694-DFD3-43AC-9A8E-0DD0361A8CE3}"/>
              </a:ext>
            </a:extLst>
          </p:cNvPr>
          <p:cNvSpPr>
            <a:spLocks xmlns:a="http://schemas.openxmlformats.org/drawingml/2006/main" noGrp="1"/>
          </p:cNvSpPr>
          <p:nvPr/>
        </p:nvSpPr>
        <p:spPr>
          <a:xfrm xmlns:a="http://schemas.openxmlformats.org/drawingml/2006/main">
            <a:off x="342900" y="4371975"/>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24" name="query-heading">
            <a:extLst xmlns:a="http://schemas.openxmlformats.org/drawingml/2006/main">
              <a:ext uri="{FF2B5EF4-FFF2-40B4-BE49-F238E27FC236}">
                <a16:creationId xmlns:a16="http://schemas.microsoft.com/office/drawing/2014/main" id="{6BC3B54A-5BA8-4E34-82DA-C88804D1F7DA}"/>
              </a:ext>
            </a:extLst>
          </p:cNvPr>
          <p:cNvSpPr>
            <a:spLocks xmlns:a="http://schemas.openxmlformats.org/drawingml/2006/main" noGrp="1"/>
          </p:cNvSpPr>
          <p:nvPr/>
        </p:nvSpPr>
        <p:spPr>
          <a:xfrm xmlns:a="http://schemas.openxmlformats.org/drawingml/2006/main">
            <a:off x="342900" y="4457700"/>
            <a:ext cx="657225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Query inference</a:t>
            </a:r>
          </a:p>
        </p:txBody>
      </p:sp>
      <p:pic>
        <p:nvPicPr>
          <p:cNvPr id="76" name="Query image"/>
          <p:cNvPicPr>
            <a:picLocks xmlns:a="http://schemas.openxmlformats.org/drawingml/2006/main" noChangeAspect="1"/>
          </p:cNvPicPr>
          <p:nvPr/>
        </p:nvPicPr>
        <p:blipFill>
          <a:blip xmlns:r="http://schemas.openxmlformats.org/officeDocument/2006/relationships" xmlns:a="http://schemas.openxmlformats.org/drawingml/2006/main" r:embed="R8c13b83906ba48e8"/>
          <a:stretch xmlns:a="http://schemas.openxmlformats.org/drawingml/2006/main"/>
        </p:blipFill>
        <p:spPr>
          <a:xfrm xmlns:a="http://schemas.openxmlformats.org/drawingml/2006/main">
            <a:off x="381000" y="5257800"/>
            <a:ext cx="1285875" cy="1285875"/>
          </a:xfrm>
          <a:prstGeom xmlns:a="http://schemas.openxmlformats.org/drawingml/2006/main" prst="rect">
            <a:avLst/>
          </a:prstGeom>
        </p:spPr>
      </p:pic>
      <p:sp>
        <p:nvSpPr>
          <p:cNvPr id="26" name="Query image-anchor">
            <a:extLst xmlns:a="http://schemas.openxmlformats.org/drawingml/2006/main">
              <a:ext uri="{FF2B5EF4-FFF2-40B4-BE49-F238E27FC236}">
                <a16:creationId xmlns:a16="http://schemas.microsoft.com/office/drawing/2014/main" id="{7C80292F-B4F4-4945-A95B-7BAB9068BDB1}"/>
              </a:ext>
            </a:extLst>
          </p:cNvPr>
          <p:cNvSpPr>
            <a:spLocks xmlns:a="http://schemas.openxmlformats.org/drawingml/2006/main" noGrp="1"/>
          </p:cNvSpPr>
          <p:nvPr/>
        </p:nvSpPr>
        <p:spPr>
          <a:xfrm xmlns:a="http://schemas.openxmlformats.org/drawingml/2006/main">
            <a:off x="381000" y="5257800"/>
            <a:ext cx="1285875" cy="1285875"/>
          </a:xfrm>
          <a:prstGeom xmlns:a="http://schemas.openxmlformats.org/drawingml/2006/main" prst="rect">
            <a:avLst/>
          </a:prstGeom>
          <a:noFill xmlns:a="http://schemas.openxmlformats.org/drawingml/2006/main"/>
          <a:ln xmlns:a="http://schemas.openxmlformats.org/drawingml/2006/main" w="0">
            <a:noFill/>
          </a:ln>
        </p:spPr>
      </p:sp>
      <p:sp>
        <p:nvSpPr>
          <p:cNvPr id="27" name="query-symbol">
            <a:extLst xmlns:a="http://schemas.openxmlformats.org/drawingml/2006/main">
              <a:ext uri="{FF2B5EF4-FFF2-40B4-BE49-F238E27FC236}">
                <a16:creationId xmlns:a16="http://schemas.microsoft.com/office/drawing/2014/main" id="{F0592268-BE61-4300-B108-1F3511F1C2BD}"/>
              </a:ext>
            </a:extLst>
          </p:cNvPr>
          <p:cNvSpPr>
            <a:spLocks xmlns:a="http://schemas.openxmlformats.org/drawingml/2006/main" noGrp="1"/>
          </p:cNvSpPr>
          <p:nvPr/>
        </p:nvSpPr>
        <p:spPr>
          <a:xfrm xmlns:a="http://schemas.openxmlformats.org/drawingml/2006/main">
            <a:off x="561975" y="6629400"/>
            <a:ext cx="952500" cy="3524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x</a:t>
            </a:r>
          </a:p>
        </p:txBody>
      </p:sp>
      <p:sp>
        <p:nvSpPr>
          <p:cNvPr id="28" name="query-encoder">
            <a:extLst xmlns:a="http://schemas.openxmlformats.org/drawingml/2006/main">
              <a:ext uri="{FF2B5EF4-FFF2-40B4-BE49-F238E27FC236}">
                <a16:creationId xmlns:a16="http://schemas.microsoft.com/office/drawing/2014/main" id="{F869A972-F12A-4D4C-B7D8-7A5A71F86CBD}"/>
              </a:ext>
            </a:extLst>
          </p:cNvPr>
          <p:cNvSpPr>
            <a:spLocks xmlns:a="http://schemas.openxmlformats.org/drawingml/2006/main" noGrp="1"/>
          </p:cNvSpPr>
          <p:nvPr/>
        </p:nvSpPr>
        <p:spPr>
          <a:xfrm xmlns:a="http://schemas.openxmlformats.org/drawingml/2006/main">
            <a:off x="2286000" y="5172075"/>
            <a:ext cx="2857500" cy="1704975"/>
          </a:xfrm>
          <a:prstGeom xmlns:a="http://schemas.openxmlformats.org/drawingml/2006/main" prst="rect">
            <a:avLst/>
          </a:prstGeom>
          <a:solidFill xmlns:a="http://schemas.openxmlformats.org/drawingml/2006/main">
            <a:srgbClr val="FFFFFF"/>
          </a:solidFill>
          <a:ln xmlns:a="http://schemas.openxmlformats.org/drawingml/2006/main" w="14288">
            <a:solidFill>
              <a:srgbClr val="CCD4DA"/>
            </a:solidFill>
          </a:ln>
        </p:spPr>
      </p:sp>
      <p:sp>
        <p:nvSpPr>
          <p:cNvPr id="29" name="query-encoder-dino">
            <a:extLst xmlns:a="http://schemas.openxmlformats.org/drawingml/2006/main">
              <a:ext uri="{FF2B5EF4-FFF2-40B4-BE49-F238E27FC236}">
                <a16:creationId xmlns:a16="http://schemas.microsoft.com/office/drawing/2014/main" id="{B61D1628-69CA-47BD-B826-0A2FAC270557}"/>
              </a:ext>
            </a:extLst>
          </p:cNvPr>
          <p:cNvSpPr>
            <a:spLocks xmlns:a="http://schemas.openxmlformats.org/drawingml/2006/main" noGrp="1"/>
          </p:cNvSpPr>
          <p:nvPr/>
        </p:nvSpPr>
        <p:spPr>
          <a:xfrm xmlns:a="http://schemas.openxmlformats.org/drawingml/2006/main">
            <a:off x="2381250" y="5267325"/>
            <a:ext cx="2667000" cy="647700"/>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DINOv2 ViT-B/14</a:t>
            </a:r>
          </a:p>
        </p:txBody>
      </p:sp>
      <p:sp>
        <p:nvSpPr>
          <p:cNvPr id="30" name="query-encoder-clip">
            <a:extLst xmlns:a="http://schemas.openxmlformats.org/drawingml/2006/main">
              <a:ext uri="{FF2B5EF4-FFF2-40B4-BE49-F238E27FC236}">
                <a16:creationId xmlns:a16="http://schemas.microsoft.com/office/drawing/2014/main" id="{35AE5BFF-1978-4E72-BE67-A838627213EE}"/>
              </a:ext>
            </a:extLst>
          </p:cNvPr>
          <p:cNvSpPr>
            <a:spLocks xmlns:a="http://schemas.openxmlformats.org/drawingml/2006/main" noGrp="1"/>
          </p:cNvSpPr>
          <p:nvPr/>
        </p:nvSpPr>
        <p:spPr>
          <a:xfrm xmlns:a="http://schemas.openxmlformats.org/drawingml/2006/main">
            <a:off x="2381250" y="6038850"/>
            <a:ext cx="2667000" cy="742950"/>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CLIP visual + DPAM</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ViT-L/14@336</a:t>
            </a:r>
          </a:p>
        </p:txBody>
      </p:sp>
      <p:sp>
        <p:nvSpPr>
          <p:cNvPr id="31" name="query-encoder-dim">
            <a:extLst xmlns:a="http://schemas.openxmlformats.org/drawingml/2006/main">
              <a:ext uri="{FF2B5EF4-FFF2-40B4-BE49-F238E27FC236}">
                <a16:creationId xmlns:a16="http://schemas.microsoft.com/office/drawing/2014/main" id="{7752B743-A0EB-4D08-89FF-F27E07ED7231}"/>
              </a:ext>
            </a:extLst>
          </p:cNvPr>
          <p:cNvSpPr>
            <a:spLocks xmlns:a="http://schemas.openxmlformats.org/drawingml/2006/main" noGrp="1"/>
          </p:cNvSpPr>
          <p:nvPr/>
        </p:nvSpPr>
        <p:spPr>
          <a:xfrm xmlns:a="http://schemas.openxmlformats.org/drawingml/2006/main">
            <a:off x="2286000" y="6915150"/>
            <a:ext cx="2857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768-D patches / branch</a:t>
            </a:r>
          </a:p>
        </p:txBody>
      </p:sp>
      <p:sp>
        <p:nvSpPr>
          <p:cNvPr id="32" name="query-fusion">
            <a:extLst xmlns:a="http://schemas.openxmlformats.org/drawingml/2006/main">
              <a:ext uri="{FF2B5EF4-FFF2-40B4-BE49-F238E27FC236}">
                <a16:creationId xmlns:a16="http://schemas.microsoft.com/office/drawing/2014/main" id="{05611E90-0C2B-4BB2-8989-6D24DB1B3903}"/>
              </a:ext>
            </a:extLst>
          </p:cNvPr>
          <p:cNvSpPr>
            <a:spLocks xmlns:a="http://schemas.openxmlformats.org/drawingml/2006/main" noGrp="1"/>
          </p:cNvSpPr>
          <p:nvPr/>
        </p:nvSpPr>
        <p:spPr>
          <a:xfrm xmlns:a="http://schemas.openxmlformats.org/drawingml/2006/main">
            <a:off x="5715000" y="5172075"/>
            <a:ext cx="2647950" cy="1704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sp>
      <p:sp>
        <p:nvSpPr>
          <p:cNvPr id="33" name="query-fusion-heading">
            <a:extLst xmlns:a="http://schemas.openxmlformats.org/drawingml/2006/main">
              <a:ext uri="{FF2B5EF4-FFF2-40B4-BE49-F238E27FC236}">
                <a16:creationId xmlns:a16="http://schemas.microsoft.com/office/drawing/2014/main" id="{C00693CB-75BB-4C44-854A-4135E1082DA8}"/>
              </a:ext>
            </a:extLst>
          </p:cNvPr>
          <p:cNvSpPr>
            <a:spLocks xmlns:a="http://schemas.openxmlformats.org/drawingml/2006/main" noGrp="1"/>
          </p:cNvSpPr>
          <p:nvPr/>
        </p:nvSpPr>
        <p:spPr>
          <a:xfrm xmlns:a="http://schemas.openxmlformats.org/drawingml/2006/main">
            <a:off x="5800725" y="5238750"/>
            <a:ext cx="247650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1">
                <a:solidFill>
                  <a:srgbClr val="202832"/>
                </a:solidFill>
                <a:latin typeface="Arial"/>
                <a:ea typeface="Arial"/>
                <a:cs typeface="Arial"/>
              </a:defRPr>
            </a:pPr>
            <a:r>
              <a:rPr sz="2100" b="1">
                <a:solidFill>
                  <a:srgbClr val="202832"/>
                </a:solidFill>
                <a:latin typeface="Arial"/>
                <a:ea typeface="Arial"/>
                <a:cs typeface="Arial"/>
              </a:rPr>
              <a:t>Calibrated fusion</a:t>
            </a:r>
          </a:p>
        </p:txBody>
      </p:sp>
      <p:sp>
        <p:nvSpPr>
          <p:cNvPr id="34" name="query-fusion-detail">
            <a:extLst xmlns:a="http://schemas.openxmlformats.org/drawingml/2006/main">
              <a:ext uri="{FF2B5EF4-FFF2-40B4-BE49-F238E27FC236}">
                <a16:creationId xmlns:a16="http://schemas.microsoft.com/office/drawing/2014/main" id="{42089C5D-CC72-480C-9370-55E52787740C}"/>
              </a:ext>
            </a:extLst>
          </p:cNvPr>
          <p:cNvSpPr>
            <a:spLocks xmlns:a="http://schemas.openxmlformats.org/drawingml/2006/main" noGrp="1"/>
          </p:cNvSpPr>
          <p:nvPr/>
        </p:nvSpPr>
        <p:spPr>
          <a:xfrm xmlns:a="http://schemas.openxmlformats.org/drawingml/2006/main">
            <a:off x="5791200" y="5619750"/>
            <a:ext cx="2495550" cy="1190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Grid alignment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Branch ℓ₂ norm</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0.5 / 0.5 concat</a:t>
            </a:r>
          </a:p>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Joint ℓ₂ norm</a:t>
            </a:r>
          </a:p>
        </p:txBody>
      </p:sp>
      <p:sp>
        <p:nvSpPr>
          <p:cNvPr id="35" name="query-fusion-dim">
            <a:extLst xmlns:a="http://schemas.openxmlformats.org/drawingml/2006/main">
              <a:ext uri="{FF2B5EF4-FFF2-40B4-BE49-F238E27FC236}">
                <a16:creationId xmlns:a16="http://schemas.microsoft.com/office/drawing/2014/main" id="{829F78C5-4A17-448D-A0DD-8553932C92B7}"/>
              </a:ext>
            </a:extLst>
          </p:cNvPr>
          <p:cNvSpPr>
            <a:spLocks xmlns:a="http://schemas.openxmlformats.org/drawingml/2006/main" noGrp="1"/>
          </p:cNvSpPr>
          <p:nvPr/>
        </p:nvSpPr>
        <p:spPr>
          <a:xfrm xmlns:a="http://schemas.openxmlformats.org/drawingml/2006/main">
            <a:off x="5715000" y="6915150"/>
            <a:ext cx="26479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202832"/>
                </a:solidFill>
                <a:latin typeface="Arial"/>
                <a:ea typeface="Arial"/>
                <a:cs typeface="Arial"/>
              </a:defRPr>
            </a:pPr>
            <a:r>
              <a:rPr sz="1950" b="0">
                <a:solidFill>
                  <a:srgbClr val="202832"/>
                </a:solidFill>
                <a:latin typeface="Arial"/>
                <a:ea typeface="Arial"/>
                <a:cs typeface="Arial"/>
              </a:rPr>
              <a:t>1536-D patches</a:t>
            </a:r>
          </a:p>
        </p:txBody>
      </p:sp>
      <p:sp>
        <p:nvSpPr>
          <p:cNvPr id="36" name="exact-nn">
            <a:extLst xmlns:a="http://schemas.openxmlformats.org/drawingml/2006/main">
              <a:ext uri="{FF2B5EF4-FFF2-40B4-BE49-F238E27FC236}">
                <a16:creationId xmlns:a16="http://schemas.microsoft.com/office/drawing/2014/main" id="{CEFDE1C3-51EC-49E1-ADF7-BC04737F5252}"/>
              </a:ext>
            </a:extLst>
          </p:cNvPr>
          <p:cNvSpPr>
            <a:spLocks xmlns:a="http://schemas.openxmlformats.org/drawingml/2006/main" noGrp="1"/>
          </p:cNvSpPr>
          <p:nvPr/>
        </p:nvSpPr>
        <p:spPr>
          <a:xfrm xmlns:a="http://schemas.openxmlformats.org/drawingml/2006/main">
            <a:off x="9010650" y="4953000"/>
            <a:ext cx="2305050" cy="8382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sp>
        <p:nvSpPr>
          <p:cNvPr id="37" name="postprocessing">
            <a:extLst xmlns:a="http://schemas.openxmlformats.org/drawingml/2006/main">
              <a:ext uri="{FF2B5EF4-FFF2-40B4-BE49-F238E27FC236}">
                <a16:creationId xmlns:a16="http://schemas.microsoft.com/office/drawing/2014/main" id="{F7AEDA12-24CD-41F5-B35D-7AFE41331550}"/>
              </a:ext>
            </a:extLst>
          </p:cNvPr>
          <p:cNvSpPr>
            <a:spLocks xmlns:a="http://schemas.openxmlformats.org/drawingml/2006/main" noGrp="1"/>
          </p:cNvSpPr>
          <p:nvPr/>
        </p:nvSpPr>
        <p:spPr>
          <a:xfrm xmlns:a="http://schemas.openxmlformats.org/drawingml/2006/main">
            <a:off x="9010650" y="6134100"/>
            <a:ext cx="2305050" cy="7620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Bilinear resize</a:t>
            </a:r>
          </a:p>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Gaussian σ = 4</a:t>
            </a:r>
          </a:p>
        </p:txBody>
      </p:sp>
      <p:sp>
        <p:nvSpPr>
          <p:cNvPr id="38" name="junction-2">
            <a:extLst xmlns:a="http://schemas.openxmlformats.org/drawingml/2006/main">
              <a:ext uri="{FF2B5EF4-FFF2-40B4-BE49-F238E27FC236}">
                <a16:creationId xmlns:a16="http://schemas.microsoft.com/office/drawing/2014/main" id="{40504E6B-286A-41EA-8D5D-E9EDC9E3AFBA}"/>
              </a:ext>
            </a:extLst>
          </p:cNvPr>
          <p:cNvSpPr>
            <a:spLocks xmlns:a="http://schemas.openxmlformats.org/drawingml/2006/main" noGrp="1"/>
          </p:cNvSpPr>
          <p:nvPr/>
        </p:nvSpPr>
        <p:spPr>
          <a:xfrm xmlns:a="http://schemas.openxmlformats.org/drawingml/2006/main">
            <a:off x="1676400" y="588645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38" idx="3"/>
            <a:endCxn xmlns:a="http://schemas.openxmlformats.org/drawingml/2006/main" id="28" idx="1"/>
          </p:cNvCxnSpPr>
          <p:nvPr/>
        </p:nvCxnSpPr>
        <p:spPr>
          <a:xfrm xmlns:a="http://schemas.openxmlformats.org/drawingml/2006/main">
            <a:off x="1695450" y="5895975"/>
            <a:ext cx="590550" cy="1285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91" name=""/>
          <p:cNvCxnSpPr>
            <a:stCxn xmlns:a="http://schemas.openxmlformats.org/drawingml/2006/main" id="28" idx="3"/>
            <a:endCxn xmlns:a="http://schemas.openxmlformats.org/drawingml/2006/main" id="32" idx="1"/>
          </p:cNvCxnSpPr>
          <p:nvPr/>
        </p:nvCxnSpPr>
        <p:spPr>
          <a:xfrm xmlns:a="http://schemas.openxmlformats.org/drawingml/2006/main">
            <a:off x="5143500" y="6024563"/>
            <a:ext cx="5715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92" name=""/>
          <p:cNvCxnSpPr>
            <a:stCxn xmlns:a="http://schemas.openxmlformats.org/drawingml/2006/main" id="32" idx="3"/>
            <a:endCxn xmlns:a="http://schemas.openxmlformats.org/drawingml/2006/main" id="36" idx="1"/>
          </p:cNvCxnSpPr>
          <p:nvPr/>
        </p:nvCxnSpPr>
        <p:spPr>
          <a:xfrm xmlns:a="http://schemas.openxmlformats.org/drawingml/2006/main" flipV="1">
            <a:off x="8362950" y="5372100"/>
            <a:ext cx="647700" cy="6524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93" name=""/>
          <p:cNvCxnSpPr>
            <a:stCxn xmlns:a="http://schemas.openxmlformats.org/drawingml/2006/main" id="15" idx="2"/>
            <a:endCxn xmlns:a="http://schemas.openxmlformats.org/drawingml/2006/main" id="36" idx="0"/>
          </p:cNvCxnSpPr>
          <p:nvPr/>
        </p:nvCxnSpPr>
        <p:spPr>
          <a:xfrm xmlns:a="http://schemas.openxmlformats.org/drawingml/2006/main">
            <a:off x="10163175" y="3362325"/>
            <a:ext cx="0" cy="159067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94" name=""/>
          <p:cNvCxnSpPr>
            <a:stCxn xmlns:a="http://schemas.openxmlformats.org/drawingml/2006/main" id="36" idx="2"/>
            <a:endCxn xmlns:a="http://schemas.openxmlformats.org/drawingml/2006/main" id="37" idx="0"/>
          </p:cNvCxnSpPr>
          <p:nvPr/>
        </p:nvCxnSpPr>
        <p:spPr>
          <a:xfrm xmlns:a="http://schemas.openxmlformats.org/drawingml/2006/main">
            <a:off x="10163175" y="5791200"/>
            <a:ext cx="0" cy="34290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44" name="memory-use">
            <a:extLst xmlns:a="http://schemas.openxmlformats.org/drawingml/2006/main">
              <a:ext uri="{FF2B5EF4-FFF2-40B4-BE49-F238E27FC236}">
                <a16:creationId xmlns:a16="http://schemas.microsoft.com/office/drawing/2014/main" id="{49C86328-16AD-4626-AE22-D527E7206E1F}"/>
              </a:ext>
            </a:extLst>
          </p:cNvPr>
          <p:cNvSpPr>
            <a:spLocks xmlns:a="http://schemas.openxmlformats.org/drawingml/2006/main" noGrp="1"/>
          </p:cNvSpPr>
          <p:nvPr/>
        </p:nvSpPr>
        <p:spPr>
          <a:xfrm xmlns:a="http://schemas.openxmlformats.org/drawingml/2006/main">
            <a:off x="10287000" y="4267200"/>
            <a:ext cx="94297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fixed</a:t>
            </a:r>
          </a:p>
        </p:txBody>
      </p:sp>
      <p:pic>
        <p:nvPicPr>
          <p:cNvPr id="96" name="Existing A1 anomaly map"/>
          <p:cNvPicPr>
            <a:picLocks xmlns:a="http://schemas.openxmlformats.org/drawingml/2006/main" noChangeAspect="1"/>
          </p:cNvPicPr>
          <p:nvPr/>
        </p:nvPicPr>
        <p:blipFill>
          <a:blip xmlns:r="http://schemas.openxmlformats.org/officeDocument/2006/relationships" xmlns:a="http://schemas.openxmlformats.org/drawingml/2006/main" r:embed="R3bb89c0719234837"/>
          <ns0:srcRect xmlns:ns0="http://schemas.openxmlformats.org/drawingml/2006/main" l="79543" t="22084" r="490" b="2022"/>
          <a:stretch xmlns:a="http://schemas.openxmlformats.org/drawingml/2006/main"/>
        </p:blipFill>
        <p:spPr>
          <a:xfrm xmlns:a="http://schemas.openxmlformats.org/drawingml/2006/main">
            <a:off x="11763375" y="5534025"/>
            <a:ext cx="1228725" cy="1228725"/>
          </a:xfrm>
          <a:prstGeom xmlns:a="http://schemas.openxmlformats.org/drawingml/2006/main" prst="rect">
            <a:avLst/>
          </a:prstGeom>
        </p:spPr>
      </p:pic>
      <p:sp>
        <p:nvSpPr>
          <p:cNvPr id="46" name="Existing A1 anomaly map-anchor">
            <a:extLst xmlns:a="http://schemas.openxmlformats.org/drawingml/2006/main">
              <a:ext uri="{FF2B5EF4-FFF2-40B4-BE49-F238E27FC236}">
                <a16:creationId xmlns:a16="http://schemas.microsoft.com/office/drawing/2014/main" id="{10D16274-1842-44D6-B8A0-6E893E4D9F70}"/>
              </a:ext>
            </a:extLst>
          </p:cNvPr>
          <p:cNvSpPr>
            <a:spLocks xmlns:a="http://schemas.openxmlformats.org/drawingml/2006/main" noGrp="1"/>
          </p:cNvSpPr>
          <p:nvPr/>
        </p:nvSpPr>
        <p:spPr>
          <a:xfrm xmlns:a="http://schemas.openxmlformats.org/drawingml/2006/main">
            <a:off x="11763375" y="5534025"/>
            <a:ext cx="1228725" cy="1228725"/>
          </a:xfrm>
          <a:prstGeom xmlns:a="http://schemas.openxmlformats.org/drawingml/2006/main" prst="rect">
            <a:avLst/>
          </a:prstGeom>
          <a:noFill xmlns:a="http://schemas.openxmlformats.org/drawingml/2006/main"/>
          <a:ln xmlns:a="http://schemas.openxmlformats.org/drawingml/2006/main" w="0">
            <a:noFill/>
          </a:ln>
        </p:spPr>
      </p:sp>
      <p:sp>
        <p:nvSpPr>
          <p:cNvPr id="47" name="junction-3">
            <a:extLst xmlns:a="http://schemas.openxmlformats.org/drawingml/2006/main">
              <a:ext uri="{FF2B5EF4-FFF2-40B4-BE49-F238E27FC236}">
                <a16:creationId xmlns:a16="http://schemas.microsoft.com/office/drawing/2014/main" id="{77CE0EAB-5C16-47D4-BD95-F893FBEB03A9}"/>
              </a:ext>
            </a:extLst>
          </p:cNvPr>
          <p:cNvSpPr>
            <a:spLocks xmlns:a="http://schemas.openxmlformats.org/drawingml/2006/main" noGrp="1"/>
          </p:cNvSpPr>
          <p:nvPr/>
        </p:nvSpPr>
        <p:spPr>
          <a:xfrm xmlns:a="http://schemas.openxmlformats.org/drawingml/2006/main">
            <a:off x="11725275" y="6134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9" name=""/>
          <p:cNvCxnSpPr>
            <a:stCxn xmlns:a="http://schemas.openxmlformats.org/drawingml/2006/main" id="37" idx="3"/>
            <a:endCxn xmlns:a="http://schemas.openxmlformats.org/drawingml/2006/main" id="47" idx="1"/>
          </p:cNvCxnSpPr>
          <p:nvPr/>
        </p:nvCxnSpPr>
        <p:spPr>
          <a:xfrm xmlns:a="http://schemas.openxmlformats.org/drawingml/2006/main" flipV="1">
            <a:off x="11315700" y="6143625"/>
            <a:ext cx="409575" cy="37147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49" name="output-label">
            <a:extLst xmlns:a="http://schemas.openxmlformats.org/drawingml/2006/main">
              <a:ext uri="{FF2B5EF4-FFF2-40B4-BE49-F238E27FC236}">
                <a16:creationId xmlns:a16="http://schemas.microsoft.com/office/drawing/2014/main" id="{81F58689-234C-4309-A28C-D72C78F3F446}"/>
              </a:ext>
            </a:extLst>
          </p:cNvPr>
          <p:cNvSpPr>
            <a:spLocks xmlns:a="http://schemas.openxmlformats.org/drawingml/2006/main" noGrp="1"/>
          </p:cNvSpPr>
          <p:nvPr/>
        </p:nvSpPr>
        <p:spPr>
          <a:xfrm xmlns:a="http://schemas.openxmlformats.org/drawingml/2006/main">
            <a:off x="11477625" y="5048250"/>
            <a:ext cx="169545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1">
                <a:solidFill>
                  <a:srgbClr val="202832"/>
                </a:solidFill>
                <a:latin typeface="Arial"/>
                <a:ea typeface="Arial"/>
                <a:cs typeface="Arial"/>
              </a:defRPr>
            </a:pPr>
            <a:r>
              <a:rPr sz="2025" b="1">
                <a:solidFill>
                  <a:srgbClr val="202832"/>
                </a:solidFill>
                <a:latin typeface="Arial"/>
                <a:ea typeface="Arial"/>
                <a:cs typeface="Arial"/>
              </a:rPr>
              <a:t>Anomaly map</a:t>
            </a:r>
          </a:p>
        </p:txBody>
      </p:sp>
      <p:sp>
        <p:nvSpPr>
          <p:cNvPr id="50" name="map-dim">
            <a:extLst xmlns:a="http://schemas.openxmlformats.org/drawingml/2006/main">
              <a:ext uri="{FF2B5EF4-FFF2-40B4-BE49-F238E27FC236}">
                <a16:creationId xmlns:a16="http://schemas.microsoft.com/office/drawing/2014/main" id="{A5B4B3F8-7863-4F7C-8250-315EF218931B}"/>
              </a:ext>
            </a:extLst>
          </p:cNvPr>
          <p:cNvSpPr>
            <a:spLocks xmlns:a="http://schemas.openxmlformats.org/drawingml/2006/main" noGrp="1"/>
          </p:cNvSpPr>
          <p:nvPr/>
        </p:nvSpPr>
        <p:spPr>
          <a:xfrm xmlns:a="http://schemas.openxmlformats.org/drawingml/2006/main">
            <a:off x="11582400" y="6800850"/>
            <a:ext cx="149542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Arial"/>
                <a:ea typeface="Arial"/>
                <a:cs typeface="Arial"/>
              </a:defRPr>
            </a:pPr>
            <a:r>
              <a:rPr sz="2025" b="0">
                <a:solidFill>
                  <a:srgbClr val="202832"/>
                </a:solidFill>
                <a:latin typeface="Arial"/>
                <a:ea typeface="Arial"/>
                <a:cs typeface="Arial"/>
              </a:rPr>
              <a:t>448 × 448</a:t>
            </a:r>
          </a:p>
        </p:txBody>
      </p:sp>
      <p:sp>
        <p:nvSpPr>
          <p:cNvPr id="51" name="image-score">
            <a:extLst xmlns:a="http://schemas.openxmlformats.org/drawingml/2006/main">
              <a:ext uri="{FF2B5EF4-FFF2-40B4-BE49-F238E27FC236}">
                <a16:creationId xmlns:a16="http://schemas.microsoft.com/office/drawing/2014/main" id="{3E20C671-DA3A-42A2-88C0-24F7260511FA}"/>
              </a:ext>
            </a:extLst>
          </p:cNvPr>
          <p:cNvSpPr>
            <a:spLocks xmlns:a="http://schemas.openxmlformats.org/drawingml/2006/main" noGrp="1"/>
          </p:cNvSpPr>
          <p:nvPr/>
        </p:nvSpPr>
        <p:spPr>
          <a:xfrm xmlns:a="http://schemas.openxmlformats.org/drawingml/2006/main">
            <a:off x="8848725" y="7181850"/>
            <a:ext cx="43053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Image score = max(map)</a:t>
            </a:r>
          </a:p>
        </p:txBody>
      </p:sp>
    </p:spTree>
    <p:extLst>
      <p:ext uri="{BB962C8B-B14F-4D97-AF65-F5344CB8AC3E}">
        <p14:creationId xmlns:p14="http://schemas.microsoft.com/office/powerpoint/2010/main" val="17712707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title">
            <a:extLst xmlns:a="http://schemas.openxmlformats.org/drawingml/2006/main">
              <a:ext uri="{FF2B5EF4-FFF2-40B4-BE49-F238E27FC236}">
                <a16:creationId xmlns:a16="http://schemas.microsoft.com/office/drawing/2014/main" id="{6EA7BD93-6B9B-4954-914B-4CEC23E007D3}"/>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Frozen dual-encoder visual representation</a:t>
            </a:r>
          </a:p>
        </p:txBody>
      </p:sp>
      <p:sp>
        <p:nvSpPr>
          <p:cNvPr id="2" name="visual-shared">
            <a:extLst xmlns:a="http://schemas.openxmlformats.org/drawingml/2006/main">
              <a:ext uri="{FF2B5EF4-FFF2-40B4-BE49-F238E27FC236}">
                <a16:creationId xmlns:a16="http://schemas.microsoft.com/office/drawing/2014/main" id="{510F5096-1D47-446A-8411-0B0361B0D28D}"/>
              </a:ext>
            </a:extLst>
          </p:cNvPr>
          <p:cNvSpPr>
            <a:spLocks xmlns:a="http://schemas.openxmlformats.org/drawingml/2006/main" noGrp="1"/>
          </p:cNvSpPr>
          <p:nvPr/>
        </p:nvSpPr>
        <p:spPr>
          <a:xfrm xmlns:a="http://schemas.openxmlformats.org/drawingml/2006/main">
            <a:off x="342900" y="809625"/>
            <a:ext cx="1262062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250" b="0">
                <a:solidFill>
                  <a:srgbClr val="52606B"/>
                </a:solidFill>
                <a:latin typeface="Arial"/>
                <a:ea typeface="Arial"/>
                <a:cs typeface="Arial"/>
              </a:defRPr>
            </a:pPr>
            <a:r>
              <a:rPr sz="2250" b="0">
                <a:solidFill>
                  <a:srgbClr val="52606B"/>
                </a:solidFill>
                <a:latin typeface="Arial"/>
                <a:ea typeface="Arial"/>
                <a:cs typeface="Arial"/>
              </a:rPr>
              <a:t>The same frozen extractor processes each support or query image</a:t>
            </a:r>
          </a:p>
        </p:txBody>
      </p:sp>
      <p:sp>
        <p:nvSpPr>
          <p:cNvPr id="3" name="input-image">
            <a:extLst xmlns:a="http://schemas.openxmlformats.org/drawingml/2006/main">
              <a:ext uri="{FF2B5EF4-FFF2-40B4-BE49-F238E27FC236}">
                <a16:creationId xmlns:a16="http://schemas.microsoft.com/office/drawing/2014/main" id="{3B5941DB-2697-4AFC-93C0-C57ECC2FE7D5}"/>
              </a:ext>
            </a:extLst>
          </p:cNvPr>
          <p:cNvSpPr>
            <a:spLocks xmlns:a="http://schemas.openxmlformats.org/drawingml/2006/main" noGrp="1"/>
          </p:cNvSpPr>
          <p:nvPr/>
        </p:nvSpPr>
        <p:spPr>
          <a:xfrm xmlns:a="http://schemas.openxmlformats.org/drawingml/2006/main">
            <a:off x="342900" y="3095625"/>
            <a:ext cx="1790700" cy="1209675"/>
          </a:xfrm>
          <a:prstGeom xmlns:a="http://schemas.openxmlformats.org/drawingml/2006/main" prst="rect">
            <a:avLst/>
          </a:prstGeom>
          <a:solidFill xmlns:a="http://schemas.openxmlformats.org/drawingml/2006/main">
            <a:srgbClr val="FFFFFF"/>
          </a:solidFill>
          <a:ln xmlns:a="http://schemas.openxmlformats.org/drawingml/2006/main" w="14288">
            <a:solidFill>
              <a:srgbClr val="34404B"/>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Support or</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query image</a:t>
            </a:r>
          </a:p>
        </p:txBody>
      </p:sp>
      <p:sp>
        <p:nvSpPr>
          <p:cNvPr id="4" name="dino-preprocess">
            <a:extLst xmlns:a="http://schemas.openxmlformats.org/drawingml/2006/main">
              <a:ext uri="{FF2B5EF4-FFF2-40B4-BE49-F238E27FC236}">
                <a16:creationId xmlns:a16="http://schemas.microsoft.com/office/drawing/2014/main" id="{9EEA930D-0881-4D6B-88CB-6A736B3E5405}"/>
              </a:ext>
            </a:extLst>
          </p:cNvPr>
          <p:cNvSpPr>
            <a:spLocks xmlns:a="http://schemas.openxmlformats.org/drawingml/2006/main" noGrp="1"/>
          </p:cNvSpPr>
          <p:nvPr/>
        </p:nvSpPr>
        <p:spPr>
          <a:xfrm xmlns:a="http://schemas.openxmlformats.org/drawingml/2006/main">
            <a:off x="2714625" y="1809750"/>
            <a:ext cx="2543175" cy="128587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Short side: 448</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Patch-compatible</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crop</a:t>
            </a:r>
          </a:p>
        </p:txBody>
      </p:sp>
      <p:sp>
        <p:nvSpPr>
          <p:cNvPr id="5" name="dino-encoder">
            <a:extLst xmlns:a="http://schemas.openxmlformats.org/drawingml/2006/main">
              <a:ext uri="{FF2B5EF4-FFF2-40B4-BE49-F238E27FC236}">
                <a16:creationId xmlns:a16="http://schemas.microsoft.com/office/drawing/2014/main" id="{2DF98767-57CA-4C6D-B675-8CD0A15D0FD4}"/>
              </a:ext>
            </a:extLst>
          </p:cNvPr>
          <p:cNvSpPr>
            <a:spLocks xmlns:a="http://schemas.openxmlformats.org/drawingml/2006/main" noGrp="1"/>
          </p:cNvSpPr>
          <p:nvPr/>
        </p:nvSpPr>
        <p:spPr>
          <a:xfrm xmlns:a="http://schemas.openxmlformats.org/drawingml/2006/main">
            <a:off x="5953125" y="1809750"/>
            <a:ext cx="2762250" cy="128587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475" b="1">
                <a:solidFill>
                  <a:srgbClr val="202832"/>
                </a:solidFill>
                <a:latin typeface="Arial"/>
                <a:ea typeface="Arial"/>
                <a:cs typeface="Arial"/>
              </a:defRPr>
            </a:pPr>
            <a:r>
              <a:rPr sz="2475" b="1">
                <a:solidFill>
                  <a:srgbClr val="202832"/>
                </a:solidFill>
                <a:latin typeface="Arial"/>
                <a:ea typeface="Arial"/>
                <a:cs typeface="Arial"/>
              </a:rPr>
              <a:t>DINOv2</a:t>
            </a:r>
          </a:p>
          <a:p xmlns:a="http://schemas.openxmlformats.org/drawingml/2006/main">
            <a:pPr algn="ctr">
              <a:defRPr sz="2475" b="1">
                <a:solidFill>
                  <a:srgbClr val="202832"/>
                </a:solidFill>
                <a:latin typeface="Arial"/>
                <a:ea typeface="Arial"/>
                <a:cs typeface="Arial"/>
              </a:defRPr>
            </a:pPr>
            <a:r>
              <a:rPr sz="2475" b="1">
                <a:solidFill>
                  <a:srgbClr val="202832"/>
                </a:solidFill>
                <a:latin typeface="Arial"/>
                <a:ea typeface="Arial"/>
                <a:cs typeface="Arial"/>
              </a:rPr>
              <a:t>ViT-B/14</a:t>
            </a:r>
          </a:p>
        </p:txBody>
      </p:sp>
      <p:sp>
        <p:nvSpPr>
          <p:cNvPr id="6" name="clip-preprocess">
            <a:extLst xmlns:a="http://schemas.openxmlformats.org/drawingml/2006/main">
              <a:ext uri="{FF2B5EF4-FFF2-40B4-BE49-F238E27FC236}">
                <a16:creationId xmlns:a16="http://schemas.microsoft.com/office/drawing/2014/main" id="{F5362E96-A9FD-4F9C-8BEC-C8F9CD38BD60}"/>
              </a:ext>
            </a:extLst>
          </p:cNvPr>
          <p:cNvSpPr>
            <a:spLocks xmlns:a="http://schemas.openxmlformats.org/drawingml/2006/main" noGrp="1"/>
          </p:cNvSpPr>
          <p:nvPr/>
        </p:nvSpPr>
        <p:spPr>
          <a:xfrm xmlns:a="http://schemas.openxmlformats.org/drawingml/2006/main">
            <a:off x="2714625" y="4524375"/>
            <a:ext cx="2543175" cy="128587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Resize to</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518 × 518</a:t>
            </a:r>
          </a:p>
        </p:txBody>
      </p:sp>
      <p:sp>
        <p:nvSpPr>
          <p:cNvPr id="7" name="clip-encoder">
            <a:extLst xmlns:a="http://schemas.openxmlformats.org/drawingml/2006/main">
              <a:ext uri="{FF2B5EF4-FFF2-40B4-BE49-F238E27FC236}">
                <a16:creationId xmlns:a16="http://schemas.microsoft.com/office/drawing/2014/main" id="{C69A55C7-BD99-4EF2-B037-FE1235BF40A4}"/>
              </a:ext>
            </a:extLst>
          </p:cNvPr>
          <p:cNvSpPr>
            <a:spLocks xmlns:a="http://schemas.openxmlformats.org/drawingml/2006/main" noGrp="1"/>
          </p:cNvSpPr>
          <p:nvPr/>
        </p:nvSpPr>
        <p:spPr>
          <a:xfrm xmlns:a="http://schemas.openxmlformats.org/drawingml/2006/main">
            <a:off x="5953125" y="4524375"/>
            <a:ext cx="2762250" cy="128587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CLIP ViT-L/14@336</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Visual encoder + DPAM</a:t>
            </a:r>
          </a:p>
        </p:txBody>
      </p:sp>
      <p:cxnSp>
        <p:nvCxnSpPr>
          <p:cNvPr id="76" name=""/>
          <p:cNvCxnSpPr>
            <a:stCxn xmlns:a="http://schemas.openxmlformats.org/drawingml/2006/main" id="3" idx="3"/>
            <a:endCxn xmlns:a="http://schemas.openxmlformats.org/drawingml/2006/main" id="4" idx="1"/>
          </p:cNvCxnSpPr>
          <p:nvPr/>
        </p:nvCxnSpPr>
        <p:spPr>
          <a:xfrm xmlns:a="http://schemas.openxmlformats.org/drawingml/2006/main" flipV="1">
            <a:off x="2133600" y="2452688"/>
            <a:ext cx="581025" cy="124777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7" name=""/>
          <p:cNvCxnSpPr>
            <a:stCxn xmlns:a="http://schemas.openxmlformats.org/drawingml/2006/main" id="3" idx="3"/>
            <a:endCxn xmlns:a="http://schemas.openxmlformats.org/drawingml/2006/main" id="6" idx="1"/>
          </p:cNvCxnSpPr>
          <p:nvPr/>
        </p:nvCxnSpPr>
        <p:spPr>
          <a:xfrm xmlns:a="http://schemas.openxmlformats.org/drawingml/2006/main">
            <a:off x="2133600" y="3700463"/>
            <a:ext cx="581025" cy="1466850"/>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78" name=""/>
          <p:cNvCxnSpPr>
            <a:stCxn xmlns:a="http://schemas.openxmlformats.org/drawingml/2006/main" id="4" idx="3"/>
            <a:endCxn xmlns:a="http://schemas.openxmlformats.org/drawingml/2006/main" id="5" idx="1"/>
          </p:cNvCxnSpPr>
          <p:nvPr/>
        </p:nvCxnSpPr>
        <p:spPr>
          <a:xfrm xmlns:a="http://schemas.openxmlformats.org/drawingml/2006/main">
            <a:off x="5257800" y="2452688"/>
            <a:ext cx="6953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9" name=""/>
          <p:cNvCxnSpPr>
            <a:stCxn xmlns:a="http://schemas.openxmlformats.org/drawingml/2006/main" id="6" idx="3"/>
            <a:endCxn xmlns:a="http://schemas.openxmlformats.org/drawingml/2006/main" id="7" idx="1"/>
          </p:cNvCxnSpPr>
          <p:nvPr/>
        </p:nvCxnSpPr>
        <p:spPr>
          <a:xfrm xmlns:a="http://schemas.openxmlformats.org/drawingml/2006/main">
            <a:off x="5257800" y="5167313"/>
            <a:ext cx="6953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2" name="dino-grid-anchor">
            <a:extLst xmlns:a="http://schemas.openxmlformats.org/drawingml/2006/main">
              <a:ext uri="{FF2B5EF4-FFF2-40B4-BE49-F238E27FC236}">
                <a16:creationId xmlns:a16="http://schemas.microsoft.com/office/drawing/2014/main" id="{15BB0A45-F74A-4B85-B675-8011D9174AF0}"/>
              </a:ext>
            </a:extLst>
          </p:cNvPr>
          <p:cNvSpPr>
            <a:spLocks xmlns:a="http://schemas.openxmlformats.org/drawingml/2006/main" noGrp="1"/>
          </p:cNvSpPr>
          <p:nvPr/>
        </p:nvSpPr>
        <p:spPr>
          <a:xfrm xmlns:a="http://schemas.openxmlformats.org/drawingml/2006/main">
            <a:off x="9696450" y="1809750"/>
            <a:ext cx="1476375" cy="1181100"/>
          </a:xfrm>
          <a:prstGeom xmlns:a="http://schemas.openxmlformats.org/drawingml/2006/main" prst="rect">
            <a:avLst/>
          </a:prstGeom>
          <a:noFill xmlns:a="http://schemas.openxmlformats.org/drawingml/2006/main"/>
          <a:ln xmlns:a="http://schemas.openxmlformats.org/drawingml/2006/main" w="0">
            <a:noFill/>
          </a:ln>
        </p:spPr>
      </p:sp>
      <p:sp>
        <p:nvSpPr>
          <p:cNvPr id="13" name="dino-grid-0-0">
            <a:extLst xmlns:a="http://schemas.openxmlformats.org/drawingml/2006/main">
              <a:ext uri="{FF2B5EF4-FFF2-40B4-BE49-F238E27FC236}">
                <a16:creationId xmlns:a16="http://schemas.microsoft.com/office/drawing/2014/main" id="{6E2AD2EA-7788-4904-9FCF-428F3CFFF4AA}"/>
              </a:ext>
            </a:extLst>
          </p:cNvPr>
          <p:cNvSpPr>
            <a:spLocks xmlns:a="http://schemas.openxmlformats.org/drawingml/2006/main" noGrp="1"/>
          </p:cNvSpPr>
          <p:nvPr/>
        </p:nvSpPr>
        <p:spPr>
          <a:xfrm xmlns:a="http://schemas.openxmlformats.org/drawingml/2006/main">
            <a:off x="969645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4" name="dino-grid-0-1">
            <a:extLst xmlns:a="http://schemas.openxmlformats.org/drawingml/2006/main">
              <a:ext uri="{FF2B5EF4-FFF2-40B4-BE49-F238E27FC236}">
                <a16:creationId xmlns:a16="http://schemas.microsoft.com/office/drawing/2014/main" id="{0C1FDADE-FD8D-420C-82D4-9355E67968BF}"/>
              </a:ext>
            </a:extLst>
          </p:cNvPr>
          <p:cNvSpPr>
            <a:spLocks xmlns:a="http://schemas.openxmlformats.org/drawingml/2006/main" noGrp="1"/>
          </p:cNvSpPr>
          <p:nvPr/>
        </p:nvSpPr>
        <p:spPr>
          <a:xfrm xmlns:a="http://schemas.openxmlformats.org/drawingml/2006/main">
            <a:off x="9991725"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5" name="dino-grid-0-2">
            <a:extLst xmlns:a="http://schemas.openxmlformats.org/drawingml/2006/main">
              <a:ext uri="{FF2B5EF4-FFF2-40B4-BE49-F238E27FC236}">
                <a16:creationId xmlns:a16="http://schemas.microsoft.com/office/drawing/2014/main" id="{82E37C59-8653-4E8F-9087-DD4FE4F0EF01}"/>
              </a:ext>
            </a:extLst>
          </p:cNvPr>
          <p:cNvSpPr>
            <a:spLocks xmlns:a="http://schemas.openxmlformats.org/drawingml/2006/main" noGrp="1"/>
          </p:cNvSpPr>
          <p:nvPr/>
        </p:nvSpPr>
        <p:spPr>
          <a:xfrm xmlns:a="http://schemas.openxmlformats.org/drawingml/2006/main">
            <a:off x="1028700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6" name="dino-grid-0-3">
            <a:extLst xmlns:a="http://schemas.openxmlformats.org/drawingml/2006/main">
              <a:ext uri="{FF2B5EF4-FFF2-40B4-BE49-F238E27FC236}">
                <a16:creationId xmlns:a16="http://schemas.microsoft.com/office/drawing/2014/main" id="{6146C03C-D625-4E78-A029-A4373C858E23}"/>
              </a:ext>
            </a:extLst>
          </p:cNvPr>
          <p:cNvSpPr>
            <a:spLocks xmlns:a="http://schemas.openxmlformats.org/drawingml/2006/main" noGrp="1"/>
          </p:cNvSpPr>
          <p:nvPr/>
        </p:nvSpPr>
        <p:spPr>
          <a:xfrm xmlns:a="http://schemas.openxmlformats.org/drawingml/2006/main">
            <a:off x="10582275"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7" name="dino-grid-0-4">
            <a:extLst xmlns:a="http://schemas.openxmlformats.org/drawingml/2006/main">
              <a:ext uri="{FF2B5EF4-FFF2-40B4-BE49-F238E27FC236}">
                <a16:creationId xmlns:a16="http://schemas.microsoft.com/office/drawing/2014/main" id="{B2CC03B6-52C6-445D-A6D1-12D943B64199}"/>
              </a:ext>
            </a:extLst>
          </p:cNvPr>
          <p:cNvSpPr>
            <a:spLocks xmlns:a="http://schemas.openxmlformats.org/drawingml/2006/main" noGrp="1"/>
          </p:cNvSpPr>
          <p:nvPr/>
        </p:nvSpPr>
        <p:spPr>
          <a:xfrm xmlns:a="http://schemas.openxmlformats.org/drawingml/2006/main">
            <a:off x="10877550" y="180975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8" name="dino-grid-1-0">
            <a:extLst xmlns:a="http://schemas.openxmlformats.org/drawingml/2006/main">
              <a:ext uri="{FF2B5EF4-FFF2-40B4-BE49-F238E27FC236}">
                <a16:creationId xmlns:a16="http://schemas.microsoft.com/office/drawing/2014/main" id="{A12FFBE6-1034-4019-9817-B5E3D11D16DB}"/>
              </a:ext>
            </a:extLst>
          </p:cNvPr>
          <p:cNvSpPr>
            <a:spLocks xmlns:a="http://schemas.openxmlformats.org/drawingml/2006/main" noGrp="1"/>
          </p:cNvSpPr>
          <p:nvPr/>
        </p:nvSpPr>
        <p:spPr>
          <a:xfrm xmlns:a="http://schemas.openxmlformats.org/drawingml/2006/main">
            <a:off x="969645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9" name="dino-grid-1-1">
            <a:extLst xmlns:a="http://schemas.openxmlformats.org/drawingml/2006/main">
              <a:ext uri="{FF2B5EF4-FFF2-40B4-BE49-F238E27FC236}">
                <a16:creationId xmlns:a16="http://schemas.microsoft.com/office/drawing/2014/main" id="{4ACC6C25-A7EE-4220-8401-FE565607E06E}"/>
              </a:ext>
            </a:extLst>
          </p:cNvPr>
          <p:cNvSpPr>
            <a:spLocks xmlns:a="http://schemas.openxmlformats.org/drawingml/2006/main" noGrp="1"/>
          </p:cNvSpPr>
          <p:nvPr/>
        </p:nvSpPr>
        <p:spPr>
          <a:xfrm xmlns:a="http://schemas.openxmlformats.org/drawingml/2006/main">
            <a:off x="9991725"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0" name="dino-grid-1-2">
            <a:extLst xmlns:a="http://schemas.openxmlformats.org/drawingml/2006/main">
              <a:ext uri="{FF2B5EF4-FFF2-40B4-BE49-F238E27FC236}">
                <a16:creationId xmlns:a16="http://schemas.microsoft.com/office/drawing/2014/main" id="{F0BAF8FA-729D-4EA9-895E-B011F31E17F0}"/>
              </a:ext>
            </a:extLst>
          </p:cNvPr>
          <p:cNvSpPr>
            <a:spLocks xmlns:a="http://schemas.openxmlformats.org/drawingml/2006/main" noGrp="1"/>
          </p:cNvSpPr>
          <p:nvPr/>
        </p:nvSpPr>
        <p:spPr>
          <a:xfrm xmlns:a="http://schemas.openxmlformats.org/drawingml/2006/main">
            <a:off x="1028700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1" name="dino-grid-1-3">
            <a:extLst xmlns:a="http://schemas.openxmlformats.org/drawingml/2006/main">
              <a:ext uri="{FF2B5EF4-FFF2-40B4-BE49-F238E27FC236}">
                <a16:creationId xmlns:a16="http://schemas.microsoft.com/office/drawing/2014/main" id="{9F49975C-420A-44AF-B297-7B666E621CB7}"/>
              </a:ext>
            </a:extLst>
          </p:cNvPr>
          <p:cNvSpPr>
            <a:spLocks xmlns:a="http://schemas.openxmlformats.org/drawingml/2006/main" noGrp="1"/>
          </p:cNvSpPr>
          <p:nvPr/>
        </p:nvSpPr>
        <p:spPr>
          <a:xfrm xmlns:a="http://schemas.openxmlformats.org/drawingml/2006/main">
            <a:off x="10582275"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2" name="dino-grid-1-4">
            <a:extLst xmlns:a="http://schemas.openxmlformats.org/drawingml/2006/main">
              <a:ext uri="{FF2B5EF4-FFF2-40B4-BE49-F238E27FC236}">
                <a16:creationId xmlns:a16="http://schemas.microsoft.com/office/drawing/2014/main" id="{9F7B103A-E17B-4CC6-B816-8C7FEA681E29}"/>
              </a:ext>
            </a:extLst>
          </p:cNvPr>
          <p:cNvSpPr>
            <a:spLocks xmlns:a="http://schemas.openxmlformats.org/drawingml/2006/main" noGrp="1"/>
          </p:cNvSpPr>
          <p:nvPr/>
        </p:nvSpPr>
        <p:spPr>
          <a:xfrm xmlns:a="http://schemas.openxmlformats.org/drawingml/2006/main">
            <a:off x="10877550" y="210502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3" name="dino-grid-2-0">
            <a:extLst xmlns:a="http://schemas.openxmlformats.org/drawingml/2006/main">
              <a:ext uri="{FF2B5EF4-FFF2-40B4-BE49-F238E27FC236}">
                <a16:creationId xmlns:a16="http://schemas.microsoft.com/office/drawing/2014/main" id="{2145C33F-BD00-4ADE-88D8-B9DAE0A7546E}"/>
              </a:ext>
            </a:extLst>
          </p:cNvPr>
          <p:cNvSpPr>
            <a:spLocks xmlns:a="http://schemas.openxmlformats.org/drawingml/2006/main" noGrp="1"/>
          </p:cNvSpPr>
          <p:nvPr/>
        </p:nvSpPr>
        <p:spPr>
          <a:xfrm xmlns:a="http://schemas.openxmlformats.org/drawingml/2006/main">
            <a:off x="969645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4" name="dino-grid-2-1">
            <a:extLst xmlns:a="http://schemas.openxmlformats.org/drawingml/2006/main">
              <a:ext uri="{FF2B5EF4-FFF2-40B4-BE49-F238E27FC236}">
                <a16:creationId xmlns:a16="http://schemas.microsoft.com/office/drawing/2014/main" id="{353D1E1A-69AE-46F4-941F-B29218A3B60C}"/>
              </a:ext>
            </a:extLst>
          </p:cNvPr>
          <p:cNvSpPr>
            <a:spLocks xmlns:a="http://schemas.openxmlformats.org/drawingml/2006/main" noGrp="1"/>
          </p:cNvSpPr>
          <p:nvPr/>
        </p:nvSpPr>
        <p:spPr>
          <a:xfrm xmlns:a="http://schemas.openxmlformats.org/drawingml/2006/main">
            <a:off x="9991725"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5" name="dino-grid-2-2">
            <a:extLst xmlns:a="http://schemas.openxmlformats.org/drawingml/2006/main">
              <a:ext uri="{FF2B5EF4-FFF2-40B4-BE49-F238E27FC236}">
                <a16:creationId xmlns:a16="http://schemas.microsoft.com/office/drawing/2014/main" id="{0DE68D1F-9437-4A56-935E-975ECC23A941}"/>
              </a:ext>
            </a:extLst>
          </p:cNvPr>
          <p:cNvSpPr>
            <a:spLocks xmlns:a="http://schemas.openxmlformats.org/drawingml/2006/main" noGrp="1"/>
          </p:cNvSpPr>
          <p:nvPr/>
        </p:nvSpPr>
        <p:spPr>
          <a:xfrm xmlns:a="http://schemas.openxmlformats.org/drawingml/2006/main">
            <a:off x="1028700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6" name="dino-grid-2-3">
            <a:extLst xmlns:a="http://schemas.openxmlformats.org/drawingml/2006/main">
              <a:ext uri="{FF2B5EF4-FFF2-40B4-BE49-F238E27FC236}">
                <a16:creationId xmlns:a16="http://schemas.microsoft.com/office/drawing/2014/main" id="{1426BC87-D768-4D3B-AA75-8362947CE663}"/>
              </a:ext>
            </a:extLst>
          </p:cNvPr>
          <p:cNvSpPr>
            <a:spLocks xmlns:a="http://schemas.openxmlformats.org/drawingml/2006/main" noGrp="1"/>
          </p:cNvSpPr>
          <p:nvPr/>
        </p:nvSpPr>
        <p:spPr>
          <a:xfrm xmlns:a="http://schemas.openxmlformats.org/drawingml/2006/main">
            <a:off x="10582275"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7" name="dino-grid-2-4">
            <a:extLst xmlns:a="http://schemas.openxmlformats.org/drawingml/2006/main">
              <a:ext uri="{FF2B5EF4-FFF2-40B4-BE49-F238E27FC236}">
                <a16:creationId xmlns:a16="http://schemas.microsoft.com/office/drawing/2014/main" id="{B6DCE870-BEA3-41EA-A3AD-6AD8A653DC45}"/>
              </a:ext>
            </a:extLst>
          </p:cNvPr>
          <p:cNvSpPr>
            <a:spLocks xmlns:a="http://schemas.openxmlformats.org/drawingml/2006/main" noGrp="1"/>
          </p:cNvSpPr>
          <p:nvPr/>
        </p:nvSpPr>
        <p:spPr>
          <a:xfrm xmlns:a="http://schemas.openxmlformats.org/drawingml/2006/main">
            <a:off x="10877550" y="2400300"/>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8" name="dino-grid-3-0">
            <a:extLst xmlns:a="http://schemas.openxmlformats.org/drawingml/2006/main">
              <a:ext uri="{FF2B5EF4-FFF2-40B4-BE49-F238E27FC236}">
                <a16:creationId xmlns:a16="http://schemas.microsoft.com/office/drawing/2014/main" id="{79B50CC7-83AD-4DD8-9D6A-C306DFE91AF4}"/>
              </a:ext>
            </a:extLst>
          </p:cNvPr>
          <p:cNvSpPr>
            <a:spLocks xmlns:a="http://schemas.openxmlformats.org/drawingml/2006/main" noGrp="1"/>
          </p:cNvSpPr>
          <p:nvPr/>
        </p:nvSpPr>
        <p:spPr>
          <a:xfrm xmlns:a="http://schemas.openxmlformats.org/drawingml/2006/main">
            <a:off x="969645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9" name="dino-grid-3-1">
            <a:extLst xmlns:a="http://schemas.openxmlformats.org/drawingml/2006/main">
              <a:ext uri="{FF2B5EF4-FFF2-40B4-BE49-F238E27FC236}">
                <a16:creationId xmlns:a16="http://schemas.microsoft.com/office/drawing/2014/main" id="{6885CAAC-A6FA-4659-A594-C16E4363E046}"/>
              </a:ext>
            </a:extLst>
          </p:cNvPr>
          <p:cNvSpPr>
            <a:spLocks xmlns:a="http://schemas.openxmlformats.org/drawingml/2006/main" noGrp="1"/>
          </p:cNvSpPr>
          <p:nvPr/>
        </p:nvSpPr>
        <p:spPr>
          <a:xfrm xmlns:a="http://schemas.openxmlformats.org/drawingml/2006/main">
            <a:off x="9991725"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0" name="dino-grid-3-2">
            <a:extLst xmlns:a="http://schemas.openxmlformats.org/drawingml/2006/main">
              <a:ext uri="{FF2B5EF4-FFF2-40B4-BE49-F238E27FC236}">
                <a16:creationId xmlns:a16="http://schemas.microsoft.com/office/drawing/2014/main" id="{14792927-92E8-472E-835B-5B06D3BA3F4B}"/>
              </a:ext>
            </a:extLst>
          </p:cNvPr>
          <p:cNvSpPr>
            <a:spLocks xmlns:a="http://schemas.openxmlformats.org/drawingml/2006/main" noGrp="1"/>
          </p:cNvSpPr>
          <p:nvPr/>
        </p:nvSpPr>
        <p:spPr>
          <a:xfrm xmlns:a="http://schemas.openxmlformats.org/drawingml/2006/main">
            <a:off x="1028700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1" name="dino-grid-3-3">
            <a:extLst xmlns:a="http://schemas.openxmlformats.org/drawingml/2006/main">
              <a:ext uri="{FF2B5EF4-FFF2-40B4-BE49-F238E27FC236}">
                <a16:creationId xmlns:a16="http://schemas.microsoft.com/office/drawing/2014/main" id="{23F737B9-9E15-4D44-8D1D-EE310719A8E0}"/>
              </a:ext>
            </a:extLst>
          </p:cNvPr>
          <p:cNvSpPr>
            <a:spLocks xmlns:a="http://schemas.openxmlformats.org/drawingml/2006/main" noGrp="1"/>
          </p:cNvSpPr>
          <p:nvPr/>
        </p:nvSpPr>
        <p:spPr>
          <a:xfrm xmlns:a="http://schemas.openxmlformats.org/drawingml/2006/main">
            <a:off x="10582275"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2" name="dino-grid-3-4">
            <a:extLst xmlns:a="http://schemas.openxmlformats.org/drawingml/2006/main">
              <a:ext uri="{FF2B5EF4-FFF2-40B4-BE49-F238E27FC236}">
                <a16:creationId xmlns:a16="http://schemas.microsoft.com/office/drawing/2014/main" id="{5A18EE71-C77C-423F-BE59-0B8DEBF49BBA}"/>
              </a:ext>
            </a:extLst>
          </p:cNvPr>
          <p:cNvSpPr>
            <a:spLocks xmlns:a="http://schemas.openxmlformats.org/drawingml/2006/main" noGrp="1"/>
          </p:cNvSpPr>
          <p:nvPr/>
        </p:nvSpPr>
        <p:spPr>
          <a:xfrm xmlns:a="http://schemas.openxmlformats.org/drawingml/2006/main">
            <a:off x="10877550" y="2695575"/>
            <a:ext cx="295275" cy="295275"/>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33" name="clip-grid-anchor">
            <a:extLst xmlns:a="http://schemas.openxmlformats.org/drawingml/2006/main">
              <a:ext uri="{FF2B5EF4-FFF2-40B4-BE49-F238E27FC236}">
                <a16:creationId xmlns:a16="http://schemas.microsoft.com/office/drawing/2014/main" id="{116D02C2-6067-44C3-8DEF-198DB6CD026F}"/>
              </a:ext>
            </a:extLst>
          </p:cNvPr>
          <p:cNvSpPr>
            <a:spLocks xmlns:a="http://schemas.openxmlformats.org/drawingml/2006/main" noGrp="1"/>
          </p:cNvSpPr>
          <p:nvPr/>
        </p:nvSpPr>
        <p:spPr>
          <a:xfrm xmlns:a="http://schemas.openxmlformats.org/drawingml/2006/main">
            <a:off x="9696450" y="4524375"/>
            <a:ext cx="1190625" cy="1190625"/>
          </a:xfrm>
          <a:prstGeom xmlns:a="http://schemas.openxmlformats.org/drawingml/2006/main" prst="rect">
            <a:avLst/>
          </a:prstGeom>
          <a:noFill xmlns:a="http://schemas.openxmlformats.org/drawingml/2006/main"/>
          <a:ln xmlns:a="http://schemas.openxmlformats.org/drawingml/2006/main" w="0">
            <a:noFill/>
          </a:ln>
        </p:spPr>
      </p:sp>
      <p:sp>
        <p:nvSpPr>
          <p:cNvPr id="34" name="clip-grid-0-0">
            <a:extLst xmlns:a="http://schemas.openxmlformats.org/drawingml/2006/main">
              <a:ext uri="{FF2B5EF4-FFF2-40B4-BE49-F238E27FC236}">
                <a16:creationId xmlns:a16="http://schemas.microsoft.com/office/drawing/2014/main" id="{A62E88DD-5ED8-4B0C-B96B-4AD624B6C7D6}"/>
              </a:ext>
            </a:extLst>
          </p:cNvPr>
          <p:cNvSpPr>
            <a:spLocks xmlns:a="http://schemas.openxmlformats.org/drawingml/2006/main" noGrp="1"/>
          </p:cNvSpPr>
          <p:nvPr/>
        </p:nvSpPr>
        <p:spPr>
          <a:xfrm xmlns:a="http://schemas.openxmlformats.org/drawingml/2006/main">
            <a:off x="969645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5" name="clip-grid-0-1">
            <a:extLst xmlns:a="http://schemas.openxmlformats.org/drawingml/2006/main">
              <a:ext uri="{FF2B5EF4-FFF2-40B4-BE49-F238E27FC236}">
                <a16:creationId xmlns:a16="http://schemas.microsoft.com/office/drawing/2014/main" id="{B99F338C-7536-4F94-9CA8-12DD01CDC9A7}"/>
              </a:ext>
            </a:extLst>
          </p:cNvPr>
          <p:cNvSpPr>
            <a:spLocks xmlns:a="http://schemas.openxmlformats.org/drawingml/2006/main" noGrp="1"/>
          </p:cNvSpPr>
          <p:nvPr/>
        </p:nvSpPr>
        <p:spPr>
          <a:xfrm xmlns:a="http://schemas.openxmlformats.org/drawingml/2006/main">
            <a:off x="9934575"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6" name="clip-grid-0-2">
            <a:extLst xmlns:a="http://schemas.openxmlformats.org/drawingml/2006/main">
              <a:ext uri="{FF2B5EF4-FFF2-40B4-BE49-F238E27FC236}">
                <a16:creationId xmlns:a16="http://schemas.microsoft.com/office/drawing/2014/main" id="{65970AF5-1BB5-4C0C-9C7E-0154DC37920E}"/>
              </a:ext>
            </a:extLst>
          </p:cNvPr>
          <p:cNvSpPr>
            <a:spLocks xmlns:a="http://schemas.openxmlformats.org/drawingml/2006/main" noGrp="1"/>
          </p:cNvSpPr>
          <p:nvPr/>
        </p:nvSpPr>
        <p:spPr>
          <a:xfrm xmlns:a="http://schemas.openxmlformats.org/drawingml/2006/main">
            <a:off x="1017270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7" name="clip-grid-0-3">
            <a:extLst xmlns:a="http://schemas.openxmlformats.org/drawingml/2006/main">
              <a:ext uri="{FF2B5EF4-FFF2-40B4-BE49-F238E27FC236}">
                <a16:creationId xmlns:a16="http://schemas.microsoft.com/office/drawing/2014/main" id="{65D61301-9D71-417B-8D82-220F836E1A54}"/>
              </a:ext>
            </a:extLst>
          </p:cNvPr>
          <p:cNvSpPr>
            <a:spLocks xmlns:a="http://schemas.openxmlformats.org/drawingml/2006/main" noGrp="1"/>
          </p:cNvSpPr>
          <p:nvPr/>
        </p:nvSpPr>
        <p:spPr>
          <a:xfrm xmlns:a="http://schemas.openxmlformats.org/drawingml/2006/main">
            <a:off x="10410825"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8" name="clip-grid-0-4">
            <a:extLst xmlns:a="http://schemas.openxmlformats.org/drawingml/2006/main">
              <a:ext uri="{FF2B5EF4-FFF2-40B4-BE49-F238E27FC236}">
                <a16:creationId xmlns:a16="http://schemas.microsoft.com/office/drawing/2014/main" id="{76CD56F1-14A9-4CDD-92D8-4A10DBC16E09}"/>
              </a:ext>
            </a:extLst>
          </p:cNvPr>
          <p:cNvSpPr>
            <a:spLocks xmlns:a="http://schemas.openxmlformats.org/drawingml/2006/main" noGrp="1"/>
          </p:cNvSpPr>
          <p:nvPr/>
        </p:nvSpPr>
        <p:spPr>
          <a:xfrm xmlns:a="http://schemas.openxmlformats.org/drawingml/2006/main">
            <a:off x="10648950" y="45243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9" name="clip-grid-1-0">
            <a:extLst xmlns:a="http://schemas.openxmlformats.org/drawingml/2006/main">
              <a:ext uri="{FF2B5EF4-FFF2-40B4-BE49-F238E27FC236}">
                <a16:creationId xmlns:a16="http://schemas.microsoft.com/office/drawing/2014/main" id="{2E0875BE-F0EE-4863-8DEE-FBCAF2EB68DF}"/>
              </a:ext>
            </a:extLst>
          </p:cNvPr>
          <p:cNvSpPr>
            <a:spLocks xmlns:a="http://schemas.openxmlformats.org/drawingml/2006/main" noGrp="1"/>
          </p:cNvSpPr>
          <p:nvPr/>
        </p:nvSpPr>
        <p:spPr>
          <a:xfrm xmlns:a="http://schemas.openxmlformats.org/drawingml/2006/main">
            <a:off x="969645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0" name="clip-grid-1-1">
            <a:extLst xmlns:a="http://schemas.openxmlformats.org/drawingml/2006/main">
              <a:ext uri="{FF2B5EF4-FFF2-40B4-BE49-F238E27FC236}">
                <a16:creationId xmlns:a16="http://schemas.microsoft.com/office/drawing/2014/main" id="{E11588A1-60D9-4AB8-A8D9-0E29308EA169}"/>
              </a:ext>
            </a:extLst>
          </p:cNvPr>
          <p:cNvSpPr>
            <a:spLocks xmlns:a="http://schemas.openxmlformats.org/drawingml/2006/main" noGrp="1"/>
          </p:cNvSpPr>
          <p:nvPr/>
        </p:nvSpPr>
        <p:spPr>
          <a:xfrm xmlns:a="http://schemas.openxmlformats.org/drawingml/2006/main">
            <a:off x="9934575"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1" name="clip-grid-1-2">
            <a:extLst xmlns:a="http://schemas.openxmlformats.org/drawingml/2006/main">
              <a:ext uri="{FF2B5EF4-FFF2-40B4-BE49-F238E27FC236}">
                <a16:creationId xmlns:a16="http://schemas.microsoft.com/office/drawing/2014/main" id="{DE2F7F62-82C8-437B-98F2-1683165A9768}"/>
              </a:ext>
            </a:extLst>
          </p:cNvPr>
          <p:cNvSpPr>
            <a:spLocks xmlns:a="http://schemas.openxmlformats.org/drawingml/2006/main" noGrp="1"/>
          </p:cNvSpPr>
          <p:nvPr/>
        </p:nvSpPr>
        <p:spPr>
          <a:xfrm xmlns:a="http://schemas.openxmlformats.org/drawingml/2006/main">
            <a:off x="1017270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2" name="clip-grid-1-3">
            <a:extLst xmlns:a="http://schemas.openxmlformats.org/drawingml/2006/main">
              <a:ext uri="{FF2B5EF4-FFF2-40B4-BE49-F238E27FC236}">
                <a16:creationId xmlns:a16="http://schemas.microsoft.com/office/drawing/2014/main" id="{7DAF8C52-7355-4B34-8DD9-55F283E835BC}"/>
              </a:ext>
            </a:extLst>
          </p:cNvPr>
          <p:cNvSpPr>
            <a:spLocks xmlns:a="http://schemas.openxmlformats.org/drawingml/2006/main" noGrp="1"/>
          </p:cNvSpPr>
          <p:nvPr/>
        </p:nvSpPr>
        <p:spPr>
          <a:xfrm xmlns:a="http://schemas.openxmlformats.org/drawingml/2006/main">
            <a:off x="10410825"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3" name="clip-grid-1-4">
            <a:extLst xmlns:a="http://schemas.openxmlformats.org/drawingml/2006/main">
              <a:ext uri="{FF2B5EF4-FFF2-40B4-BE49-F238E27FC236}">
                <a16:creationId xmlns:a16="http://schemas.microsoft.com/office/drawing/2014/main" id="{7735CC7C-8BE3-422B-B8B3-CFBF81994154}"/>
              </a:ext>
            </a:extLst>
          </p:cNvPr>
          <p:cNvSpPr>
            <a:spLocks xmlns:a="http://schemas.openxmlformats.org/drawingml/2006/main" noGrp="1"/>
          </p:cNvSpPr>
          <p:nvPr/>
        </p:nvSpPr>
        <p:spPr>
          <a:xfrm xmlns:a="http://schemas.openxmlformats.org/drawingml/2006/main">
            <a:off x="10648950" y="476250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4" name="clip-grid-2-0">
            <a:extLst xmlns:a="http://schemas.openxmlformats.org/drawingml/2006/main">
              <a:ext uri="{FF2B5EF4-FFF2-40B4-BE49-F238E27FC236}">
                <a16:creationId xmlns:a16="http://schemas.microsoft.com/office/drawing/2014/main" id="{80195C7D-C7FB-41E7-89F9-2A063DCCBE32}"/>
              </a:ext>
            </a:extLst>
          </p:cNvPr>
          <p:cNvSpPr>
            <a:spLocks xmlns:a="http://schemas.openxmlformats.org/drawingml/2006/main" noGrp="1"/>
          </p:cNvSpPr>
          <p:nvPr/>
        </p:nvSpPr>
        <p:spPr>
          <a:xfrm xmlns:a="http://schemas.openxmlformats.org/drawingml/2006/main">
            <a:off x="969645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5" name="clip-grid-2-1">
            <a:extLst xmlns:a="http://schemas.openxmlformats.org/drawingml/2006/main">
              <a:ext uri="{FF2B5EF4-FFF2-40B4-BE49-F238E27FC236}">
                <a16:creationId xmlns:a16="http://schemas.microsoft.com/office/drawing/2014/main" id="{D0FAB2AF-041A-4743-93BF-D83EE8FB5795}"/>
              </a:ext>
            </a:extLst>
          </p:cNvPr>
          <p:cNvSpPr>
            <a:spLocks xmlns:a="http://schemas.openxmlformats.org/drawingml/2006/main" noGrp="1"/>
          </p:cNvSpPr>
          <p:nvPr/>
        </p:nvSpPr>
        <p:spPr>
          <a:xfrm xmlns:a="http://schemas.openxmlformats.org/drawingml/2006/main">
            <a:off x="9934575"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6" name="clip-grid-2-2">
            <a:extLst xmlns:a="http://schemas.openxmlformats.org/drawingml/2006/main">
              <a:ext uri="{FF2B5EF4-FFF2-40B4-BE49-F238E27FC236}">
                <a16:creationId xmlns:a16="http://schemas.microsoft.com/office/drawing/2014/main" id="{CBAD4D65-F211-49C1-A12F-A16749A2808D}"/>
              </a:ext>
            </a:extLst>
          </p:cNvPr>
          <p:cNvSpPr>
            <a:spLocks xmlns:a="http://schemas.openxmlformats.org/drawingml/2006/main" noGrp="1"/>
          </p:cNvSpPr>
          <p:nvPr/>
        </p:nvSpPr>
        <p:spPr>
          <a:xfrm xmlns:a="http://schemas.openxmlformats.org/drawingml/2006/main">
            <a:off x="1017270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7" name="clip-grid-2-3">
            <a:extLst xmlns:a="http://schemas.openxmlformats.org/drawingml/2006/main">
              <a:ext uri="{FF2B5EF4-FFF2-40B4-BE49-F238E27FC236}">
                <a16:creationId xmlns:a16="http://schemas.microsoft.com/office/drawing/2014/main" id="{F6BED4FC-5B97-4BBB-87F5-9A30264893F5}"/>
              </a:ext>
            </a:extLst>
          </p:cNvPr>
          <p:cNvSpPr>
            <a:spLocks xmlns:a="http://schemas.openxmlformats.org/drawingml/2006/main" noGrp="1"/>
          </p:cNvSpPr>
          <p:nvPr/>
        </p:nvSpPr>
        <p:spPr>
          <a:xfrm xmlns:a="http://schemas.openxmlformats.org/drawingml/2006/main">
            <a:off x="10410825"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8" name="clip-grid-2-4">
            <a:extLst xmlns:a="http://schemas.openxmlformats.org/drawingml/2006/main">
              <a:ext uri="{FF2B5EF4-FFF2-40B4-BE49-F238E27FC236}">
                <a16:creationId xmlns:a16="http://schemas.microsoft.com/office/drawing/2014/main" id="{F2FD8A5C-B87B-44DF-B2F9-74BFAC594972}"/>
              </a:ext>
            </a:extLst>
          </p:cNvPr>
          <p:cNvSpPr>
            <a:spLocks xmlns:a="http://schemas.openxmlformats.org/drawingml/2006/main" noGrp="1"/>
          </p:cNvSpPr>
          <p:nvPr/>
        </p:nvSpPr>
        <p:spPr>
          <a:xfrm xmlns:a="http://schemas.openxmlformats.org/drawingml/2006/main">
            <a:off x="10648950" y="500062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9" name="clip-grid-3-0">
            <a:extLst xmlns:a="http://schemas.openxmlformats.org/drawingml/2006/main">
              <a:ext uri="{FF2B5EF4-FFF2-40B4-BE49-F238E27FC236}">
                <a16:creationId xmlns:a16="http://schemas.microsoft.com/office/drawing/2014/main" id="{190968A4-97A3-48D7-937A-AC7128D13471}"/>
              </a:ext>
            </a:extLst>
          </p:cNvPr>
          <p:cNvSpPr>
            <a:spLocks xmlns:a="http://schemas.openxmlformats.org/drawingml/2006/main" noGrp="1"/>
          </p:cNvSpPr>
          <p:nvPr/>
        </p:nvSpPr>
        <p:spPr>
          <a:xfrm xmlns:a="http://schemas.openxmlformats.org/drawingml/2006/main">
            <a:off x="969645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0" name="clip-grid-3-1">
            <a:extLst xmlns:a="http://schemas.openxmlformats.org/drawingml/2006/main">
              <a:ext uri="{FF2B5EF4-FFF2-40B4-BE49-F238E27FC236}">
                <a16:creationId xmlns:a16="http://schemas.microsoft.com/office/drawing/2014/main" id="{BD0CC874-985F-4A3C-9ACB-613107DEF348}"/>
              </a:ext>
            </a:extLst>
          </p:cNvPr>
          <p:cNvSpPr>
            <a:spLocks xmlns:a="http://schemas.openxmlformats.org/drawingml/2006/main" noGrp="1"/>
          </p:cNvSpPr>
          <p:nvPr/>
        </p:nvSpPr>
        <p:spPr>
          <a:xfrm xmlns:a="http://schemas.openxmlformats.org/drawingml/2006/main">
            <a:off x="9934575"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1" name="clip-grid-3-2">
            <a:extLst xmlns:a="http://schemas.openxmlformats.org/drawingml/2006/main">
              <a:ext uri="{FF2B5EF4-FFF2-40B4-BE49-F238E27FC236}">
                <a16:creationId xmlns:a16="http://schemas.microsoft.com/office/drawing/2014/main" id="{1963D180-BFD5-4634-B026-8F994981D45A}"/>
              </a:ext>
            </a:extLst>
          </p:cNvPr>
          <p:cNvSpPr>
            <a:spLocks xmlns:a="http://schemas.openxmlformats.org/drawingml/2006/main" noGrp="1"/>
          </p:cNvSpPr>
          <p:nvPr/>
        </p:nvSpPr>
        <p:spPr>
          <a:xfrm xmlns:a="http://schemas.openxmlformats.org/drawingml/2006/main">
            <a:off x="1017270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2" name="clip-grid-3-3">
            <a:extLst xmlns:a="http://schemas.openxmlformats.org/drawingml/2006/main">
              <a:ext uri="{FF2B5EF4-FFF2-40B4-BE49-F238E27FC236}">
                <a16:creationId xmlns:a16="http://schemas.microsoft.com/office/drawing/2014/main" id="{5D6B7664-A6B6-4FF9-809B-4DF2E6764A49}"/>
              </a:ext>
            </a:extLst>
          </p:cNvPr>
          <p:cNvSpPr>
            <a:spLocks xmlns:a="http://schemas.openxmlformats.org/drawingml/2006/main" noGrp="1"/>
          </p:cNvSpPr>
          <p:nvPr/>
        </p:nvSpPr>
        <p:spPr>
          <a:xfrm xmlns:a="http://schemas.openxmlformats.org/drawingml/2006/main">
            <a:off x="10410825"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3" name="clip-grid-3-4">
            <a:extLst xmlns:a="http://schemas.openxmlformats.org/drawingml/2006/main">
              <a:ext uri="{FF2B5EF4-FFF2-40B4-BE49-F238E27FC236}">
                <a16:creationId xmlns:a16="http://schemas.microsoft.com/office/drawing/2014/main" id="{E19550E9-91E3-4E6F-9A79-023412DC5A90}"/>
              </a:ext>
            </a:extLst>
          </p:cNvPr>
          <p:cNvSpPr>
            <a:spLocks xmlns:a="http://schemas.openxmlformats.org/drawingml/2006/main" noGrp="1"/>
          </p:cNvSpPr>
          <p:nvPr/>
        </p:nvSpPr>
        <p:spPr>
          <a:xfrm xmlns:a="http://schemas.openxmlformats.org/drawingml/2006/main">
            <a:off x="10648950" y="5238750"/>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4" name="clip-grid-4-0">
            <a:extLst xmlns:a="http://schemas.openxmlformats.org/drawingml/2006/main">
              <a:ext uri="{FF2B5EF4-FFF2-40B4-BE49-F238E27FC236}">
                <a16:creationId xmlns:a16="http://schemas.microsoft.com/office/drawing/2014/main" id="{B5278220-8B37-43A2-83EB-A24C47A289D8}"/>
              </a:ext>
            </a:extLst>
          </p:cNvPr>
          <p:cNvSpPr>
            <a:spLocks xmlns:a="http://schemas.openxmlformats.org/drawingml/2006/main" noGrp="1"/>
          </p:cNvSpPr>
          <p:nvPr/>
        </p:nvSpPr>
        <p:spPr>
          <a:xfrm xmlns:a="http://schemas.openxmlformats.org/drawingml/2006/main">
            <a:off x="969645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5" name="clip-grid-4-1">
            <a:extLst xmlns:a="http://schemas.openxmlformats.org/drawingml/2006/main">
              <a:ext uri="{FF2B5EF4-FFF2-40B4-BE49-F238E27FC236}">
                <a16:creationId xmlns:a16="http://schemas.microsoft.com/office/drawing/2014/main" id="{D66C9EDA-80D4-4014-8308-9C9F81F18C00}"/>
              </a:ext>
            </a:extLst>
          </p:cNvPr>
          <p:cNvSpPr>
            <a:spLocks xmlns:a="http://schemas.openxmlformats.org/drawingml/2006/main" noGrp="1"/>
          </p:cNvSpPr>
          <p:nvPr/>
        </p:nvSpPr>
        <p:spPr>
          <a:xfrm xmlns:a="http://schemas.openxmlformats.org/drawingml/2006/main">
            <a:off x="9934575"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6" name="clip-grid-4-2">
            <a:extLst xmlns:a="http://schemas.openxmlformats.org/drawingml/2006/main">
              <a:ext uri="{FF2B5EF4-FFF2-40B4-BE49-F238E27FC236}">
                <a16:creationId xmlns:a16="http://schemas.microsoft.com/office/drawing/2014/main" id="{5FB41FCE-A45B-4E19-BB7B-CA0603DE78BD}"/>
              </a:ext>
            </a:extLst>
          </p:cNvPr>
          <p:cNvSpPr>
            <a:spLocks xmlns:a="http://schemas.openxmlformats.org/drawingml/2006/main" noGrp="1"/>
          </p:cNvSpPr>
          <p:nvPr/>
        </p:nvSpPr>
        <p:spPr>
          <a:xfrm xmlns:a="http://schemas.openxmlformats.org/drawingml/2006/main">
            <a:off x="1017270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7" name="clip-grid-4-3">
            <a:extLst xmlns:a="http://schemas.openxmlformats.org/drawingml/2006/main">
              <a:ext uri="{FF2B5EF4-FFF2-40B4-BE49-F238E27FC236}">
                <a16:creationId xmlns:a16="http://schemas.microsoft.com/office/drawing/2014/main" id="{93223181-E9AB-4C8B-9CE1-7116C9B0A02A}"/>
              </a:ext>
            </a:extLst>
          </p:cNvPr>
          <p:cNvSpPr>
            <a:spLocks xmlns:a="http://schemas.openxmlformats.org/drawingml/2006/main" noGrp="1"/>
          </p:cNvSpPr>
          <p:nvPr/>
        </p:nvSpPr>
        <p:spPr>
          <a:xfrm xmlns:a="http://schemas.openxmlformats.org/drawingml/2006/main">
            <a:off x="10410825"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8" name="clip-grid-4-4">
            <a:extLst xmlns:a="http://schemas.openxmlformats.org/drawingml/2006/main">
              <a:ext uri="{FF2B5EF4-FFF2-40B4-BE49-F238E27FC236}">
                <a16:creationId xmlns:a16="http://schemas.microsoft.com/office/drawing/2014/main" id="{7F038BF8-EE31-4795-B999-06C64AB247D4}"/>
              </a:ext>
            </a:extLst>
          </p:cNvPr>
          <p:cNvSpPr>
            <a:spLocks xmlns:a="http://schemas.openxmlformats.org/drawingml/2006/main" noGrp="1"/>
          </p:cNvSpPr>
          <p:nvPr/>
        </p:nvSpPr>
        <p:spPr>
          <a:xfrm xmlns:a="http://schemas.openxmlformats.org/drawingml/2006/main">
            <a:off x="10648950" y="5476875"/>
            <a:ext cx="238125" cy="238125"/>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cxnSp>
        <p:nvCxnSpPr>
          <p:cNvPr id="127" name=""/>
          <p:cNvCxnSpPr>
            <a:stCxn xmlns:a="http://schemas.openxmlformats.org/drawingml/2006/main" id="5" idx="3"/>
            <a:endCxn xmlns:a="http://schemas.openxmlformats.org/drawingml/2006/main" id="12" idx="1"/>
          </p:cNvCxnSpPr>
          <p:nvPr/>
        </p:nvCxnSpPr>
        <p:spPr>
          <a:xfrm xmlns:a="http://schemas.openxmlformats.org/drawingml/2006/main" flipV="1">
            <a:off x="8715375" y="2400300"/>
            <a:ext cx="981075" cy="523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128" name=""/>
          <p:cNvCxnSpPr>
            <a:stCxn xmlns:a="http://schemas.openxmlformats.org/drawingml/2006/main" id="7" idx="3"/>
            <a:endCxn xmlns:a="http://schemas.openxmlformats.org/drawingml/2006/main" id="33" idx="1"/>
          </p:cNvCxnSpPr>
          <p:nvPr/>
        </p:nvCxnSpPr>
        <p:spPr>
          <a:xfrm xmlns:a="http://schemas.openxmlformats.org/drawingml/2006/main" flipV="1">
            <a:off x="8715375" y="5119688"/>
            <a:ext cx="981075" cy="4762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61" name="dino-tensor">
            <a:extLst xmlns:a="http://schemas.openxmlformats.org/drawingml/2006/main">
              <a:ext uri="{FF2B5EF4-FFF2-40B4-BE49-F238E27FC236}">
                <a16:creationId xmlns:a16="http://schemas.microsoft.com/office/drawing/2014/main" id="{DAF99929-9063-4894-B6D9-5D7E839432B9}"/>
              </a:ext>
            </a:extLst>
          </p:cNvPr>
          <p:cNvSpPr>
            <a:spLocks xmlns:a="http://schemas.openxmlformats.org/drawingml/2006/main" noGrp="1"/>
          </p:cNvSpPr>
          <p:nvPr/>
        </p:nvSpPr>
        <p:spPr>
          <a:xfrm xmlns:a="http://schemas.openxmlformats.org/drawingml/2006/main">
            <a:off x="9001125" y="3171825"/>
            <a:ext cx="39814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1" i="1">
                <a:latin typeface="Cambria"/>
                <a:ea typeface="Cambria"/>
                <a:cs typeface="Cambria"/>
              </a:rPr>
              <a:t>F</a:t>
            </a:r>
            <a:r>
              <a:rPr sz="1620" b="1" i="0" baseline="-25000">
                <a:latin typeface="Cambria"/>
                <a:ea typeface="Cambria"/>
                <a:cs typeface="Cambria"/>
              </a:rPr>
              <a:t>D</a:t>
            </a:r>
            <a:r>
              <a:rPr sz="2250">
                <a:latin typeface="Cambria"/>
                <a:ea typeface="Cambria"/>
                <a:cs typeface="Cambria"/>
              </a:rPr>
              <a:t>: </a:t>
            </a: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r>
              <a:rPr sz="2250">
                <a:latin typeface="Cambria"/>
                <a:ea typeface="Cambria"/>
                <a:cs typeface="Cambria"/>
              </a:rPr>
              <a:t> × 768</a:t>
            </a:r>
          </a:p>
        </p:txBody>
      </p:sp>
      <p:sp>
        <p:nvSpPr>
          <p:cNvPr id="62" name="clip-tensor">
            <a:extLst xmlns:a="http://schemas.openxmlformats.org/drawingml/2006/main">
              <a:ext uri="{FF2B5EF4-FFF2-40B4-BE49-F238E27FC236}">
                <a16:creationId xmlns:a16="http://schemas.microsoft.com/office/drawing/2014/main" id="{C04F3A60-B643-4FEA-B4F8-1DFBE8A87908}"/>
              </a:ext>
            </a:extLst>
          </p:cNvPr>
          <p:cNvSpPr>
            <a:spLocks xmlns:a="http://schemas.openxmlformats.org/drawingml/2006/main" noGrp="1"/>
          </p:cNvSpPr>
          <p:nvPr/>
        </p:nvSpPr>
        <p:spPr>
          <a:xfrm xmlns:a="http://schemas.openxmlformats.org/drawingml/2006/main">
            <a:off x="8982075" y="5915025"/>
            <a:ext cx="40195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1" i="1">
                <a:latin typeface="Cambria"/>
                <a:ea typeface="Cambria"/>
                <a:cs typeface="Cambria"/>
              </a:rPr>
              <a:t>F</a:t>
            </a:r>
            <a:r>
              <a:rPr sz="1620" b="1" i="0" baseline="-25000">
                <a:latin typeface="Cambria"/>
                <a:ea typeface="Cambria"/>
                <a:cs typeface="Cambria"/>
              </a:rPr>
              <a:t>C</a:t>
            </a:r>
            <a:r>
              <a:rPr sz="2250">
                <a:latin typeface="Cambria"/>
                <a:ea typeface="Cambria"/>
                <a:cs typeface="Cambria"/>
              </a:rPr>
              <a:t>: </a:t>
            </a:r>
            <a:r>
              <a:rPr sz="2250">
                <a:latin typeface="Cambria"/>
                <a:ea typeface="Cambria"/>
                <a:cs typeface="Cambria"/>
              </a:rPr>
              <a:t>37 × 37 × 768</a:t>
            </a:r>
          </a:p>
        </p:txBody>
      </p:sp>
      <p:sp>
        <p:nvSpPr>
          <p:cNvPr id="63" name="layer-selected">
            <a:extLst xmlns:a="http://schemas.openxmlformats.org/drawingml/2006/main">
              <a:ext uri="{FF2B5EF4-FFF2-40B4-BE49-F238E27FC236}">
                <a16:creationId xmlns:a16="http://schemas.microsoft.com/office/drawing/2014/main" id="{40CE2D73-47F1-403E-A935-5CB3D9549156}"/>
              </a:ext>
            </a:extLst>
          </p:cNvPr>
          <p:cNvSpPr>
            <a:spLocks xmlns:a="http://schemas.openxmlformats.org/drawingml/2006/main" noGrp="1"/>
          </p:cNvSpPr>
          <p:nvPr/>
        </p:nvSpPr>
        <p:spPr>
          <a:xfrm xmlns:a="http://schemas.openxmlformats.org/drawingml/2006/main">
            <a:off x="9267825" y="4029075"/>
            <a:ext cx="322897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Layer 24 retained</a:t>
            </a:r>
          </a:p>
        </p:txBody>
      </p:sp>
      <p:sp>
        <p:nvSpPr>
          <p:cNvPr id="64" name="dino-grid-desc">
            <a:extLst xmlns:a="http://schemas.openxmlformats.org/drawingml/2006/main">
              <a:ext uri="{FF2B5EF4-FFF2-40B4-BE49-F238E27FC236}">
                <a16:creationId xmlns:a16="http://schemas.microsoft.com/office/drawing/2014/main" id="{063B0B57-06B0-4208-8370-DD6AC25E40CC}"/>
              </a:ext>
            </a:extLst>
          </p:cNvPr>
          <p:cNvSpPr>
            <a:spLocks xmlns:a="http://schemas.openxmlformats.org/drawingml/2006/main" noGrp="1"/>
          </p:cNvSpPr>
          <p:nvPr/>
        </p:nvSpPr>
        <p:spPr>
          <a:xfrm xmlns:a="http://schemas.openxmlformats.org/drawingml/2006/main">
            <a:off x="9067800" y="1295400"/>
            <a:ext cx="3467100" cy="3905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DINO reference grid</a:t>
            </a:r>
          </a:p>
        </p:txBody>
      </p:sp>
      <p:sp>
        <p:nvSpPr>
          <p:cNvPr id="65" name="dino-sizing">
            <a:extLst xmlns:a="http://schemas.openxmlformats.org/drawingml/2006/main">
              <a:ext uri="{FF2B5EF4-FFF2-40B4-BE49-F238E27FC236}">
                <a16:creationId xmlns:a16="http://schemas.microsoft.com/office/drawing/2014/main" id="{7E60BB0D-C6C1-4A98-B154-790EB6FAB0EF}"/>
              </a:ext>
            </a:extLst>
          </p:cNvPr>
          <p:cNvSpPr>
            <a:spLocks xmlns:a="http://schemas.openxmlformats.org/drawingml/2006/main" noGrp="1"/>
          </p:cNvSpPr>
          <p:nvPr/>
        </p:nvSpPr>
        <p:spPr>
          <a:xfrm xmlns:a="http://schemas.openxmlformats.org/drawingml/2006/main">
            <a:off x="6029325" y="3343275"/>
            <a:ext cx="29051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875" b="0">
                <a:solidFill>
                  <a:srgbClr val="52606B"/>
                </a:solidFill>
                <a:latin typeface="Arial"/>
                <a:ea typeface="Arial"/>
                <a:cs typeface="Arial"/>
              </a:defRPr>
            </a:pPr>
            <a:r>
              <a:rPr sz="1875" b="0">
                <a:solidFill>
                  <a:srgbClr val="52606B"/>
                </a:solidFill>
                <a:latin typeface="Arial"/>
                <a:ea typeface="Arial"/>
                <a:cs typeface="Arial"/>
              </a:rPr>
              <a:t>Shorter grid dimension: 32</a:t>
            </a:r>
          </a:p>
        </p:txBody>
      </p:sp>
      <p:sp>
        <p:nvSpPr>
          <p:cNvPr id="66" name="dpam-setting">
            <a:extLst xmlns:a="http://schemas.openxmlformats.org/drawingml/2006/main">
              <a:ext uri="{FF2B5EF4-FFF2-40B4-BE49-F238E27FC236}">
                <a16:creationId xmlns:a16="http://schemas.microsoft.com/office/drawing/2014/main" id="{1A9522A1-04E0-4BC6-99D6-40E2662BF95A}"/>
              </a:ext>
            </a:extLst>
          </p:cNvPr>
          <p:cNvSpPr>
            <a:spLocks xmlns:a="http://schemas.openxmlformats.org/drawingml/2006/main" noGrp="1"/>
          </p:cNvSpPr>
          <p:nvPr/>
        </p:nvSpPr>
        <p:spPr>
          <a:xfrm xmlns:a="http://schemas.openxmlformats.org/drawingml/2006/main">
            <a:off x="5981700" y="5915025"/>
            <a:ext cx="2867025"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DPAM_layer = 20</a:t>
            </a:r>
          </a:p>
        </p:txBody>
      </p:sp>
      <p:sp>
        <p:nvSpPr>
          <p:cNvPr id="67" name="rule-4">
            <a:extLst xmlns:a="http://schemas.openxmlformats.org/drawingml/2006/main">
              <a:ext uri="{FF2B5EF4-FFF2-40B4-BE49-F238E27FC236}">
                <a16:creationId xmlns:a16="http://schemas.microsoft.com/office/drawing/2014/main" id="{CBC0AC75-A3DC-40B8-A8BA-EFDD9A669058}"/>
              </a:ext>
            </a:extLst>
          </p:cNvPr>
          <p:cNvSpPr>
            <a:spLocks xmlns:a="http://schemas.openxmlformats.org/drawingml/2006/main" noGrp="1"/>
          </p:cNvSpPr>
          <p:nvPr/>
        </p:nvSpPr>
        <p:spPr>
          <a:xfrm xmlns:a="http://schemas.openxmlformats.org/drawingml/2006/main">
            <a:off x="342900" y="676275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68" name="encoder-boundary">
            <a:extLst xmlns:a="http://schemas.openxmlformats.org/drawingml/2006/main">
              <a:ext uri="{FF2B5EF4-FFF2-40B4-BE49-F238E27FC236}">
                <a16:creationId xmlns:a16="http://schemas.microsoft.com/office/drawing/2014/main" id="{AD7DD832-D053-444E-AA1B-3656D131E669}"/>
              </a:ext>
            </a:extLst>
          </p:cNvPr>
          <p:cNvSpPr>
            <a:spLocks xmlns:a="http://schemas.openxmlformats.org/drawingml/2006/main" noGrp="1"/>
          </p:cNvSpPr>
          <p:nvPr/>
        </p:nvSpPr>
        <p:spPr>
          <a:xfrm xmlns:a="http://schemas.openxmlformats.org/drawingml/2006/main">
            <a:off x="342900" y="6991350"/>
            <a:ext cx="1263967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Arial"/>
                <a:ea typeface="Arial"/>
                <a:cs typeface="Arial"/>
              </a:defRPr>
            </a:pPr>
            <a:r>
              <a:rPr sz="2175" b="0">
                <a:solidFill>
                  <a:srgbClr val="202832"/>
                </a:solidFill>
                <a:latin typeface="Arial"/>
                <a:ea typeface="Arial"/>
                <a:cs typeface="Arial"/>
              </a:rPr>
              <a:t>Frozen visual encoders. No text prompts or text encoder at inference.</a:t>
            </a:r>
          </a:p>
        </p:txBody>
      </p:sp>
    </p:spTree>
    <p:extLst>
      <p:ext uri="{BB962C8B-B14F-4D97-AF65-F5344CB8AC3E}">
        <p14:creationId xmlns:p14="http://schemas.microsoft.com/office/powerpoint/2010/main" val="7953756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 name="title">
            <a:extLst xmlns:a="http://schemas.openxmlformats.org/drawingml/2006/main">
              <a:ext uri="{FF2B5EF4-FFF2-40B4-BE49-F238E27FC236}">
                <a16:creationId xmlns:a16="http://schemas.microsoft.com/office/drawing/2014/main" id="{373928FC-2EFF-4481-BFF5-F176F3DF6F53}"/>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Spatial calibration and fixed feature fusion</a:t>
            </a:r>
          </a:p>
        </p:txBody>
      </p:sp>
      <p:sp>
        <p:nvSpPr>
          <p:cNvPr id="2" name="spatial-heading">
            <a:extLst xmlns:a="http://schemas.openxmlformats.org/drawingml/2006/main">
              <a:ext uri="{FF2B5EF4-FFF2-40B4-BE49-F238E27FC236}">
                <a16:creationId xmlns:a16="http://schemas.microsoft.com/office/drawing/2014/main" id="{986B0DB3-8DF5-4ED7-8838-50A47CD29BB7}"/>
              </a:ext>
            </a:extLst>
          </p:cNvPr>
          <p:cNvSpPr>
            <a:spLocks xmlns:a="http://schemas.openxmlformats.org/drawingml/2006/main" noGrp="1"/>
          </p:cNvSpPr>
          <p:nvPr/>
        </p:nvSpPr>
        <p:spPr>
          <a:xfrm xmlns:a="http://schemas.openxmlformats.org/drawingml/2006/main">
            <a:off x="342900" y="847725"/>
            <a:ext cx="3857625"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Spatial calibration</a:t>
            </a:r>
          </a:p>
        </p:txBody>
      </p:sp>
      <p:sp>
        <p:nvSpPr>
          <p:cNvPr id="3" name="dino-grid-heading">
            <a:extLst xmlns:a="http://schemas.openxmlformats.org/drawingml/2006/main">
              <a:ext uri="{FF2B5EF4-FFF2-40B4-BE49-F238E27FC236}">
                <a16:creationId xmlns:a16="http://schemas.microsoft.com/office/drawing/2014/main" id="{D59C2005-A785-4960-B50B-C45924E4A387}"/>
              </a:ext>
            </a:extLst>
          </p:cNvPr>
          <p:cNvSpPr>
            <a:spLocks xmlns:a="http://schemas.openxmlformats.org/drawingml/2006/main" noGrp="1"/>
          </p:cNvSpPr>
          <p:nvPr/>
        </p:nvSpPr>
        <p:spPr>
          <a:xfrm xmlns:a="http://schemas.openxmlformats.org/drawingml/2006/main">
            <a:off x="342900" y="1495425"/>
            <a:ext cx="2133600"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DINO grid</a:t>
            </a:r>
          </a:p>
        </p:txBody>
      </p:sp>
      <p:sp>
        <p:nvSpPr>
          <p:cNvPr id="4" name="target-grid-anchor">
            <a:extLst xmlns:a="http://schemas.openxmlformats.org/drawingml/2006/main">
              <a:ext uri="{FF2B5EF4-FFF2-40B4-BE49-F238E27FC236}">
                <a16:creationId xmlns:a16="http://schemas.microsoft.com/office/drawing/2014/main" id="{FC786BDE-E828-4D54-9638-F8C0DA87CEA5}"/>
              </a:ext>
            </a:extLst>
          </p:cNvPr>
          <p:cNvSpPr>
            <a:spLocks xmlns:a="http://schemas.openxmlformats.org/drawingml/2006/main" noGrp="1"/>
          </p:cNvSpPr>
          <p:nvPr/>
        </p:nvSpPr>
        <p:spPr>
          <a:xfrm xmlns:a="http://schemas.openxmlformats.org/drawingml/2006/main">
            <a:off x="685800" y="2000250"/>
            <a:ext cx="1238250" cy="990600"/>
          </a:xfrm>
          <a:prstGeom xmlns:a="http://schemas.openxmlformats.org/drawingml/2006/main" prst="rect">
            <a:avLst/>
          </a:prstGeom>
          <a:noFill xmlns:a="http://schemas.openxmlformats.org/drawingml/2006/main"/>
          <a:ln xmlns:a="http://schemas.openxmlformats.org/drawingml/2006/main" w="0">
            <a:noFill/>
          </a:ln>
        </p:spPr>
      </p:sp>
      <p:sp>
        <p:nvSpPr>
          <p:cNvPr id="5" name="target-grid-0-0">
            <a:extLst xmlns:a="http://schemas.openxmlformats.org/drawingml/2006/main">
              <a:ext uri="{FF2B5EF4-FFF2-40B4-BE49-F238E27FC236}">
                <a16:creationId xmlns:a16="http://schemas.microsoft.com/office/drawing/2014/main" id="{D59AC767-6960-4476-B92E-AC4137C4FFBA}"/>
              </a:ext>
            </a:extLst>
          </p:cNvPr>
          <p:cNvSpPr>
            <a:spLocks xmlns:a="http://schemas.openxmlformats.org/drawingml/2006/main" noGrp="1"/>
          </p:cNvSpPr>
          <p:nvPr/>
        </p:nvSpPr>
        <p:spPr>
          <a:xfrm xmlns:a="http://schemas.openxmlformats.org/drawingml/2006/main">
            <a:off x="6858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6" name="target-grid-0-1">
            <a:extLst xmlns:a="http://schemas.openxmlformats.org/drawingml/2006/main">
              <a:ext uri="{FF2B5EF4-FFF2-40B4-BE49-F238E27FC236}">
                <a16:creationId xmlns:a16="http://schemas.microsoft.com/office/drawing/2014/main" id="{06212E09-3769-4087-95C1-F4C2D592DFB1}"/>
              </a:ext>
            </a:extLst>
          </p:cNvPr>
          <p:cNvSpPr>
            <a:spLocks xmlns:a="http://schemas.openxmlformats.org/drawingml/2006/main" noGrp="1"/>
          </p:cNvSpPr>
          <p:nvPr/>
        </p:nvSpPr>
        <p:spPr>
          <a:xfrm xmlns:a="http://schemas.openxmlformats.org/drawingml/2006/main">
            <a:off x="93345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7" name="target-grid-0-2">
            <a:extLst xmlns:a="http://schemas.openxmlformats.org/drawingml/2006/main">
              <a:ext uri="{FF2B5EF4-FFF2-40B4-BE49-F238E27FC236}">
                <a16:creationId xmlns:a16="http://schemas.microsoft.com/office/drawing/2014/main" id="{1224BBCF-CFC2-43F4-82AB-BEC6F39C1C71}"/>
              </a:ext>
            </a:extLst>
          </p:cNvPr>
          <p:cNvSpPr>
            <a:spLocks xmlns:a="http://schemas.openxmlformats.org/drawingml/2006/main" noGrp="1"/>
          </p:cNvSpPr>
          <p:nvPr/>
        </p:nvSpPr>
        <p:spPr>
          <a:xfrm xmlns:a="http://schemas.openxmlformats.org/drawingml/2006/main">
            <a:off x="11811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8" name="target-grid-0-3">
            <a:extLst xmlns:a="http://schemas.openxmlformats.org/drawingml/2006/main">
              <a:ext uri="{FF2B5EF4-FFF2-40B4-BE49-F238E27FC236}">
                <a16:creationId xmlns:a16="http://schemas.microsoft.com/office/drawing/2014/main" id="{D0CFDCF1-9B31-4205-AEA6-6F9D801A44F9}"/>
              </a:ext>
            </a:extLst>
          </p:cNvPr>
          <p:cNvSpPr>
            <a:spLocks xmlns:a="http://schemas.openxmlformats.org/drawingml/2006/main" noGrp="1"/>
          </p:cNvSpPr>
          <p:nvPr/>
        </p:nvSpPr>
        <p:spPr>
          <a:xfrm xmlns:a="http://schemas.openxmlformats.org/drawingml/2006/main">
            <a:off x="142875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9" name="target-grid-0-4">
            <a:extLst xmlns:a="http://schemas.openxmlformats.org/drawingml/2006/main">
              <a:ext uri="{FF2B5EF4-FFF2-40B4-BE49-F238E27FC236}">
                <a16:creationId xmlns:a16="http://schemas.microsoft.com/office/drawing/2014/main" id="{96A0B434-B715-431E-9338-9C4BE9B35EF1}"/>
              </a:ext>
            </a:extLst>
          </p:cNvPr>
          <p:cNvSpPr>
            <a:spLocks xmlns:a="http://schemas.openxmlformats.org/drawingml/2006/main" noGrp="1"/>
          </p:cNvSpPr>
          <p:nvPr/>
        </p:nvSpPr>
        <p:spPr>
          <a:xfrm xmlns:a="http://schemas.openxmlformats.org/drawingml/2006/main">
            <a:off x="1676400" y="20002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0" name="target-grid-1-0">
            <a:extLst xmlns:a="http://schemas.openxmlformats.org/drawingml/2006/main">
              <a:ext uri="{FF2B5EF4-FFF2-40B4-BE49-F238E27FC236}">
                <a16:creationId xmlns:a16="http://schemas.microsoft.com/office/drawing/2014/main" id="{FAD9CCDA-83B7-4C42-8B6C-7C9E5DE0B9AE}"/>
              </a:ext>
            </a:extLst>
          </p:cNvPr>
          <p:cNvSpPr>
            <a:spLocks xmlns:a="http://schemas.openxmlformats.org/drawingml/2006/main" noGrp="1"/>
          </p:cNvSpPr>
          <p:nvPr/>
        </p:nvSpPr>
        <p:spPr>
          <a:xfrm xmlns:a="http://schemas.openxmlformats.org/drawingml/2006/main">
            <a:off x="68580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1" name="target-grid-1-1">
            <a:extLst xmlns:a="http://schemas.openxmlformats.org/drawingml/2006/main">
              <a:ext uri="{FF2B5EF4-FFF2-40B4-BE49-F238E27FC236}">
                <a16:creationId xmlns:a16="http://schemas.microsoft.com/office/drawing/2014/main" id="{648CF171-182F-498F-B504-001F67F0CA2A}"/>
              </a:ext>
            </a:extLst>
          </p:cNvPr>
          <p:cNvSpPr>
            <a:spLocks xmlns:a="http://schemas.openxmlformats.org/drawingml/2006/main" noGrp="1"/>
          </p:cNvSpPr>
          <p:nvPr/>
        </p:nvSpPr>
        <p:spPr>
          <a:xfrm xmlns:a="http://schemas.openxmlformats.org/drawingml/2006/main">
            <a:off x="93345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2" name="target-grid-1-2">
            <a:extLst xmlns:a="http://schemas.openxmlformats.org/drawingml/2006/main">
              <a:ext uri="{FF2B5EF4-FFF2-40B4-BE49-F238E27FC236}">
                <a16:creationId xmlns:a16="http://schemas.microsoft.com/office/drawing/2014/main" id="{C423FE46-DEC7-47DE-8F7D-C3E085ECA74C}"/>
              </a:ext>
            </a:extLst>
          </p:cNvPr>
          <p:cNvSpPr>
            <a:spLocks xmlns:a="http://schemas.openxmlformats.org/drawingml/2006/main" noGrp="1"/>
          </p:cNvSpPr>
          <p:nvPr/>
        </p:nvSpPr>
        <p:spPr>
          <a:xfrm xmlns:a="http://schemas.openxmlformats.org/drawingml/2006/main">
            <a:off x="1181100" y="2247900"/>
            <a:ext cx="247650" cy="247650"/>
          </a:xfrm>
          <a:prstGeom xmlns:a="http://schemas.openxmlformats.org/drawingml/2006/main" prst="rect">
            <a:avLst/>
          </a:prstGeom>
          <a:solidFill xmlns:a="http://schemas.openxmlformats.org/drawingml/2006/main">
            <a:srgbClr val="537C9E"/>
          </a:solidFill>
          <a:ln xmlns:a="http://schemas.openxmlformats.org/drawingml/2006/main" w="8573">
            <a:solidFill>
              <a:srgbClr val="537C9E"/>
            </a:solidFill>
          </a:ln>
        </p:spPr>
      </p:sp>
      <p:sp>
        <p:nvSpPr>
          <p:cNvPr id="13" name="target-grid-1-3">
            <a:extLst xmlns:a="http://schemas.openxmlformats.org/drawingml/2006/main">
              <a:ext uri="{FF2B5EF4-FFF2-40B4-BE49-F238E27FC236}">
                <a16:creationId xmlns:a16="http://schemas.microsoft.com/office/drawing/2014/main" id="{6966D67B-349E-4AC6-83B2-26F4B094C713}"/>
              </a:ext>
            </a:extLst>
          </p:cNvPr>
          <p:cNvSpPr>
            <a:spLocks xmlns:a="http://schemas.openxmlformats.org/drawingml/2006/main" noGrp="1"/>
          </p:cNvSpPr>
          <p:nvPr/>
        </p:nvSpPr>
        <p:spPr>
          <a:xfrm xmlns:a="http://schemas.openxmlformats.org/drawingml/2006/main">
            <a:off x="142875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4" name="target-grid-1-4">
            <a:extLst xmlns:a="http://schemas.openxmlformats.org/drawingml/2006/main">
              <a:ext uri="{FF2B5EF4-FFF2-40B4-BE49-F238E27FC236}">
                <a16:creationId xmlns:a16="http://schemas.microsoft.com/office/drawing/2014/main" id="{B9825CC6-2B3F-474D-9C98-CC0581375ACB}"/>
              </a:ext>
            </a:extLst>
          </p:cNvPr>
          <p:cNvSpPr>
            <a:spLocks xmlns:a="http://schemas.openxmlformats.org/drawingml/2006/main" noGrp="1"/>
          </p:cNvSpPr>
          <p:nvPr/>
        </p:nvSpPr>
        <p:spPr>
          <a:xfrm xmlns:a="http://schemas.openxmlformats.org/drawingml/2006/main">
            <a:off x="1676400" y="22479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5" name="target-grid-2-0">
            <a:extLst xmlns:a="http://schemas.openxmlformats.org/drawingml/2006/main">
              <a:ext uri="{FF2B5EF4-FFF2-40B4-BE49-F238E27FC236}">
                <a16:creationId xmlns:a16="http://schemas.microsoft.com/office/drawing/2014/main" id="{25273C61-9C9F-4E29-844B-286B2859EE0B}"/>
              </a:ext>
            </a:extLst>
          </p:cNvPr>
          <p:cNvSpPr>
            <a:spLocks xmlns:a="http://schemas.openxmlformats.org/drawingml/2006/main" noGrp="1"/>
          </p:cNvSpPr>
          <p:nvPr/>
        </p:nvSpPr>
        <p:spPr>
          <a:xfrm xmlns:a="http://schemas.openxmlformats.org/drawingml/2006/main">
            <a:off x="6858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6" name="target-grid-2-1">
            <a:extLst xmlns:a="http://schemas.openxmlformats.org/drawingml/2006/main">
              <a:ext uri="{FF2B5EF4-FFF2-40B4-BE49-F238E27FC236}">
                <a16:creationId xmlns:a16="http://schemas.microsoft.com/office/drawing/2014/main" id="{BBE161D8-7FF9-4AD5-AD7F-ACFDD9167A80}"/>
              </a:ext>
            </a:extLst>
          </p:cNvPr>
          <p:cNvSpPr>
            <a:spLocks xmlns:a="http://schemas.openxmlformats.org/drawingml/2006/main" noGrp="1"/>
          </p:cNvSpPr>
          <p:nvPr/>
        </p:nvSpPr>
        <p:spPr>
          <a:xfrm xmlns:a="http://schemas.openxmlformats.org/drawingml/2006/main">
            <a:off x="93345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7" name="target-grid-2-2">
            <a:extLst xmlns:a="http://schemas.openxmlformats.org/drawingml/2006/main">
              <a:ext uri="{FF2B5EF4-FFF2-40B4-BE49-F238E27FC236}">
                <a16:creationId xmlns:a16="http://schemas.microsoft.com/office/drawing/2014/main" id="{32094E0A-79D7-49D9-B851-A1A32BBE4484}"/>
              </a:ext>
            </a:extLst>
          </p:cNvPr>
          <p:cNvSpPr>
            <a:spLocks xmlns:a="http://schemas.openxmlformats.org/drawingml/2006/main" noGrp="1"/>
          </p:cNvSpPr>
          <p:nvPr/>
        </p:nvSpPr>
        <p:spPr>
          <a:xfrm xmlns:a="http://schemas.openxmlformats.org/drawingml/2006/main">
            <a:off x="11811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8" name="target-grid-2-3">
            <a:extLst xmlns:a="http://schemas.openxmlformats.org/drawingml/2006/main">
              <a:ext uri="{FF2B5EF4-FFF2-40B4-BE49-F238E27FC236}">
                <a16:creationId xmlns:a16="http://schemas.microsoft.com/office/drawing/2014/main" id="{5C0A18D9-B954-4F20-B7AA-21380EC20FC7}"/>
              </a:ext>
            </a:extLst>
          </p:cNvPr>
          <p:cNvSpPr>
            <a:spLocks xmlns:a="http://schemas.openxmlformats.org/drawingml/2006/main" noGrp="1"/>
          </p:cNvSpPr>
          <p:nvPr/>
        </p:nvSpPr>
        <p:spPr>
          <a:xfrm xmlns:a="http://schemas.openxmlformats.org/drawingml/2006/main">
            <a:off x="142875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19" name="target-grid-2-4">
            <a:extLst xmlns:a="http://schemas.openxmlformats.org/drawingml/2006/main">
              <a:ext uri="{FF2B5EF4-FFF2-40B4-BE49-F238E27FC236}">
                <a16:creationId xmlns:a16="http://schemas.microsoft.com/office/drawing/2014/main" id="{764785F3-868E-44DF-ADD9-2DD4187BEA61}"/>
              </a:ext>
            </a:extLst>
          </p:cNvPr>
          <p:cNvSpPr>
            <a:spLocks xmlns:a="http://schemas.openxmlformats.org/drawingml/2006/main" noGrp="1"/>
          </p:cNvSpPr>
          <p:nvPr/>
        </p:nvSpPr>
        <p:spPr>
          <a:xfrm xmlns:a="http://schemas.openxmlformats.org/drawingml/2006/main">
            <a:off x="1676400" y="249555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0" name="target-grid-3-0">
            <a:extLst xmlns:a="http://schemas.openxmlformats.org/drawingml/2006/main">
              <a:ext uri="{FF2B5EF4-FFF2-40B4-BE49-F238E27FC236}">
                <a16:creationId xmlns:a16="http://schemas.microsoft.com/office/drawing/2014/main" id="{45809F18-A4F3-40E6-814C-029121BB2114}"/>
              </a:ext>
            </a:extLst>
          </p:cNvPr>
          <p:cNvSpPr>
            <a:spLocks xmlns:a="http://schemas.openxmlformats.org/drawingml/2006/main" noGrp="1"/>
          </p:cNvSpPr>
          <p:nvPr/>
        </p:nvSpPr>
        <p:spPr>
          <a:xfrm xmlns:a="http://schemas.openxmlformats.org/drawingml/2006/main">
            <a:off x="6858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1" name="target-grid-3-1">
            <a:extLst xmlns:a="http://schemas.openxmlformats.org/drawingml/2006/main">
              <a:ext uri="{FF2B5EF4-FFF2-40B4-BE49-F238E27FC236}">
                <a16:creationId xmlns:a16="http://schemas.microsoft.com/office/drawing/2014/main" id="{4AAFE2A0-D0DF-4FE3-AF5E-D7D04F3980C6}"/>
              </a:ext>
            </a:extLst>
          </p:cNvPr>
          <p:cNvSpPr>
            <a:spLocks xmlns:a="http://schemas.openxmlformats.org/drawingml/2006/main" noGrp="1"/>
          </p:cNvSpPr>
          <p:nvPr/>
        </p:nvSpPr>
        <p:spPr>
          <a:xfrm xmlns:a="http://schemas.openxmlformats.org/drawingml/2006/main">
            <a:off x="93345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2" name="target-grid-3-2">
            <a:extLst xmlns:a="http://schemas.openxmlformats.org/drawingml/2006/main">
              <a:ext uri="{FF2B5EF4-FFF2-40B4-BE49-F238E27FC236}">
                <a16:creationId xmlns:a16="http://schemas.microsoft.com/office/drawing/2014/main" id="{E28FB4E5-2FA4-427A-8148-B7DA6F627DA4}"/>
              </a:ext>
            </a:extLst>
          </p:cNvPr>
          <p:cNvSpPr>
            <a:spLocks xmlns:a="http://schemas.openxmlformats.org/drawingml/2006/main" noGrp="1"/>
          </p:cNvSpPr>
          <p:nvPr/>
        </p:nvSpPr>
        <p:spPr>
          <a:xfrm xmlns:a="http://schemas.openxmlformats.org/drawingml/2006/main">
            <a:off x="11811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3" name="target-grid-3-3">
            <a:extLst xmlns:a="http://schemas.openxmlformats.org/drawingml/2006/main">
              <a:ext uri="{FF2B5EF4-FFF2-40B4-BE49-F238E27FC236}">
                <a16:creationId xmlns:a16="http://schemas.microsoft.com/office/drawing/2014/main" id="{39489EBF-4E09-450C-B354-4EC17B8C4062}"/>
              </a:ext>
            </a:extLst>
          </p:cNvPr>
          <p:cNvSpPr>
            <a:spLocks xmlns:a="http://schemas.openxmlformats.org/drawingml/2006/main" noGrp="1"/>
          </p:cNvSpPr>
          <p:nvPr/>
        </p:nvSpPr>
        <p:spPr>
          <a:xfrm xmlns:a="http://schemas.openxmlformats.org/drawingml/2006/main">
            <a:off x="142875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4" name="target-grid-3-4">
            <a:extLst xmlns:a="http://schemas.openxmlformats.org/drawingml/2006/main">
              <a:ext uri="{FF2B5EF4-FFF2-40B4-BE49-F238E27FC236}">
                <a16:creationId xmlns:a16="http://schemas.microsoft.com/office/drawing/2014/main" id="{6CAEC571-78CF-48C6-8F7E-C67A647A65B5}"/>
              </a:ext>
            </a:extLst>
          </p:cNvPr>
          <p:cNvSpPr>
            <a:spLocks xmlns:a="http://schemas.openxmlformats.org/drawingml/2006/main" noGrp="1"/>
          </p:cNvSpPr>
          <p:nvPr/>
        </p:nvSpPr>
        <p:spPr>
          <a:xfrm xmlns:a="http://schemas.openxmlformats.org/drawingml/2006/main">
            <a:off x="1676400" y="2743200"/>
            <a:ext cx="247650" cy="247650"/>
          </a:xfrm>
          <a:prstGeom xmlns:a="http://schemas.openxmlformats.org/drawingml/2006/main" prst="rect">
            <a:avLst/>
          </a:prstGeom>
          <a:solidFill xmlns:a="http://schemas.openxmlformats.org/drawingml/2006/main">
            <a:srgbClr val="DEEBF7"/>
          </a:solidFill>
          <a:ln xmlns:a="http://schemas.openxmlformats.org/drawingml/2006/main" w="8573">
            <a:solidFill>
              <a:srgbClr val="537C9E"/>
            </a:solidFill>
          </a:ln>
        </p:spPr>
      </p:sp>
      <p:sp>
        <p:nvSpPr>
          <p:cNvPr id="25" name="target-grid-dims">
            <a:extLst xmlns:a="http://schemas.openxmlformats.org/drawingml/2006/main">
              <a:ext uri="{FF2B5EF4-FFF2-40B4-BE49-F238E27FC236}">
                <a16:creationId xmlns:a16="http://schemas.microsoft.com/office/drawing/2014/main" id="{469D4048-85B3-4406-BA8A-A54694C6282F}"/>
              </a:ext>
            </a:extLst>
          </p:cNvPr>
          <p:cNvSpPr>
            <a:spLocks xmlns:a="http://schemas.openxmlformats.org/drawingml/2006/main" noGrp="1"/>
          </p:cNvSpPr>
          <p:nvPr/>
        </p:nvSpPr>
        <p:spPr>
          <a:xfrm xmlns:a="http://schemas.openxmlformats.org/drawingml/2006/main">
            <a:off x="361950" y="3048000"/>
            <a:ext cx="2076450"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p>
        </p:txBody>
      </p:sp>
      <p:sp>
        <p:nvSpPr>
          <p:cNvPr id="26" name="clip-grid-heading">
            <a:extLst xmlns:a="http://schemas.openxmlformats.org/drawingml/2006/main">
              <a:ext uri="{FF2B5EF4-FFF2-40B4-BE49-F238E27FC236}">
                <a16:creationId xmlns:a16="http://schemas.microsoft.com/office/drawing/2014/main" id="{39B661E9-2796-4AD5-9DDF-B22CC3D1D175}"/>
              </a:ext>
            </a:extLst>
          </p:cNvPr>
          <p:cNvSpPr>
            <a:spLocks xmlns:a="http://schemas.openxmlformats.org/drawingml/2006/main" noGrp="1"/>
          </p:cNvSpPr>
          <p:nvPr/>
        </p:nvSpPr>
        <p:spPr>
          <a:xfrm xmlns:a="http://schemas.openxmlformats.org/drawingml/2006/main">
            <a:off x="3095625" y="1495425"/>
            <a:ext cx="2009775" cy="3619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CLIP grid</a:t>
            </a:r>
          </a:p>
        </p:txBody>
      </p:sp>
      <p:sp>
        <p:nvSpPr>
          <p:cNvPr id="27" name="source-grid-anchor">
            <a:extLst xmlns:a="http://schemas.openxmlformats.org/drawingml/2006/main">
              <a:ext uri="{FF2B5EF4-FFF2-40B4-BE49-F238E27FC236}">
                <a16:creationId xmlns:a16="http://schemas.microsoft.com/office/drawing/2014/main" id="{40DACA9E-9E23-450B-8615-6283D3D04ECD}"/>
              </a:ext>
            </a:extLst>
          </p:cNvPr>
          <p:cNvSpPr>
            <a:spLocks xmlns:a="http://schemas.openxmlformats.org/drawingml/2006/main" noGrp="1"/>
          </p:cNvSpPr>
          <p:nvPr/>
        </p:nvSpPr>
        <p:spPr>
          <a:xfrm xmlns:a="http://schemas.openxmlformats.org/drawingml/2006/main">
            <a:off x="3486150" y="1981200"/>
            <a:ext cx="1143000" cy="1143000"/>
          </a:xfrm>
          <a:prstGeom xmlns:a="http://schemas.openxmlformats.org/drawingml/2006/main" prst="rect">
            <a:avLst/>
          </a:prstGeom>
          <a:noFill xmlns:a="http://schemas.openxmlformats.org/drawingml/2006/main"/>
          <a:ln xmlns:a="http://schemas.openxmlformats.org/drawingml/2006/main" w="0">
            <a:noFill/>
          </a:ln>
        </p:spPr>
      </p:sp>
      <p:sp>
        <p:nvSpPr>
          <p:cNvPr id="28" name="source-grid-0-0">
            <a:extLst xmlns:a="http://schemas.openxmlformats.org/drawingml/2006/main">
              <a:ext uri="{FF2B5EF4-FFF2-40B4-BE49-F238E27FC236}">
                <a16:creationId xmlns:a16="http://schemas.microsoft.com/office/drawing/2014/main" id="{CA786422-4FCE-4138-92B8-9609568A4254}"/>
              </a:ext>
            </a:extLst>
          </p:cNvPr>
          <p:cNvSpPr>
            <a:spLocks xmlns:a="http://schemas.openxmlformats.org/drawingml/2006/main" noGrp="1"/>
          </p:cNvSpPr>
          <p:nvPr/>
        </p:nvSpPr>
        <p:spPr>
          <a:xfrm xmlns:a="http://schemas.openxmlformats.org/drawingml/2006/main">
            <a:off x="3486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29" name="source-grid-0-1">
            <a:extLst xmlns:a="http://schemas.openxmlformats.org/drawingml/2006/main">
              <a:ext uri="{FF2B5EF4-FFF2-40B4-BE49-F238E27FC236}">
                <a16:creationId xmlns:a16="http://schemas.microsoft.com/office/drawing/2014/main" id="{53AE8E92-7C7F-4CAE-B1EF-11D4F4088E3D}"/>
              </a:ext>
            </a:extLst>
          </p:cNvPr>
          <p:cNvSpPr>
            <a:spLocks xmlns:a="http://schemas.openxmlformats.org/drawingml/2006/main" noGrp="1"/>
          </p:cNvSpPr>
          <p:nvPr/>
        </p:nvSpPr>
        <p:spPr>
          <a:xfrm xmlns:a="http://schemas.openxmlformats.org/drawingml/2006/main">
            <a:off x="3676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0" name="source-grid-0-2">
            <a:extLst xmlns:a="http://schemas.openxmlformats.org/drawingml/2006/main">
              <a:ext uri="{FF2B5EF4-FFF2-40B4-BE49-F238E27FC236}">
                <a16:creationId xmlns:a16="http://schemas.microsoft.com/office/drawing/2014/main" id="{C1064947-F773-474A-84D3-712AECB0CBDF}"/>
              </a:ext>
            </a:extLst>
          </p:cNvPr>
          <p:cNvSpPr>
            <a:spLocks xmlns:a="http://schemas.openxmlformats.org/drawingml/2006/main" noGrp="1"/>
          </p:cNvSpPr>
          <p:nvPr/>
        </p:nvSpPr>
        <p:spPr>
          <a:xfrm xmlns:a="http://schemas.openxmlformats.org/drawingml/2006/main">
            <a:off x="3867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1" name="source-grid-0-3">
            <a:extLst xmlns:a="http://schemas.openxmlformats.org/drawingml/2006/main">
              <a:ext uri="{FF2B5EF4-FFF2-40B4-BE49-F238E27FC236}">
                <a16:creationId xmlns:a16="http://schemas.microsoft.com/office/drawing/2014/main" id="{00DF9710-2613-4D1E-BC04-E56C38F79B8E}"/>
              </a:ext>
            </a:extLst>
          </p:cNvPr>
          <p:cNvSpPr>
            <a:spLocks xmlns:a="http://schemas.openxmlformats.org/drawingml/2006/main" noGrp="1"/>
          </p:cNvSpPr>
          <p:nvPr/>
        </p:nvSpPr>
        <p:spPr>
          <a:xfrm xmlns:a="http://schemas.openxmlformats.org/drawingml/2006/main">
            <a:off x="4057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2" name="source-grid-0-4">
            <a:extLst xmlns:a="http://schemas.openxmlformats.org/drawingml/2006/main">
              <a:ext uri="{FF2B5EF4-FFF2-40B4-BE49-F238E27FC236}">
                <a16:creationId xmlns:a16="http://schemas.microsoft.com/office/drawing/2014/main" id="{4B6F3E81-9042-4BEB-B3C3-A6AAC03A7973}"/>
              </a:ext>
            </a:extLst>
          </p:cNvPr>
          <p:cNvSpPr>
            <a:spLocks xmlns:a="http://schemas.openxmlformats.org/drawingml/2006/main" noGrp="1"/>
          </p:cNvSpPr>
          <p:nvPr/>
        </p:nvSpPr>
        <p:spPr>
          <a:xfrm xmlns:a="http://schemas.openxmlformats.org/drawingml/2006/main">
            <a:off x="42481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3" name="source-grid-0-5">
            <a:extLst xmlns:a="http://schemas.openxmlformats.org/drawingml/2006/main">
              <a:ext uri="{FF2B5EF4-FFF2-40B4-BE49-F238E27FC236}">
                <a16:creationId xmlns:a16="http://schemas.microsoft.com/office/drawing/2014/main" id="{B9CA73F7-0698-45FD-AB51-5A4E9F862A06}"/>
              </a:ext>
            </a:extLst>
          </p:cNvPr>
          <p:cNvSpPr>
            <a:spLocks xmlns:a="http://schemas.openxmlformats.org/drawingml/2006/main" noGrp="1"/>
          </p:cNvSpPr>
          <p:nvPr/>
        </p:nvSpPr>
        <p:spPr>
          <a:xfrm xmlns:a="http://schemas.openxmlformats.org/drawingml/2006/main">
            <a:off x="4438650" y="1981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4" name="source-grid-1-0">
            <a:extLst xmlns:a="http://schemas.openxmlformats.org/drawingml/2006/main">
              <a:ext uri="{FF2B5EF4-FFF2-40B4-BE49-F238E27FC236}">
                <a16:creationId xmlns:a16="http://schemas.microsoft.com/office/drawing/2014/main" id="{DAE5203C-92AD-4FD4-9F7E-955E48C28790}"/>
              </a:ext>
            </a:extLst>
          </p:cNvPr>
          <p:cNvSpPr>
            <a:spLocks xmlns:a="http://schemas.openxmlformats.org/drawingml/2006/main" noGrp="1"/>
          </p:cNvSpPr>
          <p:nvPr/>
        </p:nvSpPr>
        <p:spPr>
          <a:xfrm xmlns:a="http://schemas.openxmlformats.org/drawingml/2006/main">
            <a:off x="34861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5" name="source-grid-1-1">
            <a:extLst xmlns:a="http://schemas.openxmlformats.org/drawingml/2006/main">
              <a:ext uri="{FF2B5EF4-FFF2-40B4-BE49-F238E27FC236}">
                <a16:creationId xmlns:a16="http://schemas.microsoft.com/office/drawing/2014/main" id="{AD6A198B-7E7E-4BCA-A1F9-5598C0A58D6E}"/>
              </a:ext>
            </a:extLst>
          </p:cNvPr>
          <p:cNvSpPr>
            <a:spLocks xmlns:a="http://schemas.openxmlformats.org/drawingml/2006/main" noGrp="1"/>
          </p:cNvSpPr>
          <p:nvPr/>
        </p:nvSpPr>
        <p:spPr>
          <a:xfrm xmlns:a="http://schemas.openxmlformats.org/drawingml/2006/main">
            <a:off x="3676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6" name="source-grid-1-2">
            <a:extLst xmlns:a="http://schemas.openxmlformats.org/drawingml/2006/main">
              <a:ext uri="{FF2B5EF4-FFF2-40B4-BE49-F238E27FC236}">
                <a16:creationId xmlns:a16="http://schemas.microsoft.com/office/drawing/2014/main" id="{DDB71451-47F1-46C1-8891-8FD4D65E62C9}"/>
              </a:ext>
            </a:extLst>
          </p:cNvPr>
          <p:cNvSpPr>
            <a:spLocks xmlns:a="http://schemas.openxmlformats.org/drawingml/2006/main" noGrp="1"/>
          </p:cNvSpPr>
          <p:nvPr/>
        </p:nvSpPr>
        <p:spPr>
          <a:xfrm xmlns:a="http://schemas.openxmlformats.org/drawingml/2006/main">
            <a:off x="3867150" y="2171700"/>
            <a:ext cx="190500" cy="190500"/>
          </a:xfrm>
          <a:prstGeom xmlns:a="http://schemas.openxmlformats.org/drawingml/2006/main" prst="rect">
            <a:avLst/>
          </a:prstGeom>
          <a:solidFill xmlns:a="http://schemas.openxmlformats.org/drawingml/2006/main">
            <a:srgbClr val="AA8A3D"/>
          </a:solidFill>
          <a:ln xmlns:a="http://schemas.openxmlformats.org/drawingml/2006/main" w="8573">
            <a:solidFill>
              <a:srgbClr val="AA8A3D"/>
            </a:solidFill>
          </a:ln>
        </p:spPr>
      </p:sp>
      <p:sp>
        <p:nvSpPr>
          <p:cNvPr id="37" name="source-grid-1-3">
            <a:extLst xmlns:a="http://schemas.openxmlformats.org/drawingml/2006/main">
              <a:ext uri="{FF2B5EF4-FFF2-40B4-BE49-F238E27FC236}">
                <a16:creationId xmlns:a16="http://schemas.microsoft.com/office/drawing/2014/main" id="{75502829-D36D-4B5A-8598-7CE15641D76D}"/>
              </a:ext>
            </a:extLst>
          </p:cNvPr>
          <p:cNvSpPr>
            <a:spLocks xmlns:a="http://schemas.openxmlformats.org/drawingml/2006/main" noGrp="1"/>
          </p:cNvSpPr>
          <p:nvPr/>
        </p:nvSpPr>
        <p:spPr>
          <a:xfrm xmlns:a="http://schemas.openxmlformats.org/drawingml/2006/main">
            <a:off x="4057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8" name="source-grid-1-4">
            <a:extLst xmlns:a="http://schemas.openxmlformats.org/drawingml/2006/main">
              <a:ext uri="{FF2B5EF4-FFF2-40B4-BE49-F238E27FC236}">
                <a16:creationId xmlns:a16="http://schemas.microsoft.com/office/drawing/2014/main" id="{EE7AA614-7EE8-414B-9779-6F50BD0235C2}"/>
              </a:ext>
            </a:extLst>
          </p:cNvPr>
          <p:cNvSpPr>
            <a:spLocks xmlns:a="http://schemas.openxmlformats.org/drawingml/2006/main" noGrp="1"/>
          </p:cNvSpPr>
          <p:nvPr/>
        </p:nvSpPr>
        <p:spPr>
          <a:xfrm xmlns:a="http://schemas.openxmlformats.org/drawingml/2006/main">
            <a:off x="42481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39" name="source-grid-1-5">
            <a:extLst xmlns:a="http://schemas.openxmlformats.org/drawingml/2006/main">
              <a:ext uri="{FF2B5EF4-FFF2-40B4-BE49-F238E27FC236}">
                <a16:creationId xmlns:a16="http://schemas.microsoft.com/office/drawing/2014/main" id="{9BFCE88B-AEBB-47EB-BB84-47B4D51C7BA4}"/>
              </a:ext>
            </a:extLst>
          </p:cNvPr>
          <p:cNvSpPr>
            <a:spLocks xmlns:a="http://schemas.openxmlformats.org/drawingml/2006/main" noGrp="1"/>
          </p:cNvSpPr>
          <p:nvPr/>
        </p:nvSpPr>
        <p:spPr>
          <a:xfrm xmlns:a="http://schemas.openxmlformats.org/drawingml/2006/main">
            <a:off x="4438650" y="2171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0" name="source-grid-2-0">
            <a:extLst xmlns:a="http://schemas.openxmlformats.org/drawingml/2006/main">
              <a:ext uri="{FF2B5EF4-FFF2-40B4-BE49-F238E27FC236}">
                <a16:creationId xmlns:a16="http://schemas.microsoft.com/office/drawing/2014/main" id="{6535FE21-AB0A-42E5-A37B-D4D623522636}"/>
              </a:ext>
            </a:extLst>
          </p:cNvPr>
          <p:cNvSpPr>
            <a:spLocks xmlns:a="http://schemas.openxmlformats.org/drawingml/2006/main" noGrp="1"/>
          </p:cNvSpPr>
          <p:nvPr/>
        </p:nvSpPr>
        <p:spPr>
          <a:xfrm xmlns:a="http://schemas.openxmlformats.org/drawingml/2006/main">
            <a:off x="3486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1" name="source-grid-2-1">
            <a:extLst xmlns:a="http://schemas.openxmlformats.org/drawingml/2006/main">
              <a:ext uri="{FF2B5EF4-FFF2-40B4-BE49-F238E27FC236}">
                <a16:creationId xmlns:a16="http://schemas.microsoft.com/office/drawing/2014/main" id="{FE038F99-3D0A-4CAC-BC95-4B979B5B3388}"/>
              </a:ext>
            </a:extLst>
          </p:cNvPr>
          <p:cNvSpPr>
            <a:spLocks xmlns:a="http://schemas.openxmlformats.org/drawingml/2006/main" noGrp="1"/>
          </p:cNvSpPr>
          <p:nvPr/>
        </p:nvSpPr>
        <p:spPr>
          <a:xfrm xmlns:a="http://schemas.openxmlformats.org/drawingml/2006/main">
            <a:off x="3676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2" name="source-grid-2-2">
            <a:extLst xmlns:a="http://schemas.openxmlformats.org/drawingml/2006/main">
              <a:ext uri="{FF2B5EF4-FFF2-40B4-BE49-F238E27FC236}">
                <a16:creationId xmlns:a16="http://schemas.microsoft.com/office/drawing/2014/main" id="{2D5D77BF-CABD-4E7F-BC66-52C85E06E35B}"/>
              </a:ext>
            </a:extLst>
          </p:cNvPr>
          <p:cNvSpPr>
            <a:spLocks xmlns:a="http://schemas.openxmlformats.org/drawingml/2006/main" noGrp="1"/>
          </p:cNvSpPr>
          <p:nvPr/>
        </p:nvSpPr>
        <p:spPr>
          <a:xfrm xmlns:a="http://schemas.openxmlformats.org/drawingml/2006/main">
            <a:off x="3867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3" name="source-grid-2-3">
            <a:extLst xmlns:a="http://schemas.openxmlformats.org/drawingml/2006/main">
              <a:ext uri="{FF2B5EF4-FFF2-40B4-BE49-F238E27FC236}">
                <a16:creationId xmlns:a16="http://schemas.microsoft.com/office/drawing/2014/main" id="{F8F83108-D1B0-4800-A73C-773FC32F6836}"/>
              </a:ext>
            </a:extLst>
          </p:cNvPr>
          <p:cNvSpPr>
            <a:spLocks xmlns:a="http://schemas.openxmlformats.org/drawingml/2006/main" noGrp="1"/>
          </p:cNvSpPr>
          <p:nvPr/>
        </p:nvSpPr>
        <p:spPr>
          <a:xfrm xmlns:a="http://schemas.openxmlformats.org/drawingml/2006/main">
            <a:off x="4057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4" name="source-grid-2-4">
            <a:extLst xmlns:a="http://schemas.openxmlformats.org/drawingml/2006/main">
              <a:ext uri="{FF2B5EF4-FFF2-40B4-BE49-F238E27FC236}">
                <a16:creationId xmlns:a16="http://schemas.microsoft.com/office/drawing/2014/main" id="{D522BF26-70FF-40DD-AABE-2A7111DF3212}"/>
              </a:ext>
            </a:extLst>
          </p:cNvPr>
          <p:cNvSpPr>
            <a:spLocks xmlns:a="http://schemas.openxmlformats.org/drawingml/2006/main" noGrp="1"/>
          </p:cNvSpPr>
          <p:nvPr/>
        </p:nvSpPr>
        <p:spPr>
          <a:xfrm xmlns:a="http://schemas.openxmlformats.org/drawingml/2006/main">
            <a:off x="42481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5" name="source-grid-2-5">
            <a:extLst xmlns:a="http://schemas.openxmlformats.org/drawingml/2006/main">
              <a:ext uri="{FF2B5EF4-FFF2-40B4-BE49-F238E27FC236}">
                <a16:creationId xmlns:a16="http://schemas.microsoft.com/office/drawing/2014/main" id="{B01FB7A9-ACA8-4EAF-9039-973F41B50D14}"/>
              </a:ext>
            </a:extLst>
          </p:cNvPr>
          <p:cNvSpPr>
            <a:spLocks xmlns:a="http://schemas.openxmlformats.org/drawingml/2006/main" noGrp="1"/>
          </p:cNvSpPr>
          <p:nvPr/>
        </p:nvSpPr>
        <p:spPr>
          <a:xfrm xmlns:a="http://schemas.openxmlformats.org/drawingml/2006/main">
            <a:off x="4438650" y="2362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6" name="source-grid-3-0">
            <a:extLst xmlns:a="http://schemas.openxmlformats.org/drawingml/2006/main">
              <a:ext uri="{FF2B5EF4-FFF2-40B4-BE49-F238E27FC236}">
                <a16:creationId xmlns:a16="http://schemas.microsoft.com/office/drawing/2014/main" id="{82D4B6CC-7B70-44DD-AA85-EB7917379A09}"/>
              </a:ext>
            </a:extLst>
          </p:cNvPr>
          <p:cNvSpPr>
            <a:spLocks xmlns:a="http://schemas.openxmlformats.org/drawingml/2006/main" noGrp="1"/>
          </p:cNvSpPr>
          <p:nvPr/>
        </p:nvSpPr>
        <p:spPr>
          <a:xfrm xmlns:a="http://schemas.openxmlformats.org/drawingml/2006/main">
            <a:off x="3486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7" name="source-grid-3-1">
            <a:extLst xmlns:a="http://schemas.openxmlformats.org/drawingml/2006/main">
              <a:ext uri="{FF2B5EF4-FFF2-40B4-BE49-F238E27FC236}">
                <a16:creationId xmlns:a16="http://schemas.microsoft.com/office/drawing/2014/main" id="{922D2616-9DBC-4D47-A601-68891E0DE359}"/>
              </a:ext>
            </a:extLst>
          </p:cNvPr>
          <p:cNvSpPr>
            <a:spLocks xmlns:a="http://schemas.openxmlformats.org/drawingml/2006/main" noGrp="1"/>
          </p:cNvSpPr>
          <p:nvPr/>
        </p:nvSpPr>
        <p:spPr>
          <a:xfrm xmlns:a="http://schemas.openxmlformats.org/drawingml/2006/main">
            <a:off x="3676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8" name="source-grid-3-2">
            <a:extLst xmlns:a="http://schemas.openxmlformats.org/drawingml/2006/main">
              <a:ext uri="{FF2B5EF4-FFF2-40B4-BE49-F238E27FC236}">
                <a16:creationId xmlns:a16="http://schemas.microsoft.com/office/drawing/2014/main" id="{F8FF0673-B3A0-4A77-9FE6-0D3576BEA3E2}"/>
              </a:ext>
            </a:extLst>
          </p:cNvPr>
          <p:cNvSpPr>
            <a:spLocks xmlns:a="http://schemas.openxmlformats.org/drawingml/2006/main" noGrp="1"/>
          </p:cNvSpPr>
          <p:nvPr/>
        </p:nvSpPr>
        <p:spPr>
          <a:xfrm xmlns:a="http://schemas.openxmlformats.org/drawingml/2006/main">
            <a:off x="3867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49" name="source-grid-3-3">
            <a:extLst xmlns:a="http://schemas.openxmlformats.org/drawingml/2006/main">
              <a:ext uri="{FF2B5EF4-FFF2-40B4-BE49-F238E27FC236}">
                <a16:creationId xmlns:a16="http://schemas.microsoft.com/office/drawing/2014/main" id="{DC7498C3-E8C1-4429-BA05-FCA2A5D3CEB6}"/>
              </a:ext>
            </a:extLst>
          </p:cNvPr>
          <p:cNvSpPr>
            <a:spLocks xmlns:a="http://schemas.openxmlformats.org/drawingml/2006/main" noGrp="1"/>
          </p:cNvSpPr>
          <p:nvPr/>
        </p:nvSpPr>
        <p:spPr>
          <a:xfrm xmlns:a="http://schemas.openxmlformats.org/drawingml/2006/main">
            <a:off x="4057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0" name="source-grid-3-4">
            <a:extLst xmlns:a="http://schemas.openxmlformats.org/drawingml/2006/main">
              <a:ext uri="{FF2B5EF4-FFF2-40B4-BE49-F238E27FC236}">
                <a16:creationId xmlns:a16="http://schemas.microsoft.com/office/drawing/2014/main" id="{85621BAC-842F-42DA-8A37-1AEF2DCB3879}"/>
              </a:ext>
            </a:extLst>
          </p:cNvPr>
          <p:cNvSpPr>
            <a:spLocks xmlns:a="http://schemas.openxmlformats.org/drawingml/2006/main" noGrp="1"/>
          </p:cNvSpPr>
          <p:nvPr/>
        </p:nvSpPr>
        <p:spPr>
          <a:xfrm xmlns:a="http://schemas.openxmlformats.org/drawingml/2006/main">
            <a:off x="42481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1" name="source-grid-3-5">
            <a:extLst xmlns:a="http://schemas.openxmlformats.org/drawingml/2006/main">
              <a:ext uri="{FF2B5EF4-FFF2-40B4-BE49-F238E27FC236}">
                <a16:creationId xmlns:a16="http://schemas.microsoft.com/office/drawing/2014/main" id="{1DAF75E8-5C3D-44CE-BC2F-A0516B7302ED}"/>
              </a:ext>
            </a:extLst>
          </p:cNvPr>
          <p:cNvSpPr>
            <a:spLocks xmlns:a="http://schemas.openxmlformats.org/drawingml/2006/main" noGrp="1"/>
          </p:cNvSpPr>
          <p:nvPr/>
        </p:nvSpPr>
        <p:spPr>
          <a:xfrm xmlns:a="http://schemas.openxmlformats.org/drawingml/2006/main">
            <a:off x="4438650" y="2552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2" name="source-grid-4-0">
            <a:extLst xmlns:a="http://schemas.openxmlformats.org/drawingml/2006/main">
              <a:ext uri="{FF2B5EF4-FFF2-40B4-BE49-F238E27FC236}">
                <a16:creationId xmlns:a16="http://schemas.microsoft.com/office/drawing/2014/main" id="{26C64AD3-7EF0-46BA-A9E4-1CAEF722CB39}"/>
              </a:ext>
            </a:extLst>
          </p:cNvPr>
          <p:cNvSpPr>
            <a:spLocks xmlns:a="http://schemas.openxmlformats.org/drawingml/2006/main" noGrp="1"/>
          </p:cNvSpPr>
          <p:nvPr/>
        </p:nvSpPr>
        <p:spPr>
          <a:xfrm xmlns:a="http://schemas.openxmlformats.org/drawingml/2006/main">
            <a:off x="3486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3" name="source-grid-4-1">
            <a:extLst xmlns:a="http://schemas.openxmlformats.org/drawingml/2006/main">
              <a:ext uri="{FF2B5EF4-FFF2-40B4-BE49-F238E27FC236}">
                <a16:creationId xmlns:a16="http://schemas.microsoft.com/office/drawing/2014/main" id="{4ABB3DBA-066A-4972-BB08-4F2C880EA85A}"/>
              </a:ext>
            </a:extLst>
          </p:cNvPr>
          <p:cNvSpPr>
            <a:spLocks xmlns:a="http://schemas.openxmlformats.org/drawingml/2006/main" noGrp="1"/>
          </p:cNvSpPr>
          <p:nvPr/>
        </p:nvSpPr>
        <p:spPr>
          <a:xfrm xmlns:a="http://schemas.openxmlformats.org/drawingml/2006/main">
            <a:off x="3676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4" name="source-grid-4-2">
            <a:extLst xmlns:a="http://schemas.openxmlformats.org/drawingml/2006/main">
              <a:ext uri="{FF2B5EF4-FFF2-40B4-BE49-F238E27FC236}">
                <a16:creationId xmlns:a16="http://schemas.microsoft.com/office/drawing/2014/main" id="{1C433901-B7A2-4595-9A55-383C245431C6}"/>
              </a:ext>
            </a:extLst>
          </p:cNvPr>
          <p:cNvSpPr>
            <a:spLocks xmlns:a="http://schemas.openxmlformats.org/drawingml/2006/main" noGrp="1"/>
          </p:cNvSpPr>
          <p:nvPr/>
        </p:nvSpPr>
        <p:spPr>
          <a:xfrm xmlns:a="http://schemas.openxmlformats.org/drawingml/2006/main">
            <a:off x="3867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5" name="source-grid-4-3">
            <a:extLst xmlns:a="http://schemas.openxmlformats.org/drawingml/2006/main">
              <a:ext uri="{FF2B5EF4-FFF2-40B4-BE49-F238E27FC236}">
                <a16:creationId xmlns:a16="http://schemas.microsoft.com/office/drawing/2014/main" id="{1700CC12-B4FB-4B7B-8A77-00D0C4AC73C0}"/>
              </a:ext>
            </a:extLst>
          </p:cNvPr>
          <p:cNvSpPr>
            <a:spLocks xmlns:a="http://schemas.openxmlformats.org/drawingml/2006/main" noGrp="1"/>
          </p:cNvSpPr>
          <p:nvPr/>
        </p:nvSpPr>
        <p:spPr>
          <a:xfrm xmlns:a="http://schemas.openxmlformats.org/drawingml/2006/main">
            <a:off x="4057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6" name="source-grid-4-4">
            <a:extLst xmlns:a="http://schemas.openxmlformats.org/drawingml/2006/main">
              <a:ext uri="{FF2B5EF4-FFF2-40B4-BE49-F238E27FC236}">
                <a16:creationId xmlns:a16="http://schemas.microsoft.com/office/drawing/2014/main" id="{91244107-8A31-4B3E-82B4-1D2BDF7372A1}"/>
              </a:ext>
            </a:extLst>
          </p:cNvPr>
          <p:cNvSpPr>
            <a:spLocks xmlns:a="http://schemas.openxmlformats.org/drawingml/2006/main" noGrp="1"/>
          </p:cNvSpPr>
          <p:nvPr/>
        </p:nvSpPr>
        <p:spPr>
          <a:xfrm xmlns:a="http://schemas.openxmlformats.org/drawingml/2006/main">
            <a:off x="42481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7" name="source-grid-4-5">
            <a:extLst xmlns:a="http://schemas.openxmlformats.org/drawingml/2006/main">
              <a:ext uri="{FF2B5EF4-FFF2-40B4-BE49-F238E27FC236}">
                <a16:creationId xmlns:a16="http://schemas.microsoft.com/office/drawing/2014/main" id="{CF3C7977-74EB-4C4B-BF23-B615754AA1A7}"/>
              </a:ext>
            </a:extLst>
          </p:cNvPr>
          <p:cNvSpPr>
            <a:spLocks xmlns:a="http://schemas.openxmlformats.org/drawingml/2006/main" noGrp="1"/>
          </p:cNvSpPr>
          <p:nvPr/>
        </p:nvSpPr>
        <p:spPr>
          <a:xfrm xmlns:a="http://schemas.openxmlformats.org/drawingml/2006/main">
            <a:off x="4438650" y="27432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8" name="source-grid-5-0">
            <a:extLst xmlns:a="http://schemas.openxmlformats.org/drawingml/2006/main">
              <a:ext uri="{FF2B5EF4-FFF2-40B4-BE49-F238E27FC236}">
                <a16:creationId xmlns:a16="http://schemas.microsoft.com/office/drawing/2014/main" id="{8A57B541-422C-4716-8CA2-8B3CC203C25F}"/>
              </a:ext>
            </a:extLst>
          </p:cNvPr>
          <p:cNvSpPr>
            <a:spLocks xmlns:a="http://schemas.openxmlformats.org/drawingml/2006/main" noGrp="1"/>
          </p:cNvSpPr>
          <p:nvPr/>
        </p:nvSpPr>
        <p:spPr>
          <a:xfrm xmlns:a="http://schemas.openxmlformats.org/drawingml/2006/main">
            <a:off x="3486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59" name="source-grid-5-1">
            <a:extLst xmlns:a="http://schemas.openxmlformats.org/drawingml/2006/main">
              <a:ext uri="{FF2B5EF4-FFF2-40B4-BE49-F238E27FC236}">
                <a16:creationId xmlns:a16="http://schemas.microsoft.com/office/drawing/2014/main" id="{F2E06FC1-5A06-42FD-94F8-35889E1CC8E1}"/>
              </a:ext>
            </a:extLst>
          </p:cNvPr>
          <p:cNvSpPr>
            <a:spLocks xmlns:a="http://schemas.openxmlformats.org/drawingml/2006/main" noGrp="1"/>
          </p:cNvSpPr>
          <p:nvPr/>
        </p:nvSpPr>
        <p:spPr>
          <a:xfrm xmlns:a="http://schemas.openxmlformats.org/drawingml/2006/main">
            <a:off x="3676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0" name="source-grid-5-2">
            <a:extLst xmlns:a="http://schemas.openxmlformats.org/drawingml/2006/main">
              <a:ext uri="{FF2B5EF4-FFF2-40B4-BE49-F238E27FC236}">
                <a16:creationId xmlns:a16="http://schemas.microsoft.com/office/drawing/2014/main" id="{CEFDFFA0-D8B4-4D1E-9AE0-544F28DBEA59}"/>
              </a:ext>
            </a:extLst>
          </p:cNvPr>
          <p:cNvSpPr>
            <a:spLocks xmlns:a="http://schemas.openxmlformats.org/drawingml/2006/main" noGrp="1"/>
          </p:cNvSpPr>
          <p:nvPr/>
        </p:nvSpPr>
        <p:spPr>
          <a:xfrm xmlns:a="http://schemas.openxmlformats.org/drawingml/2006/main">
            <a:off x="3867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1" name="source-grid-5-3">
            <a:extLst xmlns:a="http://schemas.openxmlformats.org/drawingml/2006/main">
              <a:ext uri="{FF2B5EF4-FFF2-40B4-BE49-F238E27FC236}">
                <a16:creationId xmlns:a16="http://schemas.microsoft.com/office/drawing/2014/main" id="{99A74AF8-CA4A-4BFD-BEFB-154D94667830}"/>
              </a:ext>
            </a:extLst>
          </p:cNvPr>
          <p:cNvSpPr>
            <a:spLocks xmlns:a="http://schemas.openxmlformats.org/drawingml/2006/main" noGrp="1"/>
          </p:cNvSpPr>
          <p:nvPr/>
        </p:nvSpPr>
        <p:spPr>
          <a:xfrm xmlns:a="http://schemas.openxmlformats.org/drawingml/2006/main">
            <a:off x="4057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2" name="source-grid-5-4">
            <a:extLst xmlns:a="http://schemas.openxmlformats.org/drawingml/2006/main">
              <a:ext uri="{FF2B5EF4-FFF2-40B4-BE49-F238E27FC236}">
                <a16:creationId xmlns:a16="http://schemas.microsoft.com/office/drawing/2014/main" id="{4975576D-5486-4F6F-BD9E-F310B74B94F6}"/>
              </a:ext>
            </a:extLst>
          </p:cNvPr>
          <p:cNvSpPr>
            <a:spLocks xmlns:a="http://schemas.openxmlformats.org/drawingml/2006/main" noGrp="1"/>
          </p:cNvSpPr>
          <p:nvPr/>
        </p:nvSpPr>
        <p:spPr>
          <a:xfrm xmlns:a="http://schemas.openxmlformats.org/drawingml/2006/main">
            <a:off x="42481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3" name="source-grid-5-5">
            <a:extLst xmlns:a="http://schemas.openxmlformats.org/drawingml/2006/main">
              <a:ext uri="{FF2B5EF4-FFF2-40B4-BE49-F238E27FC236}">
                <a16:creationId xmlns:a16="http://schemas.microsoft.com/office/drawing/2014/main" id="{61398FDD-A392-4843-8C53-84CEE856DFE8}"/>
              </a:ext>
            </a:extLst>
          </p:cNvPr>
          <p:cNvSpPr>
            <a:spLocks xmlns:a="http://schemas.openxmlformats.org/drawingml/2006/main" noGrp="1"/>
          </p:cNvSpPr>
          <p:nvPr/>
        </p:nvSpPr>
        <p:spPr>
          <a:xfrm xmlns:a="http://schemas.openxmlformats.org/drawingml/2006/main">
            <a:off x="4438650" y="2933700"/>
            <a:ext cx="190500" cy="19050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4" name="clip-dims">
            <a:extLst xmlns:a="http://schemas.openxmlformats.org/drawingml/2006/main">
              <a:ext uri="{FF2B5EF4-FFF2-40B4-BE49-F238E27FC236}">
                <a16:creationId xmlns:a16="http://schemas.microsoft.com/office/drawing/2014/main" id="{1A98943D-29E5-479E-8138-AE4C391B6115}"/>
              </a:ext>
            </a:extLst>
          </p:cNvPr>
          <p:cNvSpPr>
            <a:spLocks xmlns:a="http://schemas.openxmlformats.org/drawingml/2006/main" noGrp="1"/>
          </p:cNvSpPr>
          <p:nvPr/>
        </p:nvSpPr>
        <p:spPr>
          <a:xfrm xmlns:a="http://schemas.openxmlformats.org/drawingml/2006/main">
            <a:off x="3086100" y="3181350"/>
            <a:ext cx="2028825"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37 × 37</a:t>
            </a:r>
          </a:p>
        </p:txBody>
      </p:sp>
      <p:sp>
        <p:nvSpPr>
          <p:cNvPr id="65" name="bilinear-op">
            <a:extLst xmlns:a="http://schemas.openxmlformats.org/drawingml/2006/main">
              <a:ext uri="{FF2B5EF4-FFF2-40B4-BE49-F238E27FC236}">
                <a16:creationId xmlns:a16="http://schemas.microsoft.com/office/drawing/2014/main" id="{A1CB44B5-2203-4F72-B08A-85CD267D0373}"/>
              </a:ext>
            </a:extLst>
          </p:cNvPr>
          <p:cNvSpPr>
            <a:spLocks xmlns:a="http://schemas.openxmlformats.org/drawingml/2006/main" noGrp="1"/>
          </p:cNvSpPr>
          <p:nvPr/>
        </p:nvSpPr>
        <p:spPr>
          <a:xfrm xmlns:a="http://schemas.openxmlformats.org/drawingml/2006/main">
            <a:off x="5467350" y="2190750"/>
            <a:ext cx="1905000" cy="9620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Bilinear</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resizing</a:t>
            </a:r>
          </a:p>
        </p:txBody>
      </p:sp>
      <p:sp>
        <p:nvSpPr>
          <p:cNvPr id="66" name="aligned-grid-anchor">
            <a:extLst xmlns:a="http://schemas.openxmlformats.org/drawingml/2006/main">
              <a:ext uri="{FF2B5EF4-FFF2-40B4-BE49-F238E27FC236}">
                <a16:creationId xmlns:a16="http://schemas.microsoft.com/office/drawing/2014/main" id="{3B64F843-2208-46C8-B12F-CC411422290D}"/>
              </a:ext>
            </a:extLst>
          </p:cNvPr>
          <p:cNvSpPr>
            <a:spLocks xmlns:a="http://schemas.openxmlformats.org/drawingml/2006/main" noGrp="1"/>
          </p:cNvSpPr>
          <p:nvPr/>
        </p:nvSpPr>
        <p:spPr>
          <a:xfrm xmlns:a="http://schemas.openxmlformats.org/drawingml/2006/main">
            <a:off x="8201025" y="2000250"/>
            <a:ext cx="1238250" cy="990600"/>
          </a:xfrm>
          <a:prstGeom xmlns:a="http://schemas.openxmlformats.org/drawingml/2006/main" prst="rect">
            <a:avLst/>
          </a:prstGeom>
          <a:noFill xmlns:a="http://schemas.openxmlformats.org/drawingml/2006/main"/>
          <a:ln xmlns:a="http://schemas.openxmlformats.org/drawingml/2006/main" w="0">
            <a:noFill/>
          </a:ln>
        </p:spPr>
      </p:sp>
      <p:sp>
        <p:nvSpPr>
          <p:cNvPr id="67" name="aligned-grid-0-0">
            <a:extLst xmlns:a="http://schemas.openxmlformats.org/drawingml/2006/main">
              <a:ext uri="{FF2B5EF4-FFF2-40B4-BE49-F238E27FC236}">
                <a16:creationId xmlns:a16="http://schemas.microsoft.com/office/drawing/2014/main" id="{CFD10467-33DF-4C21-9DC9-74BC9874D613}"/>
              </a:ext>
            </a:extLst>
          </p:cNvPr>
          <p:cNvSpPr>
            <a:spLocks xmlns:a="http://schemas.openxmlformats.org/drawingml/2006/main" noGrp="1"/>
          </p:cNvSpPr>
          <p:nvPr/>
        </p:nvSpPr>
        <p:spPr>
          <a:xfrm xmlns:a="http://schemas.openxmlformats.org/drawingml/2006/main">
            <a:off x="82010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8" name="aligned-grid-0-1">
            <a:extLst xmlns:a="http://schemas.openxmlformats.org/drawingml/2006/main">
              <a:ext uri="{FF2B5EF4-FFF2-40B4-BE49-F238E27FC236}">
                <a16:creationId xmlns:a16="http://schemas.microsoft.com/office/drawing/2014/main" id="{276C34AD-CDF6-406E-BDC4-56E98628AFE5}"/>
              </a:ext>
            </a:extLst>
          </p:cNvPr>
          <p:cNvSpPr>
            <a:spLocks xmlns:a="http://schemas.openxmlformats.org/drawingml/2006/main" noGrp="1"/>
          </p:cNvSpPr>
          <p:nvPr/>
        </p:nvSpPr>
        <p:spPr>
          <a:xfrm xmlns:a="http://schemas.openxmlformats.org/drawingml/2006/main">
            <a:off x="844867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69" name="aligned-grid-0-2">
            <a:extLst xmlns:a="http://schemas.openxmlformats.org/drawingml/2006/main">
              <a:ext uri="{FF2B5EF4-FFF2-40B4-BE49-F238E27FC236}">
                <a16:creationId xmlns:a16="http://schemas.microsoft.com/office/drawing/2014/main" id="{A874C336-744A-41AD-86B0-DA89DAC99074}"/>
              </a:ext>
            </a:extLst>
          </p:cNvPr>
          <p:cNvSpPr>
            <a:spLocks xmlns:a="http://schemas.openxmlformats.org/drawingml/2006/main" noGrp="1"/>
          </p:cNvSpPr>
          <p:nvPr/>
        </p:nvSpPr>
        <p:spPr>
          <a:xfrm xmlns:a="http://schemas.openxmlformats.org/drawingml/2006/main">
            <a:off x="86963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0" name="aligned-grid-0-3">
            <a:extLst xmlns:a="http://schemas.openxmlformats.org/drawingml/2006/main">
              <a:ext uri="{FF2B5EF4-FFF2-40B4-BE49-F238E27FC236}">
                <a16:creationId xmlns:a16="http://schemas.microsoft.com/office/drawing/2014/main" id="{084017E6-4701-4696-9D9D-1767FBE555A6}"/>
              </a:ext>
            </a:extLst>
          </p:cNvPr>
          <p:cNvSpPr>
            <a:spLocks xmlns:a="http://schemas.openxmlformats.org/drawingml/2006/main" noGrp="1"/>
          </p:cNvSpPr>
          <p:nvPr/>
        </p:nvSpPr>
        <p:spPr>
          <a:xfrm xmlns:a="http://schemas.openxmlformats.org/drawingml/2006/main">
            <a:off x="894397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1" name="aligned-grid-0-4">
            <a:extLst xmlns:a="http://schemas.openxmlformats.org/drawingml/2006/main">
              <a:ext uri="{FF2B5EF4-FFF2-40B4-BE49-F238E27FC236}">
                <a16:creationId xmlns:a16="http://schemas.microsoft.com/office/drawing/2014/main" id="{FD351FD9-E02C-4F7F-9996-2594DB140DBA}"/>
              </a:ext>
            </a:extLst>
          </p:cNvPr>
          <p:cNvSpPr>
            <a:spLocks xmlns:a="http://schemas.openxmlformats.org/drawingml/2006/main" noGrp="1"/>
          </p:cNvSpPr>
          <p:nvPr/>
        </p:nvSpPr>
        <p:spPr>
          <a:xfrm xmlns:a="http://schemas.openxmlformats.org/drawingml/2006/main">
            <a:off x="9191625" y="20002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2" name="aligned-grid-1-0">
            <a:extLst xmlns:a="http://schemas.openxmlformats.org/drawingml/2006/main">
              <a:ext uri="{FF2B5EF4-FFF2-40B4-BE49-F238E27FC236}">
                <a16:creationId xmlns:a16="http://schemas.microsoft.com/office/drawing/2014/main" id="{1E1594CE-8525-46CB-85B6-F2C315ABD14A}"/>
              </a:ext>
            </a:extLst>
          </p:cNvPr>
          <p:cNvSpPr>
            <a:spLocks xmlns:a="http://schemas.openxmlformats.org/drawingml/2006/main" noGrp="1"/>
          </p:cNvSpPr>
          <p:nvPr/>
        </p:nvSpPr>
        <p:spPr>
          <a:xfrm xmlns:a="http://schemas.openxmlformats.org/drawingml/2006/main">
            <a:off x="820102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3" name="aligned-grid-1-1">
            <a:extLst xmlns:a="http://schemas.openxmlformats.org/drawingml/2006/main">
              <a:ext uri="{FF2B5EF4-FFF2-40B4-BE49-F238E27FC236}">
                <a16:creationId xmlns:a16="http://schemas.microsoft.com/office/drawing/2014/main" id="{AC4F7853-14AB-473D-834C-147D176C3423}"/>
              </a:ext>
            </a:extLst>
          </p:cNvPr>
          <p:cNvSpPr>
            <a:spLocks xmlns:a="http://schemas.openxmlformats.org/drawingml/2006/main" noGrp="1"/>
          </p:cNvSpPr>
          <p:nvPr/>
        </p:nvSpPr>
        <p:spPr>
          <a:xfrm xmlns:a="http://schemas.openxmlformats.org/drawingml/2006/main">
            <a:off x="844867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4" name="aligned-grid-1-2">
            <a:extLst xmlns:a="http://schemas.openxmlformats.org/drawingml/2006/main">
              <a:ext uri="{FF2B5EF4-FFF2-40B4-BE49-F238E27FC236}">
                <a16:creationId xmlns:a16="http://schemas.microsoft.com/office/drawing/2014/main" id="{7F9ECCD0-2413-4BDA-8487-A9A3E785F2A9}"/>
              </a:ext>
            </a:extLst>
          </p:cNvPr>
          <p:cNvSpPr>
            <a:spLocks xmlns:a="http://schemas.openxmlformats.org/drawingml/2006/main" noGrp="1"/>
          </p:cNvSpPr>
          <p:nvPr/>
        </p:nvSpPr>
        <p:spPr>
          <a:xfrm xmlns:a="http://schemas.openxmlformats.org/drawingml/2006/main">
            <a:off x="8696325" y="2247900"/>
            <a:ext cx="247650" cy="247650"/>
          </a:xfrm>
          <a:prstGeom xmlns:a="http://schemas.openxmlformats.org/drawingml/2006/main" prst="rect">
            <a:avLst/>
          </a:prstGeom>
          <a:solidFill xmlns:a="http://schemas.openxmlformats.org/drawingml/2006/main">
            <a:srgbClr val="AA8A3D"/>
          </a:solidFill>
          <a:ln xmlns:a="http://schemas.openxmlformats.org/drawingml/2006/main" w="8573">
            <a:solidFill>
              <a:srgbClr val="AA8A3D"/>
            </a:solidFill>
          </a:ln>
        </p:spPr>
      </p:sp>
      <p:sp>
        <p:nvSpPr>
          <p:cNvPr id="75" name="aligned-grid-1-3">
            <a:extLst xmlns:a="http://schemas.openxmlformats.org/drawingml/2006/main">
              <a:ext uri="{FF2B5EF4-FFF2-40B4-BE49-F238E27FC236}">
                <a16:creationId xmlns:a16="http://schemas.microsoft.com/office/drawing/2014/main" id="{FDE961A0-E6F6-4C47-A26C-81DE8554BF2A}"/>
              </a:ext>
            </a:extLst>
          </p:cNvPr>
          <p:cNvSpPr>
            <a:spLocks xmlns:a="http://schemas.openxmlformats.org/drawingml/2006/main" noGrp="1"/>
          </p:cNvSpPr>
          <p:nvPr/>
        </p:nvSpPr>
        <p:spPr>
          <a:xfrm xmlns:a="http://schemas.openxmlformats.org/drawingml/2006/main">
            <a:off x="894397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6" name="aligned-grid-1-4">
            <a:extLst xmlns:a="http://schemas.openxmlformats.org/drawingml/2006/main">
              <a:ext uri="{FF2B5EF4-FFF2-40B4-BE49-F238E27FC236}">
                <a16:creationId xmlns:a16="http://schemas.microsoft.com/office/drawing/2014/main" id="{97FC2128-C494-4E9B-BA3E-949B05A9D465}"/>
              </a:ext>
            </a:extLst>
          </p:cNvPr>
          <p:cNvSpPr>
            <a:spLocks xmlns:a="http://schemas.openxmlformats.org/drawingml/2006/main" noGrp="1"/>
          </p:cNvSpPr>
          <p:nvPr/>
        </p:nvSpPr>
        <p:spPr>
          <a:xfrm xmlns:a="http://schemas.openxmlformats.org/drawingml/2006/main">
            <a:off x="9191625" y="22479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7" name="aligned-grid-2-0">
            <a:extLst xmlns:a="http://schemas.openxmlformats.org/drawingml/2006/main">
              <a:ext uri="{FF2B5EF4-FFF2-40B4-BE49-F238E27FC236}">
                <a16:creationId xmlns:a16="http://schemas.microsoft.com/office/drawing/2014/main" id="{F1185D41-8681-4678-857B-520D9949B875}"/>
              </a:ext>
            </a:extLst>
          </p:cNvPr>
          <p:cNvSpPr>
            <a:spLocks xmlns:a="http://schemas.openxmlformats.org/drawingml/2006/main" noGrp="1"/>
          </p:cNvSpPr>
          <p:nvPr/>
        </p:nvSpPr>
        <p:spPr>
          <a:xfrm xmlns:a="http://schemas.openxmlformats.org/drawingml/2006/main">
            <a:off x="82010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8" name="aligned-grid-2-1">
            <a:extLst xmlns:a="http://schemas.openxmlformats.org/drawingml/2006/main">
              <a:ext uri="{FF2B5EF4-FFF2-40B4-BE49-F238E27FC236}">
                <a16:creationId xmlns:a16="http://schemas.microsoft.com/office/drawing/2014/main" id="{300E395D-8583-4235-B75F-B914437AD0A7}"/>
              </a:ext>
            </a:extLst>
          </p:cNvPr>
          <p:cNvSpPr>
            <a:spLocks xmlns:a="http://schemas.openxmlformats.org/drawingml/2006/main" noGrp="1"/>
          </p:cNvSpPr>
          <p:nvPr/>
        </p:nvSpPr>
        <p:spPr>
          <a:xfrm xmlns:a="http://schemas.openxmlformats.org/drawingml/2006/main">
            <a:off x="844867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79" name="aligned-grid-2-2">
            <a:extLst xmlns:a="http://schemas.openxmlformats.org/drawingml/2006/main">
              <a:ext uri="{FF2B5EF4-FFF2-40B4-BE49-F238E27FC236}">
                <a16:creationId xmlns:a16="http://schemas.microsoft.com/office/drawing/2014/main" id="{193E64F9-E3B3-4363-A4FF-0D9E787A8BEF}"/>
              </a:ext>
            </a:extLst>
          </p:cNvPr>
          <p:cNvSpPr>
            <a:spLocks xmlns:a="http://schemas.openxmlformats.org/drawingml/2006/main" noGrp="1"/>
          </p:cNvSpPr>
          <p:nvPr/>
        </p:nvSpPr>
        <p:spPr>
          <a:xfrm xmlns:a="http://schemas.openxmlformats.org/drawingml/2006/main">
            <a:off x="86963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0" name="aligned-grid-2-3">
            <a:extLst xmlns:a="http://schemas.openxmlformats.org/drawingml/2006/main">
              <a:ext uri="{FF2B5EF4-FFF2-40B4-BE49-F238E27FC236}">
                <a16:creationId xmlns:a16="http://schemas.microsoft.com/office/drawing/2014/main" id="{832077F3-F968-41A3-BC9E-AC707CDF61DB}"/>
              </a:ext>
            </a:extLst>
          </p:cNvPr>
          <p:cNvSpPr>
            <a:spLocks xmlns:a="http://schemas.openxmlformats.org/drawingml/2006/main" noGrp="1"/>
          </p:cNvSpPr>
          <p:nvPr/>
        </p:nvSpPr>
        <p:spPr>
          <a:xfrm xmlns:a="http://schemas.openxmlformats.org/drawingml/2006/main">
            <a:off x="894397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1" name="aligned-grid-2-4">
            <a:extLst xmlns:a="http://schemas.openxmlformats.org/drawingml/2006/main">
              <a:ext uri="{FF2B5EF4-FFF2-40B4-BE49-F238E27FC236}">
                <a16:creationId xmlns:a16="http://schemas.microsoft.com/office/drawing/2014/main" id="{FF436420-8FF6-49B2-A9C8-74E9100F6019}"/>
              </a:ext>
            </a:extLst>
          </p:cNvPr>
          <p:cNvSpPr>
            <a:spLocks xmlns:a="http://schemas.openxmlformats.org/drawingml/2006/main" noGrp="1"/>
          </p:cNvSpPr>
          <p:nvPr/>
        </p:nvSpPr>
        <p:spPr>
          <a:xfrm xmlns:a="http://schemas.openxmlformats.org/drawingml/2006/main">
            <a:off x="9191625" y="249555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2" name="aligned-grid-3-0">
            <a:extLst xmlns:a="http://schemas.openxmlformats.org/drawingml/2006/main">
              <a:ext uri="{FF2B5EF4-FFF2-40B4-BE49-F238E27FC236}">
                <a16:creationId xmlns:a16="http://schemas.microsoft.com/office/drawing/2014/main" id="{4A52681C-41D9-431F-B0CC-D78DB3EBF7D6}"/>
              </a:ext>
            </a:extLst>
          </p:cNvPr>
          <p:cNvSpPr>
            <a:spLocks xmlns:a="http://schemas.openxmlformats.org/drawingml/2006/main" noGrp="1"/>
          </p:cNvSpPr>
          <p:nvPr/>
        </p:nvSpPr>
        <p:spPr>
          <a:xfrm xmlns:a="http://schemas.openxmlformats.org/drawingml/2006/main">
            <a:off x="82010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3" name="aligned-grid-3-1">
            <a:extLst xmlns:a="http://schemas.openxmlformats.org/drawingml/2006/main">
              <a:ext uri="{FF2B5EF4-FFF2-40B4-BE49-F238E27FC236}">
                <a16:creationId xmlns:a16="http://schemas.microsoft.com/office/drawing/2014/main" id="{1C3E7A4B-17F5-4DC6-8F69-D1A839879350}"/>
              </a:ext>
            </a:extLst>
          </p:cNvPr>
          <p:cNvSpPr>
            <a:spLocks xmlns:a="http://schemas.openxmlformats.org/drawingml/2006/main" noGrp="1"/>
          </p:cNvSpPr>
          <p:nvPr/>
        </p:nvSpPr>
        <p:spPr>
          <a:xfrm xmlns:a="http://schemas.openxmlformats.org/drawingml/2006/main">
            <a:off x="844867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4" name="aligned-grid-3-2">
            <a:extLst xmlns:a="http://schemas.openxmlformats.org/drawingml/2006/main">
              <a:ext uri="{FF2B5EF4-FFF2-40B4-BE49-F238E27FC236}">
                <a16:creationId xmlns:a16="http://schemas.microsoft.com/office/drawing/2014/main" id="{1EB86DE7-7367-43BA-9538-655F8646EABA}"/>
              </a:ext>
            </a:extLst>
          </p:cNvPr>
          <p:cNvSpPr>
            <a:spLocks xmlns:a="http://schemas.openxmlformats.org/drawingml/2006/main" noGrp="1"/>
          </p:cNvSpPr>
          <p:nvPr/>
        </p:nvSpPr>
        <p:spPr>
          <a:xfrm xmlns:a="http://schemas.openxmlformats.org/drawingml/2006/main">
            <a:off x="86963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5" name="aligned-grid-3-3">
            <a:extLst xmlns:a="http://schemas.openxmlformats.org/drawingml/2006/main">
              <a:ext uri="{FF2B5EF4-FFF2-40B4-BE49-F238E27FC236}">
                <a16:creationId xmlns:a16="http://schemas.microsoft.com/office/drawing/2014/main" id="{AF5A23F7-BFB0-4496-914C-03DCA0C8F6A3}"/>
              </a:ext>
            </a:extLst>
          </p:cNvPr>
          <p:cNvSpPr>
            <a:spLocks xmlns:a="http://schemas.openxmlformats.org/drawingml/2006/main" noGrp="1"/>
          </p:cNvSpPr>
          <p:nvPr/>
        </p:nvSpPr>
        <p:spPr>
          <a:xfrm xmlns:a="http://schemas.openxmlformats.org/drawingml/2006/main">
            <a:off x="894397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sp>
        <p:nvSpPr>
          <p:cNvPr id="86" name="aligned-grid-3-4">
            <a:extLst xmlns:a="http://schemas.openxmlformats.org/drawingml/2006/main">
              <a:ext uri="{FF2B5EF4-FFF2-40B4-BE49-F238E27FC236}">
                <a16:creationId xmlns:a16="http://schemas.microsoft.com/office/drawing/2014/main" id="{139CD906-BFC1-4137-825F-7E6D36689937}"/>
              </a:ext>
            </a:extLst>
          </p:cNvPr>
          <p:cNvSpPr>
            <a:spLocks xmlns:a="http://schemas.openxmlformats.org/drawingml/2006/main" noGrp="1"/>
          </p:cNvSpPr>
          <p:nvPr/>
        </p:nvSpPr>
        <p:spPr>
          <a:xfrm xmlns:a="http://schemas.openxmlformats.org/drawingml/2006/main">
            <a:off x="9191625" y="2743200"/>
            <a:ext cx="247650" cy="247650"/>
          </a:xfrm>
          <a:prstGeom xmlns:a="http://schemas.openxmlformats.org/drawingml/2006/main" prst="rect">
            <a:avLst/>
          </a:prstGeom>
          <a:solidFill xmlns:a="http://schemas.openxmlformats.org/drawingml/2006/main">
            <a:srgbClr val="FFF0C9"/>
          </a:solidFill>
          <a:ln xmlns:a="http://schemas.openxmlformats.org/drawingml/2006/main" w="8573">
            <a:solidFill>
              <a:srgbClr val="AA8A3D"/>
            </a:solidFill>
          </a:ln>
        </p:spPr>
      </p:sp>
      <p:cxnSp>
        <p:nvCxnSpPr>
          <p:cNvPr id="243" name=""/>
          <p:cNvCxnSpPr>
            <a:stCxn xmlns:a="http://schemas.openxmlformats.org/drawingml/2006/main" id="27" idx="3"/>
            <a:endCxn xmlns:a="http://schemas.openxmlformats.org/drawingml/2006/main" id="65" idx="1"/>
          </p:cNvCxnSpPr>
          <p:nvPr/>
        </p:nvCxnSpPr>
        <p:spPr>
          <a:xfrm xmlns:a="http://schemas.openxmlformats.org/drawingml/2006/main">
            <a:off x="4629150" y="2552700"/>
            <a:ext cx="838200" cy="1190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44" name=""/>
          <p:cNvCxnSpPr>
            <a:stCxn xmlns:a="http://schemas.openxmlformats.org/drawingml/2006/main" id="65" idx="3"/>
            <a:endCxn xmlns:a="http://schemas.openxmlformats.org/drawingml/2006/main" id="66" idx="1"/>
          </p:cNvCxnSpPr>
          <p:nvPr/>
        </p:nvCxnSpPr>
        <p:spPr>
          <a:xfrm xmlns:a="http://schemas.openxmlformats.org/drawingml/2006/main" flipV="1">
            <a:off x="7372350" y="2495550"/>
            <a:ext cx="828675" cy="1762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89" name="alignment-option">
            <a:extLst xmlns:a="http://schemas.openxmlformats.org/drawingml/2006/main">
              <a:ext uri="{FF2B5EF4-FFF2-40B4-BE49-F238E27FC236}">
                <a16:creationId xmlns:a16="http://schemas.microsoft.com/office/drawing/2014/main" id="{1596266F-4306-44AE-8C3D-0313AF017B31}"/>
              </a:ext>
            </a:extLst>
          </p:cNvPr>
          <p:cNvSpPr>
            <a:spLocks xmlns:a="http://schemas.openxmlformats.org/drawingml/2006/main" noGrp="1"/>
          </p:cNvSpPr>
          <p:nvPr/>
        </p:nvSpPr>
        <p:spPr>
          <a:xfrm xmlns:a="http://schemas.openxmlformats.org/drawingml/2006/main">
            <a:off x="5010150" y="3371850"/>
            <a:ext cx="29432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950" b="0">
                <a:solidFill>
                  <a:srgbClr val="52606B"/>
                </a:solidFill>
                <a:latin typeface="Arial"/>
                <a:ea typeface="Arial"/>
                <a:cs typeface="Arial"/>
              </a:defRPr>
            </a:pPr>
            <a:r>
              <a:rPr sz="1950" b="0">
                <a:solidFill>
                  <a:srgbClr val="52606B"/>
                </a:solidFill>
                <a:latin typeface="Arial"/>
                <a:ea typeface="Arial"/>
                <a:cs typeface="Arial"/>
              </a:rPr>
              <a:t>align_corners = False</a:t>
            </a:r>
          </a:p>
        </p:txBody>
      </p:sp>
      <p:sp>
        <p:nvSpPr>
          <p:cNvPr id="90" name="aligned-dims">
            <a:extLst xmlns:a="http://schemas.openxmlformats.org/drawingml/2006/main">
              <a:ext uri="{FF2B5EF4-FFF2-40B4-BE49-F238E27FC236}">
                <a16:creationId xmlns:a16="http://schemas.microsoft.com/office/drawing/2014/main" id="{FBD80076-C261-4973-88C2-837A3E3FB39A}"/>
              </a:ext>
            </a:extLst>
          </p:cNvPr>
          <p:cNvSpPr>
            <a:spLocks xmlns:a="http://schemas.openxmlformats.org/drawingml/2006/main" noGrp="1"/>
          </p:cNvSpPr>
          <p:nvPr/>
        </p:nvSpPr>
        <p:spPr>
          <a:xfrm xmlns:a="http://schemas.openxmlformats.org/drawingml/2006/main">
            <a:off x="7800975" y="3114675"/>
            <a:ext cx="2038350"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h</a:t>
            </a:r>
            <a:r>
              <a:rPr sz="1620" b="0" i="0" baseline="-25000">
                <a:latin typeface="Cambria"/>
                <a:ea typeface="Cambria"/>
                <a:cs typeface="Cambria"/>
              </a:rPr>
              <a:t>D</a:t>
            </a:r>
            <a:r>
              <a:rPr sz="2250">
                <a:latin typeface="Cambria"/>
                <a:ea typeface="Cambria"/>
                <a:cs typeface="Cambria"/>
              </a:rPr>
              <a:t> × </a:t>
            </a:r>
            <a:r>
              <a:rPr sz="2250" b="0" i="1">
                <a:latin typeface="Cambria"/>
                <a:ea typeface="Cambria"/>
                <a:cs typeface="Cambria"/>
              </a:rPr>
              <a:t>w</a:t>
            </a:r>
            <a:r>
              <a:rPr sz="1620" b="0" i="0" baseline="-25000">
                <a:latin typeface="Cambria"/>
                <a:ea typeface="Cambria"/>
                <a:cs typeface="Cambria"/>
              </a:rPr>
              <a:t>D</a:t>
            </a:r>
          </a:p>
        </p:txBody>
      </p:sp>
      <p:sp>
        <p:nvSpPr>
          <p:cNvPr id="91" name="junction-5">
            <a:extLst xmlns:a="http://schemas.openxmlformats.org/drawingml/2006/main">
              <a:ext uri="{FF2B5EF4-FFF2-40B4-BE49-F238E27FC236}">
                <a16:creationId xmlns:a16="http://schemas.microsoft.com/office/drawing/2014/main" id="{A0C2ED72-857F-4296-A279-24866F76F4F5}"/>
              </a:ext>
            </a:extLst>
          </p:cNvPr>
          <p:cNvSpPr>
            <a:spLocks xmlns:a="http://schemas.openxmlformats.org/drawingml/2006/main" noGrp="1"/>
          </p:cNvSpPr>
          <p:nvPr/>
        </p:nvSpPr>
        <p:spPr>
          <a:xfrm xmlns:a="http://schemas.openxmlformats.org/drawingml/2006/main">
            <a:off x="1933575" y="248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2" name="junction-6">
            <a:extLst xmlns:a="http://schemas.openxmlformats.org/drawingml/2006/main">
              <a:ext uri="{FF2B5EF4-FFF2-40B4-BE49-F238E27FC236}">
                <a16:creationId xmlns:a16="http://schemas.microsoft.com/office/drawing/2014/main" id="{2723D25C-EEA5-4677-ACC8-478D3D7901DF}"/>
              </a:ext>
            </a:extLst>
          </p:cNvPr>
          <p:cNvSpPr>
            <a:spLocks xmlns:a="http://schemas.openxmlformats.org/drawingml/2006/main" noGrp="1"/>
          </p:cNvSpPr>
          <p:nvPr/>
        </p:nvSpPr>
        <p:spPr>
          <a:xfrm xmlns:a="http://schemas.openxmlformats.org/drawingml/2006/main">
            <a:off x="2562225" y="24860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9" name=""/>
          <p:cNvCxnSpPr>
            <a:stCxn xmlns:a="http://schemas.openxmlformats.org/drawingml/2006/main" id="91" idx="3"/>
            <a:endCxn xmlns:a="http://schemas.openxmlformats.org/drawingml/2006/main" id="92" idx="1"/>
          </p:cNvCxnSpPr>
          <p:nvPr/>
        </p:nvCxnSpPr>
        <p:spPr>
          <a:xfrm xmlns:a="http://schemas.openxmlformats.org/drawingml/2006/main">
            <a:off x="1952625" y="2495550"/>
            <a:ext cx="609600" cy="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94" name="junction-7">
            <a:extLst xmlns:a="http://schemas.openxmlformats.org/drawingml/2006/main">
              <a:ext uri="{FF2B5EF4-FFF2-40B4-BE49-F238E27FC236}">
                <a16:creationId xmlns:a16="http://schemas.microsoft.com/office/drawing/2014/main" id="{E6E2A6BE-4E23-4056-8E60-55F751DF3FFA}"/>
              </a:ext>
            </a:extLst>
          </p:cNvPr>
          <p:cNvSpPr>
            <a:spLocks xmlns:a="http://schemas.openxmlformats.org/drawingml/2006/main" noGrp="1"/>
          </p:cNvSpPr>
          <p:nvPr/>
        </p:nvSpPr>
        <p:spPr>
          <a:xfrm xmlns:a="http://schemas.openxmlformats.org/drawingml/2006/main">
            <a:off x="2562225" y="248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5" name="junction-8">
            <a:extLst xmlns:a="http://schemas.openxmlformats.org/drawingml/2006/main">
              <a:ext uri="{FF2B5EF4-FFF2-40B4-BE49-F238E27FC236}">
                <a16:creationId xmlns:a16="http://schemas.microsoft.com/office/drawing/2014/main" id="{622B10DC-C10B-4716-81DA-A637252167D2}"/>
              </a:ext>
            </a:extLst>
          </p:cNvPr>
          <p:cNvSpPr>
            <a:spLocks xmlns:a="http://schemas.openxmlformats.org/drawingml/2006/main" noGrp="1"/>
          </p:cNvSpPr>
          <p:nvPr/>
        </p:nvSpPr>
        <p:spPr>
          <a:xfrm xmlns:a="http://schemas.openxmlformats.org/drawingml/2006/main">
            <a:off x="2562225" y="1323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2" name=""/>
          <p:cNvCxnSpPr>
            <a:stCxn xmlns:a="http://schemas.openxmlformats.org/drawingml/2006/main" id="94" idx="0"/>
            <a:endCxn xmlns:a="http://schemas.openxmlformats.org/drawingml/2006/main" id="95" idx="2"/>
          </p:cNvCxnSpPr>
          <p:nvPr/>
        </p:nvCxnSpPr>
        <p:spPr>
          <a:xfrm xmlns:a="http://schemas.openxmlformats.org/drawingml/2006/main" flipV="1">
            <a:off x="2571750" y="1343025"/>
            <a:ext cx="0" cy="114300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97" name="junction-9">
            <a:extLst xmlns:a="http://schemas.openxmlformats.org/drawingml/2006/main">
              <a:ext uri="{FF2B5EF4-FFF2-40B4-BE49-F238E27FC236}">
                <a16:creationId xmlns:a16="http://schemas.microsoft.com/office/drawing/2014/main" id="{799819CA-3C78-4FE0-9E80-ABFF3804A9C0}"/>
              </a:ext>
            </a:extLst>
          </p:cNvPr>
          <p:cNvSpPr>
            <a:spLocks xmlns:a="http://schemas.openxmlformats.org/drawingml/2006/main" noGrp="1"/>
          </p:cNvSpPr>
          <p:nvPr/>
        </p:nvSpPr>
        <p:spPr>
          <a:xfrm xmlns:a="http://schemas.openxmlformats.org/drawingml/2006/main">
            <a:off x="2562225" y="1323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98" name="junction-10">
            <a:extLst xmlns:a="http://schemas.openxmlformats.org/drawingml/2006/main">
              <a:ext uri="{FF2B5EF4-FFF2-40B4-BE49-F238E27FC236}">
                <a16:creationId xmlns:a16="http://schemas.microsoft.com/office/drawing/2014/main" id="{108C85FF-2F28-4328-A4FB-FC418E1CC10F}"/>
              </a:ext>
            </a:extLst>
          </p:cNvPr>
          <p:cNvSpPr>
            <a:spLocks xmlns:a="http://schemas.openxmlformats.org/drawingml/2006/main" noGrp="1"/>
          </p:cNvSpPr>
          <p:nvPr/>
        </p:nvSpPr>
        <p:spPr>
          <a:xfrm xmlns:a="http://schemas.openxmlformats.org/drawingml/2006/main">
            <a:off x="6648450" y="13239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5" name=""/>
          <p:cNvCxnSpPr>
            <a:stCxn xmlns:a="http://schemas.openxmlformats.org/drawingml/2006/main" id="97" idx="3"/>
            <a:endCxn xmlns:a="http://schemas.openxmlformats.org/drawingml/2006/main" id="98" idx="1"/>
          </p:cNvCxnSpPr>
          <p:nvPr/>
        </p:nvCxnSpPr>
        <p:spPr>
          <a:xfrm xmlns:a="http://schemas.openxmlformats.org/drawingml/2006/main">
            <a:off x="2581275" y="1333500"/>
            <a:ext cx="4067175" cy="0"/>
          </a:xfrm>
          <a:prstGeom xmlns:a="http://schemas.openxmlformats.org/drawingml/2006/main" prst="straightConnector1">
            <a:avLst/>
          </a:prstGeom>
          <a:ln xmlns:a="http://schemas.openxmlformats.org/drawingml/2006/main" w="16193">
            <a:solidFill>
              <a:srgbClr val="52606B"/>
            </a:solidFill>
            <a:prstDash val="dash"/>
            <a:tailEnd type="none" w="med" len="med"/>
          </a:ln>
        </p:spPr>
      </p:cxnSp>
      <p:sp>
        <p:nvSpPr>
          <p:cNvPr id="100" name="junction-11">
            <a:extLst xmlns:a="http://schemas.openxmlformats.org/drawingml/2006/main">
              <a:ext uri="{FF2B5EF4-FFF2-40B4-BE49-F238E27FC236}">
                <a16:creationId xmlns:a16="http://schemas.microsoft.com/office/drawing/2014/main" id="{3994F2E3-F4DA-4A96-8A31-CCA472032265}"/>
              </a:ext>
            </a:extLst>
          </p:cNvPr>
          <p:cNvSpPr>
            <a:spLocks xmlns:a="http://schemas.openxmlformats.org/drawingml/2006/main" noGrp="1"/>
          </p:cNvSpPr>
          <p:nvPr/>
        </p:nvSpPr>
        <p:spPr>
          <a:xfrm xmlns:a="http://schemas.openxmlformats.org/drawingml/2006/main">
            <a:off x="6648450" y="13239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01" name="junction-12">
            <a:extLst xmlns:a="http://schemas.openxmlformats.org/drawingml/2006/main">
              <a:ext uri="{FF2B5EF4-FFF2-40B4-BE49-F238E27FC236}">
                <a16:creationId xmlns:a16="http://schemas.microsoft.com/office/drawing/2014/main" id="{66CB7CE1-FE9D-427A-B9C6-3E72FEF2BAB2}"/>
              </a:ext>
            </a:extLst>
          </p:cNvPr>
          <p:cNvSpPr>
            <a:spLocks xmlns:a="http://schemas.openxmlformats.org/drawingml/2006/main" noGrp="1"/>
          </p:cNvSpPr>
          <p:nvPr/>
        </p:nvSpPr>
        <p:spPr>
          <a:xfrm xmlns:a="http://schemas.openxmlformats.org/drawingml/2006/main">
            <a:off x="6648450" y="21431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8" name=""/>
          <p:cNvCxnSpPr>
            <a:stCxn xmlns:a="http://schemas.openxmlformats.org/drawingml/2006/main" id="100" idx="2"/>
            <a:endCxn xmlns:a="http://schemas.openxmlformats.org/drawingml/2006/main" id="101" idx="0"/>
          </p:cNvCxnSpPr>
          <p:nvPr/>
        </p:nvCxnSpPr>
        <p:spPr>
          <a:xfrm xmlns:a="http://schemas.openxmlformats.org/drawingml/2006/main">
            <a:off x="6657975" y="1343025"/>
            <a:ext cx="0" cy="800100"/>
          </a:xfrm>
          <a:prstGeom xmlns:a="http://schemas.openxmlformats.org/drawingml/2006/main" prst="straightConnector1">
            <a:avLst/>
          </a:prstGeom>
          <a:ln xmlns:a="http://schemas.openxmlformats.org/drawingml/2006/main" w="16193">
            <a:solidFill>
              <a:srgbClr val="52606B"/>
            </a:solidFill>
            <a:prstDash val="dash"/>
            <a:tailEnd type="triangle" w="med" len="med"/>
          </a:ln>
        </p:spPr>
      </p:cxnSp>
      <p:sp>
        <p:nvSpPr>
          <p:cNvPr id="103" name="target-size-note">
            <a:extLst xmlns:a="http://schemas.openxmlformats.org/drawingml/2006/main">
              <a:ext uri="{FF2B5EF4-FFF2-40B4-BE49-F238E27FC236}">
                <a16:creationId xmlns:a16="http://schemas.microsoft.com/office/drawing/2014/main" id="{A13273C9-9437-4819-BC9F-0FCE67EFE977}"/>
              </a:ext>
            </a:extLst>
          </p:cNvPr>
          <p:cNvSpPr>
            <a:spLocks xmlns:a="http://schemas.openxmlformats.org/drawingml/2006/main" noGrp="1"/>
          </p:cNvSpPr>
          <p:nvPr/>
        </p:nvSpPr>
        <p:spPr>
          <a:xfrm xmlns:a="http://schemas.openxmlformats.org/drawingml/2006/main">
            <a:off x="4200525" y="933450"/>
            <a:ext cx="1971675"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52606B"/>
                </a:solidFill>
                <a:latin typeface="Arial"/>
                <a:ea typeface="Arial"/>
                <a:cs typeface="Arial"/>
              </a:defRPr>
            </a:pPr>
            <a:r>
              <a:rPr sz="2025" b="0">
                <a:solidFill>
                  <a:srgbClr val="52606B"/>
                </a:solidFill>
                <a:latin typeface="Arial"/>
                <a:ea typeface="Arial"/>
                <a:cs typeface="Arial"/>
              </a:rPr>
              <a:t>target size</a:t>
            </a:r>
          </a:p>
        </p:txBody>
      </p:sp>
      <p:sp>
        <p:nvSpPr>
          <p:cNvPr id="104" name="aligned-position">
            <a:extLst xmlns:a="http://schemas.openxmlformats.org/drawingml/2006/main">
              <a:ext uri="{FF2B5EF4-FFF2-40B4-BE49-F238E27FC236}">
                <a16:creationId xmlns:a16="http://schemas.microsoft.com/office/drawing/2014/main" id="{AA7AAB43-7107-41CC-9C1C-49FAE8277E91}"/>
              </a:ext>
            </a:extLst>
          </p:cNvPr>
          <p:cNvSpPr>
            <a:spLocks xmlns:a="http://schemas.openxmlformats.org/drawingml/2006/main" noGrp="1"/>
          </p:cNvSpPr>
          <p:nvPr/>
        </p:nvSpPr>
        <p:spPr>
          <a:xfrm xmlns:a="http://schemas.openxmlformats.org/drawingml/2006/main">
            <a:off x="10334625" y="1943100"/>
            <a:ext cx="2476500" cy="9048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1">
                <a:solidFill>
                  <a:srgbClr val="202832"/>
                </a:solidFill>
                <a:latin typeface="Arial"/>
                <a:ea typeface="Arial"/>
                <a:cs typeface="Arial"/>
              </a:defRPr>
            </a:pPr>
            <a:r>
              <a:rPr sz="2325" b="1">
                <a:solidFill>
                  <a:srgbClr val="202832"/>
                </a:solidFill>
                <a:latin typeface="Arial"/>
                <a:ea typeface="Arial"/>
                <a:cs typeface="Arial"/>
              </a:rPr>
              <a:t>Aligned patch</a:t>
            </a:r>
          </a:p>
          <a:p xmlns:a="http://schemas.openxmlformats.org/drawingml/2006/main">
            <a:pPr algn="ctr">
              <a:defRPr sz="2325" b="1">
                <a:solidFill>
                  <a:srgbClr val="202832"/>
                </a:solidFill>
                <a:latin typeface="Arial"/>
                <a:ea typeface="Arial"/>
                <a:cs typeface="Arial"/>
              </a:defRPr>
            </a:pPr>
            <a:r>
              <a:rPr sz="2325" b="1">
                <a:solidFill>
                  <a:srgbClr val="202832"/>
                </a:solidFill>
                <a:latin typeface="Arial"/>
                <a:ea typeface="Arial"/>
                <a:cs typeface="Arial"/>
              </a:rPr>
              <a:t>positions</a:t>
            </a:r>
          </a:p>
        </p:txBody>
      </p:sp>
      <p:sp>
        <p:nvSpPr>
          <p:cNvPr id="105" name="same-lattice">
            <a:extLst xmlns:a="http://schemas.openxmlformats.org/drawingml/2006/main">
              <a:ext uri="{FF2B5EF4-FFF2-40B4-BE49-F238E27FC236}">
                <a16:creationId xmlns:a16="http://schemas.microsoft.com/office/drawing/2014/main" id="{58540381-A491-4F54-9D09-03347478B93A}"/>
              </a:ext>
            </a:extLst>
          </p:cNvPr>
          <p:cNvSpPr>
            <a:spLocks xmlns:a="http://schemas.openxmlformats.org/drawingml/2006/main" noGrp="1"/>
          </p:cNvSpPr>
          <p:nvPr/>
        </p:nvSpPr>
        <p:spPr>
          <a:xfrm xmlns:a="http://schemas.openxmlformats.org/drawingml/2006/main">
            <a:off x="9810750" y="3009900"/>
            <a:ext cx="3171825" cy="400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Common DINO grid</a:t>
            </a:r>
          </a:p>
        </p:txBody>
      </p:sp>
      <p:sp>
        <p:nvSpPr>
          <p:cNvPr id="106" name="rule-13">
            <a:extLst xmlns:a="http://schemas.openxmlformats.org/drawingml/2006/main">
              <a:ext uri="{FF2B5EF4-FFF2-40B4-BE49-F238E27FC236}">
                <a16:creationId xmlns:a16="http://schemas.microsoft.com/office/drawing/2014/main" id="{F6FD2F0B-53BC-4CEB-A987-626F2A3032CC}"/>
              </a:ext>
            </a:extLst>
          </p:cNvPr>
          <p:cNvSpPr>
            <a:spLocks xmlns:a="http://schemas.openxmlformats.org/drawingml/2006/main" noGrp="1"/>
          </p:cNvSpPr>
          <p:nvPr/>
        </p:nvSpPr>
        <p:spPr>
          <a:xfrm xmlns:a="http://schemas.openxmlformats.org/drawingml/2006/main">
            <a:off x="342900" y="3933825"/>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107" name="fusion-heading">
            <a:extLst xmlns:a="http://schemas.openxmlformats.org/drawingml/2006/main">
              <a:ext uri="{FF2B5EF4-FFF2-40B4-BE49-F238E27FC236}">
                <a16:creationId xmlns:a16="http://schemas.microsoft.com/office/drawing/2014/main" id="{C3BF16E8-60A4-49CA-930F-F1CAB6A6E88E}"/>
              </a:ext>
            </a:extLst>
          </p:cNvPr>
          <p:cNvSpPr>
            <a:spLocks xmlns:a="http://schemas.openxmlformats.org/drawingml/2006/main" noGrp="1"/>
          </p:cNvSpPr>
          <p:nvPr/>
        </p:nvSpPr>
        <p:spPr>
          <a:xfrm xmlns:a="http://schemas.openxmlformats.org/drawingml/2006/main">
            <a:off x="342900" y="4171950"/>
            <a:ext cx="126301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Per-patch magnitude calibration and concatenation</a:t>
            </a:r>
          </a:p>
        </p:txBody>
      </p:sp>
      <p:sp>
        <p:nvSpPr>
          <p:cNvPr id="108" name="dino-vector-anchor">
            <a:extLst xmlns:a="http://schemas.openxmlformats.org/drawingml/2006/main">
              <a:ext uri="{FF2B5EF4-FFF2-40B4-BE49-F238E27FC236}">
                <a16:creationId xmlns:a16="http://schemas.microsoft.com/office/drawing/2014/main" id="{4EB3FB1A-F76A-483A-8BA4-630778FE4D3F}"/>
              </a:ext>
            </a:extLst>
          </p:cNvPr>
          <p:cNvSpPr>
            <a:spLocks xmlns:a="http://schemas.openxmlformats.org/drawingml/2006/main" noGrp="1"/>
          </p:cNvSpPr>
          <p:nvPr/>
        </p:nvSpPr>
        <p:spPr>
          <a:xfrm xmlns:a="http://schemas.openxmlformats.org/drawingml/2006/main">
            <a:off x="476250" y="5143500"/>
            <a:ext cx="1485900" cy="342900"/>
          </a:xfrm>
          <a:prstGeom xmlns:a="http://schemas.openxmlformats.org/drawingml/2006/main" prst="rect">
            <a:avLst/>
          </a:prstGeom>
          <a:noFill xmlns:a="http://schemas.openxmlformats.org/drawingml/2006/main"/>
          <a:ln xmlns:a="http://schemas.openxmlformats.org/drawingml/2006/main" w="14288">
            <a:noFill/>
          </a:ln>
        </p:spPr>
      </p:sp>
      <p:sp>
        <p:nvSpPr>
          <p:cNvPr id="109" name="dino-vector-0">
            <a:extLst xmlns:a="http://schemas.openxmlformats.org/drawingml/2006/main">
              <a:ext uri="{FF2B5EF4-FFF2-40B4-BE49-F238E27FC236}">
                <a16:creationId xmlns:a16="http://schemas.microsoft.com/office/drawing/2014/main" id="{4235B9A5-3DEE-40BB-84DE-A3639C718999}"/>
              </a:ext>
            </a:extLst>
          </p:cNvPr>
          <p:cNvSpPr>
            <a:spLocks xmlns:a="http://schemas.openxmlformats.org/drawingml/2006/main" noGrp="1"/>
          </p:cNvSpPr>
          <p:nvPr/>
        </p:nvSpPr>
        <p:spPr>
          <a:xfrm xmlns:a="http://schemas.openxmlformats.org/drawingml/2006/main">
            <a:off x="476250"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0" name="dino-vector-1">
            <a:extLst xmlns:a="http://schemas.openxmlformats.org/drawingml/2006/main">
              <a:ext uri="{FF2B5EF4-FFF2-40B4-BE49-F238E27FC236}">
                <a16:creationId xmlns:a16="http://schemas.microsoft.com/office/drawing/2014/main" id="{C11B381F-0A85-410C-B809-4E4CCA637C9D}"/>
              </a:ext>
            </a:extLst>
          </p:cNvPr>
          <p:cNvSpPr>
            <a:spLocks xmlns:a="http://schemas.openxmlformats.org/drawingml/2006/main" noGrp="1"/>
          </p:cNvSpPr>
          <p:nvPr/>
        </p:nvSpPr>
        <p:spPr>
          <a:xfrm xmlns:a="http://schemas.openxmlformats.org/drawingml/2006/main">
            <a:off x="661988"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1" name="dino-vector-2">
            <a:extLst xmlns:a="http://schemas.openxmlformats.org/drawingml/2006/main">
              <a:ext uri="{FF2B5EF4-FFF2-40B4-BE49-F238E27FC236}">
                <a16:creationId xmlns:a16="http://schemas.microsoft.com/office/drawing/2014/main" id="{A07D994B-4464-4063-8EBE-71CF9B16F509}"/>
              </a:ext>
            </a:extLst>
          </p:cNvPr>
          <p:cNvSpPr>
            <a:spLocks xmlns:a="http://schemas.openxmlformats.org/drawingml/2006/main" noGrp="1"/>
          </p:cNvSpPr>
          <p:nvPr/>
        </p:nvSpPr>
        <p:spPr>
          <a:xfrm xmlns:a="http://schemas.openxmlformats.org/drawingml/2006/main">
            <a:off x="847725"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2" name="dino-vector-3">
            <a:extLst xmlns:a="http://schemas.openxmlformats.org/drawingml/2006/main">
              <a:ext uri="{FF2B5EF4-FFF2-40B4-BE49-F238E27FC236}">
                <a16:creationId xmlns:a16="http://schemas.microsoft.com/office/drawing/2014/main" id="{23191512-D819-4C37-9CB2-2C1E72F5DE9A}"/>
              </a:ext>
            </a:extLst>
          </p:cNvPr>
          <p:cNvSpPr>
            <a:spLocks xmlns:a="http://schemas.openxmlformats.org/drawingml/2006/main" noGrp="1"/>
          </p:cNvSpPr>
          <p:nvPr/>
        </p:nvSpPr>
        <p:spPr>
          <a:xfrm xmlns:a="http://schemas.openxmlformats.org/drawingml/2006/main">
            <a:off x="1033463"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3" name="dino-vector-4">
            <a:extLst xmlns:a="http://schemas.openxmlformats.org/drawingml/2006/main">
              <a:ext uri="{FF2B5EF4-FFF2-40B4-BE49-F238E27FC236}">
                <a16:creationId xmlns:a16="http://schemas.microsoft.com/office/drawing/2014/main" id="{98676A8B-2D68-47F7-9D5D-AFC7065504CF}"/>
              </a:ext>
            </a:extLst>
          </p:cNvPr>
          <p:cNvSpPr>
            <a:spLocks xmlns:a="http://schemas.openxmlformats.org/drawingml/2006/main" noGrp="1"/>
          </p:cNvSpPr>
          <p:nvPr/>
        </p:nvSpPr>
        <p:spPr>
          <a:xfrm xmlns:a="http://schemas.openxmlformats.org/drawingml/2006/main">
            <a:off x="1219200"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4" name="dino-vector-5">
            <a:extLst xmlns:a="http://schemas.openxmlformats.org/drawingml/2006/main">
              <a:ext uri="{FF2B5EF4-FFF2-40B4-BE49-F238E27FC236}">
                <a16:creationId xmlns:a16="http://schemas.microsoft.com/office/drawing/2014/main" id="{DB047810-E6EC-4254-B2CF-4DEE5C13559B}"/>
              </a:ext>
            </a:extLst>
          </p:cNvPr>
          <p:cNvSpPr>
            <a:spLocks xmlns:a="http://schemas.openxmlformats.org/drawingml/2006/main" noGrp="1"/>
          </p:cNvSpPr>
          <p:nvPr/>
        </p:nvSpPr>
        <p:spPr>
          <a:xfrm xmlns:a="http://schemas.openxmlformats.org/drawingml/2006/main">
            <a:off x="1404938"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5" name="dino-vector-6">
            <a:extLst xmlns:a="http://schemas.openxmlformats.org/drawingml/2006/main">
              <a:ext uri="{FF2B5EF4-FFF2-40B4-BE49-F238E27FC236}">
                <a16:creationId xmlns:a16="http://schemas.microsoft.com/office/drawing/2014/main" id="{2FE101A9-DA03-4522-B5D1-257EC6258DF4}"/>
              </a:ext>
            </a:extLst>
          </p:cNvPr>
          <p:cNvSpPr>
            <a:spLocks xmlns:a="http://schemas.openxmlformats.org/drawingml/2006/main" noGrp="1"/>
          </p:cNvSpPr>
          <p:nvPr/>
        </p:nvSpPr>
        <p:spPr>
          <a:xfrm xmlns:a="http://schemas.openxmlformats.org/drawingml/2006/main">
            <a:off x="1590675"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6" name="dino-vector-7">
            <a:extLst xmlns:a="http://schemas.openxmlformats.org/drawingml/2006/main">
              <a:ext uri="{FF2B5EF4-FFF2-40B4-BE49-F238E27FC236}">
                <a16:creationId xmlns:a16="http://schemas.microsoft.com/office/drawing/2014/main" id="{656FBF93-31EE-435E-A424-6E5899692054}"/>
              </a:ext>
            </a:extLst>
          </p:cNvPr>
          <p:cNvSpPr>
            <a:spLocks xmlns:a="http://schemas.openxmlformats.org/drawingml/2006/main" noGrp="1"/>
          </p:cNvSpPr>
          <p:nvPr/>
        </p:nvSpPr>
        <p:spPr>
          <a:xfrm xmlns:a="http://schemas.openxmlformats.org/drawingml/2006/main">
            <a:off x="1776413" y="5143500"/>
            <a:ext cx="185738" cy="342900"/>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17" name="clip-vector-anchor">
            <a:extLst xmlns:a="http://schemas.openxmlformats.org/drawingml/2006/main">
              <a:ext uri="{FF2B5EF4-FFF2-40B4-BE49-F238E27FC236}">
                <a16:creationId xmlns:a16="http://schemas.microsoft.com/office/drawing/2014/main" id="{3CB45AFC-2667-4033-BEF7-E0EE48C9AC6E}"/>
              </a:ext>
            </a:extLst>
          </p:cNvPr>
          <p:cNvSpPr>
            <a:spLocks xmlns:a="http://schemas.openxmlformats.org/drawingml/2006/main" noGrp="1"/>
          </p:cNvSpPr>
          <p:nvPr/>
        </p:nvSpPr>
        <p:spPr>
          <a:xfrm xmlns:a="http://schemas.openxmlformats.org/drawingml/2006/main">
            <a:off x="476250" y="6038850"/>
            <a:ext cx="1485900" cy="342900"/>
          </a:xfrm>
          <a:prstGeom xmlns:a="http://schemas.openxmlformats.org/drawingml/2006/main" prst="rect">
            <a:avLst/>
          </a:prstGeom>
          <a:noFill xmlns:a="http://schemas.openxmlformats.org/drawingml/2006/main"/>
          <a:ln xmlns:a="http://schemas.openxmlformats.org/drawingml/2006/main" w="14288">
            <a:noFill/>
          </a:ln>
        </p:spPr>
      </p:sp>
      <p:sp>
        <p:nvSpPr>
          <p:cNvPr id="118" name="clip-vector-0">
            <a:extLst xmlns:a="http://schemas.openxmlformats.org/drawingml/2006/main">
              <a:ext uri="{FF2B5EF4-FFF2-40B4-BE49-F238E27FC236}">
                <a16:creationId xmlns:a16="http://schemas.microsoft.com/office/drawing/2014/main" id="{E05189CF-EF49-49CD-ACEE-9A89FEEC5C68}"/>
              </a:ext>
            </a:extLst>
          </p:cNvPr>
          <p:cNvSpPr>
            <a:spLocks xmlns:a="http://schemas.openxmlformats.org/drawingml/2006/main" noGrp="1"/>
          </p:cNvSpPr>
          <p:nvPr/>
        </p:nvSpPr>
        <p:spPr>
          <a:xfrm xmlns:a="http://schemas.openxmlformats.org/drawingml/2006/main">
            <a:off x="476250"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19" name="clip-vector-1">
            <a:extLst xmlns:a="http://schemas.openxmlformats.org/drawingml/2006/main">
              <a:ext uri="{FF2B5EF4-FFF2-40B4-BE49-F238E27FC236}">
                <a16:creationId xmlns:a16="http://schemas.microsoft.com/office/drawing/2014/main" id="{8B28D9E2-8CD5-48DA-B0AA-1ED9B6C8F10A}"/>
              </a:ext>
            </a:extLst>
          </p:cNvPr>
          <p:cNvSpPr>
            <a:spLocks xmlns:a="http://schemas.openxmlformats.org/drawingml/2006/main" noGrp="1"/>
          </p:cNvSpPr>
          <p:nvPr/>
        </p:nvSpPr>
        <p:spPr>
          <a:xfrm xmlns:a="http://schemas.openxmlformats.org/drawingml/2006/main">
            <a:off x="661988"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0" name="clip-vector-2">
            <a:extLst xmlns:a="http://schemas.openxmlformats.org/drawingml/2006/main">
              <a:ext uri="{FF2B5EF4-FFF2-40B4-BE49-F238E27FC236}">
                <a16:creationId xmlns:a16="http://schemas.microsoft.com/office/drawing/2014/main" id="{3E55FD19-8A0A-427F-9D1B-4F400D276855}"/>
              </a:ext>
            </a:extLst>
          </p:cNvPr>
          <p:cNvSpPr>
            <a:spLocks xmlns:a="http://schemas.openxmlformats.org/drawingml/2006/main" noGrp="1"/>
          </p:cNvSpPr>
          <p:nvPr/>
        </p:nvSpPr>
        <p:spPr>
          <a:xfrm xmlns:a="http://schemas.openxmlformats.org/drawingml/2006/main">
            <a:off x="847725"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1" name="clip-vector-3">
            <a:extLst xmlns:a="http://schemas.openxmlformats.org/drawingml/2006/main">
              <a:ext uri="{FF2B5EF4-FFF2-40B4-BE49-F238E27FC236}">
                <a16:creationId xmlns:a16="http://schemas.microsoft.com/office/drawing/2014/main" id="{3FABEC1C-599C-4A52-9471-31D10A61C218}"/>
              </a:ext>
            </a:extLst>
          </p:cNvPr>
          <p:cNvSpPr>
            <a:spLocks xmlns:a="http://schemas.openxmlformats.org/drawingml/2006/main" noGrp="1"/>
          </p:cNvSpPr>
          <p:nvPr/>
        </p:nvSpPr>
        <p:spPr>
          <a:xfrm xmlns:a="http://schemas.openxmlformats.org/drawingml/2006/main">
            <a:off x="1033463"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2" name="clip-vector-4">
            <a:extLst xmlns:a="http://schemas.openxmlformats.org/drawingml/2006/main">
              <a:ext uri="{FF2B5EF4-FFF2-40B4-BE49-F238E27FC236}">
                <a16:creationId xmlns:a16="http://schemas.microsoft.com/office/drawing/2014/main" id="{5424A220-C955-4DD7-B2E9-B9699B896A4B}"/>
              </a:ext>
            </a:extLst>
          </p:cNvPr>
          <p:cNvSpPr>
            <a:spLocks xmlns:a="http://schemas.openxmlformats.org/drawingml/2006/main" noGrp="1"/>
          </p:cNvSpPr>
          <p:nvPr/>
        </p:nvSpPr>
        <p:spPr>
          <a:xfrm xmlns:a="http://schemas.openxmlformats.org/drawingml/2006/main">
            <a:off x="1219200"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3" name="clip-vector-5">
            <a:extLst xmlns:a="http://schemas.openxmlformats.org/drawingml/2006/main">
              <a:ext uri="{FF2B5EF4-FFF2-40B4-BE49-F238E27FC236}">
                <a16:creationId xmlns:a16="http://schemas.microsoft.com/office/drawing/2014/main" id="{6811E293-791E-447B-B3CC-AEF291BC5C3D}"/>
              </a:ext>
            </a:extLst>
          </p:cNvPr>
          <p:cNvSpPr>
            <a:spLocks xmlns:a="http://schemas.openxmlformats.org/drawingml/2006/main" noGrp="1"/>
          </p:cNvSpPr>
          <p:nvPr/>
        </p:nvSpPr>
        <p:spPr>
          <a:xfrm xmlns:a="http://schemas.openxmlformats.org/drawingml/2006/main">
            <a:off x="1404938"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4" name="clip-vector-6">
            <a:extLst xmlns:a="http://schemas.openxmlformats.org/drawingml/2006/main">
              <a:ext uri="{FF2B5EF4-FFF2-40B4-BE49-F238E27FC236}">
                <a16:creationId xmlns:a16="http://schemas.microsoft.com/office/drawing/2014/main" id="{E4F429DF-8CCF-4531-BC9C-C08987CEB783}"/>
              </a:ext>
            </a:extLst>
          </p:cNvPr>
          <p:cNvSpPr>
            <a:spLocks xmlns:a="http://schemas.openxmlformats.org/drawingml/2006/main" noGrp="1"/>
          </p:cNvSpPr>
          <p:nvPr/>
        </p:nvSpPr>
        <p:spPr>
          <a:xfrm xmlns:a="http://schemas.openxmlformats.org/drawingml/2006/main">
            <a:off x="1590675"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5" name="clip-vector-7">
            <a:extLst xmlns:a="http://schemas.openxmlformats.org/drawingml/2006/main">
              <a:ext uri="{FF2B5EF4-FFF2-40B4-BE49-F238E27FC236}">
                <a16:creationId xmlns:a16="http://schemas.microsoft.com/office/drawing/2014/main" id="{9062588F-FC47-44F2-980E-15536B90845C}"/>
              </a:ext>
            </a:extLst>
          </p:cNvPr>
          <p:cNvSpPr>
            <a:spLocks xmlns:a="http://schemas.openxmlformats.org/drawingml/2006/main" noGrp="1"/>
          </p:cNvSpPr>
          <p:nvPr/>
        </p:nvSpPr>
        <p:spPr>
          <a:xfrm xmlns:a="http://schemas.openxmlformats.org/drawingml/2006/main">
            <a:off x="1776413" y="6038850"/>
            <a:ext cx="185738" cy="342900"/>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26" name="dino-vector-symbol">
            <a:extLst xmlns:a="http://schemas.openxmlformats.org/drawingml/2006/main">
              <a:ext uri="{FF2B5EF4-FFF2-40B4-BE49-F238E27FC236}">
                <a16:creationId xmlns:a16="http://schemas.microsoft.com/office/drawing/2014/main" id="{3023060A-E075-4F74-A84E-53D2180D2D4A}"/>
              </a:ext>
            </a:extLst>
          </p:cNvPr>
          <p:cNvSpPr>
            <a:spLocks xmlns:a="http://schemas.openxmlformats.org/drawingml/2006/main" noGrp="1"/>
          </p:cNvSpPr>
          <p:nvPr/>
        </p:nvSpPr>
        <p:spPr>
          <a:xfrm xmlns:a="http://schemas.openxmlformats.org/drawingml/2006/main">
            <a:off x="609600" y="4667250"/>
            <a:ext cx="115252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f</a:t>
            </a:r>
            <a:r>
              <a:rPr sz="1674" b="1" i="0" baseline="-25000">
                <a:latin typeface="Cambria"/>
                <a:ea typeface="Cambria"/>
                <a:cs typeface="Cambria"/>
              </a:rPr>
              <a:t>D,p</a:t>
            </a:r>
          </a:p>
        </p:txBody>
      </p:sp>
      <p:sp>
        <p:nvSpPr>
          <p:cNvPr id="127" name="clip-vector-symbol">
            <a:extLst xmlns:a="http://schemas.openxmlformats.org/drawingml/2006/main">
              <a:ext uri="{FF2B5EF4-FFF2-40B4-BE49-F238E27FC236}">
                <a16:creationId xmlns:a16="http://schemas.microsoft.com/office/drawing/2014/main" id="{FCEAF290-9701-434C-85BA-12FFF9C49ED8}"/>
              </a:ext>
            </a:extLst>
          </p:cNvPr>
          <p:cNvSpPr>
            <a:spLocks xmlns:a="http://schemas.openxmlformats.org/drawingml/2006/main" noGrp="1"/>
          </p:cNvSpPr>
          <p:nvPr/>
        </p:nvSpPr>
        <p:spPr>
          <a:xfrm xmlns:a="http://schemas.openxmlformats.org/drawingml/2006/main">
            <a:off x="228600" y="6477000"/>
            <a:ext cx="1990725" cy="4381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Cambria"/>
                <a:ea typeface="Cambria"/>
                <a:cs typeface="Cambria"/>
              </a:defRPr>
            </a:pPr>
            <a:r>
              <a:rPr sz="2175" b="1" i="1">
                <a:latin typeface="Cambria"/>
                <a:ea typeface="Cambria"/>
                <a:cs typeface="Cambria"/>
              </a:rPr>
              <a:t>f</a:t>
            </a:r>
            <a:r>
              <a:rPr sz="1566" b="1" i="0" baseline="-25000">
                <a:latin typeface="Cambria"/>
                <a:ea typeface="Cambria"/>
                <a:cs typeface="Cambria"/>
              </a:rPr>
              <a:t>C→D,p</a:t>
            </a:r>
          </a:p>
        </p:txBody>
      </p:sp>
      <p:sp>
        <p:nvSpPr>
          <p:cNvPr id="128" name="branch-norm-d">
            <a:extLst xmlns:a="http://schemas.openxmlformats.org/drawingml/2006/main">
              <a:ext uri="{FF2B5EF4-FFF2-40B4-BE49-F238E27FC236}">
                <a16:creationId xmlns:a16="http://schemas.microsoft.com/office/drawing/2014/main" id="{A4747B63-8E55-4490-89DB-E58D2B5395BC}"/>
              </a:ext>
            </a:extLst>
          </p:cNvPr>
          <p:cNvSpPr>
            <a:spLocks xmlns:a="http://schemas.openxmlformats.org/drawingml/2006/main" noGrp="1"/>
          </p:cNvSpPr>
          <p:nvPr/>
        </p:nvSpPr>
        <p:spPr>
          <a:xfrm xmlns:a="http://schemas.openxmlformats.org/drawingml/2006/main">
            <a:off x="2505075" y="4924425"/>
            <a:ext cx="1533525" cy="7334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ℓ₂ norm</a:t>
            </a:r>
          </a:p>
        </p:txBody>
      </p:sp>
      <p:sp>
        <p:nvSpPr>
          <p:cNvPr id="129" name="branch-norm-c">
            <a:extLst xmlns:a="http://schemas.openxmlformats.org/drawingml/2006/main">
              <a:ext uri="{FF2B5EF4-FFF2-40B4-BE49-F238E27FC236}">
                <a16:creationId xmlns:a16="http://schemas.microsoft.com/office/drawing/2014/main" id="{2B9C3140-7D87-4E03-BFF2-3D540A10D2BF}"/>
              </a:ext>
            </a:extLst>
          </p:cNvPr>
          <p:cNvSpPr>
            <a:spLocks xmlns:a="http://schemas.openxmlformats.org/drawingml/2006/main" noGrp="1"/>
          </p:cNvSpPr>
          <p:nvPr/>
        </p:nvSpPr>
        <p:spPr>
          <a:xfrm xmlns:a="http://schemas.openxmlformats.org/drawingml/2006/main">
            <a:off x="2505075" y="5800725"/>
            <a:ext cx="1533525" cy="73342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ℓ₂ norm</a:t>
            </a:r>
          </a:p>
        </p:txBody>
      </p:sp>
      <p:cxnSp>
        <p:nvCxnSpPr>
          <p:cNvPr id="286" name=""/>
          <p:cNvCxnSpPr>
            <a:stCxn xmlns:a="http://schemas.openxmlformats.org/drawingml/2006/main" id="108" idx="3"/>
            <a:endCxn xmlns:a="http://schemas.openxmlformats.org/drawingml/2006/main" id="128" idx="1"/>
          </p:cNvCxnSpPr>
          <p:nvPr/>
        </p:nvCxnSpPr>
        <p:spPr>
          <a:xfrm xmlns:a="http://schemas.openxmlformats.org/drawingml/2006/main" flipV="1">
            <a:off x="1962150" y="5291138"/>
            <a:ext cx="542925" cy="238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87" name=""/>
          <p:cNvCxnSpPr>
            <a:stCxn xmlns:a="http://schemas.openxmlformats.org/drawingml/2006/main" id="117" idx="3"/>
            <a:endCxn xmlns:a="http://schemas.openxmlformats.org/drawingml/2006/main" id="129" idx="1"/>
          </p:cNvCxnSpPr>
          <p:nvPr/>
        </p:nvCxnSpPr>
        <p:spPr>
          <a:xfrm xmlns:a="http://schemas.openxmlformats.org/drawingml/2006/main" flipV="1">
            <a:off x="1962150" y="6167438"/>
            <a:ext cx="542925" cy="428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32" name="scale-d">
            <a:extLst xmlns:a="http://schemas.openxmlformats.org/drawingml/2006/main">
              <a:ext uri="{FF2B5EF4-FFF2-40B4-BE49-F238E27FC236}">
                <a16:creationId xmlns:a16="http://schemas.microsoft.com/office/drawing/2014/main" id="{B5B71B76-0718-47B1-B259-3D7099DF4474}"/>
              </a:ext>
            </a:extLst>
          </p:cNvPr>
          <p:cNvSpPr>
            <a:spLocks xmlns:a="http://schemas.openxmlformats.org/drawingml/2006/main" noGrp="1"/>
          </p:cNvSpPr>
          <p:nvPr/>
        </p:nvSpPr>
        <p:spPr>
          <a:xfrm xmlns:a="http://schemas.openxmlformats.org/drawingml/2006/main">
            <a:off x="4619625" y="4924425"/>
            <a:ext cx="1200150" cy="7334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 0.5</a:t>
            </a:r>
          </a:p>
        </p:txBody>
      </p:sp>
      <p:sp>
        <p:nvSpPr>
          <p:cNvPr id="133" name="scale-c">
            <a:extLst xmlns:a="http://schemas.openxmlformats.org/drawingml/2006/main">
              <a:ext uri="{FF2B5EF4-FFF2-40B4-BE49-F238E27FC236}">
                <a16:creationId xmlns:a16="http://schemas.microsoft.com/office/drawing/2014/main" id="{55B73A04-66A1-4201-AE10-E72DD863FD58}"/>
              </a:ext>
            </a:extLst>
          </p:cNvPr>
          <p:cNvSpPr>
            <a:spLocks xmlns:a="http://schemas.openxmlformats.org/drawingml/2006/main" noGrp="1"/>
          </p:cNvSpPr>
          <p:nvPr/>
        </p:nvSpPr>
        <p:spPr>
          <a:xfrm xmlns:a="http://schemas.openxmlformats.org/drawingml/2006/main">
            <a:off x="4619625" y="5800725"/>
            <a:ext cx="1200150" cy="733425"/>
          </a:xfrm>
          <a:prstGeom xmlns:a="http://schemas.openxmlformats.org/drawingml/2006/main" prst="rect">
            <a:avLst/>
          </a:prstGeom>
          <a:solidFill xmlns:a="http://schemas.openxmlformats.org/drawingml/2006/main">
            <a:srgbClr val="FFF0C9"/>
          </a:solidFill>
          <a:ln xmlns:a="http://schemas.openxmlformats.org/drawingml/2006/main" w="14288">
            <a:solidFill>
              <a:srgbClr val="AA8A3D"/>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 0.5</a:t>
            </a:r>
          </a:p>
        </p:txBody>
      </p:sp>
      <p:cxnSp>
        <p:nvCxnSpPr>
          <p:cNvPr id="290" name=""/>
          <p:cNvCxnSpPr>
            <a:stCxn xmlns:a="http://schemas.openxmlformats.org/drawingml/2006/main" id="128" idx="3"/>
            <a:endCxn xmlns:a="http://schemas.openxmlformats.org/drawingml/2006/main" id="132" idx="1"/>
          </p:cNvCxnSpPr>
          <p:nvPr/>
        </p:nvCxnSpPr>
        <p:spPr>
          <a:xfrm xmlns:a="http://schemas.openxmlformats.org/drawingml/2006/main">
            <a:off x="4038600" y="5291138"/>
            <a:ext cx="5810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291" name=""/>
          <p:cNvCxnSpPr>
            <a:stCxn xmlns:a="http://schemas.openxmlformats.org/drawingml/2006/main" id="129" idx="3"/>
            <a:endCxn xmlns:a="http://schemas.openxmlformats.org/drawingml/2006/main" id="133" idx="1"/>
          </p:cNvCxnSpPr>
          <p:nvPr/>
        </p:nvCxnSpPr>
        <p:spPr>
          <a:xfrm xmlns:a="http://schemas.openxmlformats.org/drawingml/2006/main">
            <a:off x="4038600" y="6167438"/>
            <a:ext cx="581025"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36" name="normalized-dino">
            <a:extLst xmlns:a="http://schemas.openxmlformats.org/drawingml/2006/main">
              <a:ext uri="{FF2B5EF4-FFF2-40B4-BE49-F238E27FC236}">
                <a16:creationId xmlns:a16="http://schemas.microsoft.com/office/drawing/2014/main" id="{BD05AC60-401F-40C1-807D-13D234CCFC26}"/>
              </a:ext>
            </a:extLst>
          </p:cNvPr>
          <p:cNvSpPr>
            <a:spLocks xmlns:a="http://schemas.openxmlformats.org/drawingml/2006/main" noGrp="1"/>
          </p:cNvSpPr>
          <p:nvPr/>
        </p:nvSpPr>
        <p:spPr>
          <a:xfrm xmlns:a="http://schemas.openxmlformats.org/drawingml/2006/main">
            <a:off x="2905125" y="4572000"/>
            <a:ext cx="15240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1" i="1">
                <a:latin typeface="Cambria"/>
                <a:ea typeface="Cambria"/>
                <a:cs typeface="Cambria"/>
              </a:rPr>
              <a:t>g</a:t>
            </a:r>
            <a:r>
              <a:rPr sz="1458" b="1" i="0" baseline="-25000">
                <a:latin typeface="Cambria"/>
                <a:ea typeface="Cambria"/>
                <a:cs typeface="Cambria"/>
              </a:rPr>
              <a:t>D,p</a:t>
            </a:r>
          </a:p>
        </p:txBody>
      </p:sp>
      <p:sp>
        <p:nvSpPr>
          <p:cNvPr id="137" name="normalized-clip">
            <a:extLst xmlns:a="http://schemas.openxmlformats.org/drawingml/2006/main">
              <a:ext uri="{FF2B5EF4-FFF2-40B4-BE49-F238E27FC236}">
                <a16:creationId xmlns:a16="http://schemas.microsoft.com/office/drawing/2014/main" id="{E7496437-6B34-441D-BED1-777992AA4609}"/>
              </a:ext>
            </a:extLst>
          </p:cNvPr>
          <p:cNvSpPr>
            <a:spLocks xmlns:a="http://schemas.openxmlformats.org/drawingml/2006/main" noGrp="1"/>
          </p:cNvSpPr>
          <p:nvPr/>
        </p:nvSpPr>
        <p:spPr>
          <a:xfrm xmlns:a="http://schemas.openxmlformats.org/drawingml/2006/main">
            <a:off x="2905125" y="6562725"/>
            <a:ext cx="1524000" cy="3429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025" b="0">
                <a:solidFill>
                  <a:srgbClr val="202832"/>
                </a:solidFill>
                <a:latin typeface="Cambria"/>
                <a:ea typeface="Cambria"/>
                <a:cs typeface="Cambria"/>
              </a:defRPr>
            </a:pPr>
            <a:r>
              <a:rPr sz="2025" b="1" i="1">
                <a:latin typeface="Cambria"/>
                <a:ea typeface="Cambria"/>
                <a:cs typeface="Cambria"/>
              </a:rPr>
              <a:t>g</a:t>
            </a:r>
            <a:r>
              <a:rPr sz="1458" b="1" i="0" baseline="-25000">
                <a:latin typeface="Cambria"/>
                <a:ea typeface="Cambria"/>
                <a:cs typeface="Cambria"/>
              </a:rPr>
              <a:t>C,p</a:t>
            </a:r>
          </a:p>
        </p:txBody>
      </p:sp>
      <p:sp>
        <p:nvSpPr>
          <p:cNvPr id="138" name="concatenation">
            <a:extLst xmlns:a="http://schemas.openxmlformats.org/drawingml/2006/main">
              <a:ext uri="{FF2B5EF4-FFF2-40B4-BE49-F238E27FC236}">
                <a16:creationId xmlns:a16="http://schemas.microsoft.com/office/drawing/2014/main" id="{5771994F-D118-4848-9604-14E46785D848}"/>
              </a:ext>
            </a:extLst>
          </p:cNvPr>
          <p:cNvSpPr>
            <a:spLocks xmlns:a="http://schemas.openxmlformats.org/drawingml/2006/main" noGrp="1"/>
          </p:cNvSpPr>
          <p:nvPr/>
        </p:nvSpPr>
        <p:spPr>
          <a:xfrm xmlns:a="http://schemas.openxmlformats.org/drawingml/2006/main">
            <a:off x="6457950" y="5276850"/>
            <a:ext cx="2162175" cy="93345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Channel</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concatenation</a:t>
            </a:r>
          </a:p>
        </p:txBody>
      </p:sp>
      <p:cxnSp>
        <p:nvCxnSpPr>
          <p:cNvPr id="295" name=""/>
          <p:cNvCxnSpPr>
            <a:stCxn xmlns:a="http://schemas.openxmlformats.org/drawingml/2006/main" id="132" idx="3"/>
            <a:endCxn xmlns:a="http://schemas.openxmlformats.org/drawingml/2006/main" id="138" idx="1"/>
          </p:cNvCxnSpPr>
          <p:nvPr/>
        </p:nvCxnSpPr>
        <p:spPr>
          <a:xfrm xmlns:a="http://schemas.openxmlformats.org/drawingml/2006/main">
            <a:off x="5819775" y="5291138"/>
            <a:ext cx="638175" cy="45243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cxnSp>
        <p:nvCxnSpPr>
          <p:cNvPr id="296" name=""/>
          <p:cNvCxnSpPr>
            <a:stCxn xmlns:a="http://schemas.openxmlformats.org/drawingml/2006/main" id="133" idx="3"/>
            <a:endCxn xmlns:a="http://schemas.openxmlformats.org/drawingml/2006/main" id="138" idx="1"/>
          </p:cNvCxnSpPr>
          <p:nvPr/>
        </p:nvCxnSpPr>
        <p:spPr>
          <a:xfrm xmlns:a="http://schemas.openxmlformats.org/drawingml/2006/main" flipV="1">
            <a:off x="5819775" y="5743575"/>
            <a:ext cx="638175" cy="4238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41" name="joint-norm">
            <a:extLst xmlns:a="http://schemas.openxmlformats.org/drawingml/2006/main">
              <a:ext uri="{FF2B5EF4-FFF2-40B4-BE49-F238E27FC236}">
                <a16:creationId xmlns:a16="http://schemas.microsoft.com/office/drawing/2014/main" id="{C02E26BE-9291-4EEE-A7FE-13BEA5AA1EAF}"/>
              </a:ext>
            </a:extLst>
          </p:cNvPr>
          <p:cNvSpPr>
            <a:spLocks xmlns:a="http://schemas.openxmlformats.org/drawingml/2006/main" noGrp="1"/>
          </p:cNvSpPr>
          <p:nvPr/>
        </p:nvSpPr>
        <p:spPr>
          <a:xfrm xmlns:a="http://schemas.openxmlformats.org/drawingml/2006/main">
            <a:off x="9210675" y="5276850"/>
            <a:ext cx="1562100" cy="93345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Joint</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ℓ₂ norm</a:t>
            </a:r>
          </a:p>
        </p:txBody>
      </p:sp>
      <p:cxnSp>
        <p:nvCxnSpPr>
          <p:cNvPr id="298" name=""/>
          <p:cNvCxnSpPr>
            <a:stCxn xmlns:a="http://schemas.openxmlformats.org/drawingml/2006/main" id="138" idx="3"/>
            <a:endCxn xmlns:a="http://schemas.openxmlformats.org/drawingml/2006/main" id="141" idx="1"/>
          </p:cNvCxnSpPr>
          <p:nvPr/>
        </p:nvCxnSpPr>
        <p:spPr>
          <a:xfrm xmlns:a="http://schemas.openxmlformats.org/drawingml/2006/main">
            <a:off x="8620125" y="5743575"/>
            <a:ext cx="59055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43" name="fused-dino-half-anchor">
            <a:extLst xmlns:a="http://schemas.openxmlformats.org/drawingml/2006/main">
              <a:ext uri="{FF2B5EF4-FFF2-40B4-BE49-F238E27FC236}">
                <a16:creationId xmlns:a16="http://schemas.microsoft.com/office/drawing/2014/main" id="{58E12E0C-92FC-4C00-9166-02347D3F97AD}"/>
              </a:ext>
            </a:extLst>
          </p:cNvPr>
          <p:cNvSpPr>
            <a:spLocks xmlns:a="http://schemas.openxmlformats.org/drawingml/2006/main" noGrp="1"/>
          </p:cNvSpPr>
          <p:nvPr/>
        </p:nvSpPr>
        <p:spPr>
          <a:xfrm xmlns:a="http://schemas.openxmlformats.org/drawingml/2006/main">
            <a:off x="11344275" y="5372100"/>
            <a:ext cx="714375" cy="504825"/>
          </a:xfrm>
          <a:prstGeom xmlns:a="http://schemas.openxmlformats.org/drawingml/2006/main" prst="rect">
            <a:avLst/>
          </a:prstGeom>
          <a:noFill xmlns:a="http://schemas.openxmlformats.org/drawingml/2006/main"/>
          <a:ln xmlns:a="http://schemas.openxmlformats.org/drawingml/2006/main" w="14288">
            <a:noFill/>
          </a:ln>
        </p:spPr>
      </p:sp>
      <p:sp>
        <p:nvSpPr>
          <p:cNvPr id="144" name="fused-dino-half-0">
            <a:extLst xmlns:a="http://schemas.openxmlformats.org/drawingml/2006/main">
              <a:ext uri="{FF2B5EF4-FFF2-40B4-BE49-F238E27FC236}">
                <a16:creationId xmlns:a16="http://schemas.microsoft.com/office/drawing/2014/main" id="{E9213928-52E6-4D1A-9A66-479A3C06508E}"/>
              </a:ext>
            </a:extLst>
          </p:cNvPr>
          <p:cNvSpPr>
            <a:spLocks xmlns:a="http://schemas.openxmlformats.org/drawingml/2006/main" noGrp="1"/>
          </p:cNvSpPr>
          <p:nvPr/>
        </p:nvSpPr>
        <p:spPr>
          <a:xfrm xmlns:a="http://schemas.openxmlformats.org/drawingml/2006/main">
            <a:off x="11344275"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5" name="fused-dino-half-1">
            <a:extLst xmlns:a="http://schemas.openxmlformats.org/drawingml/2006/main">
              <a:ext uri="{FF2B5EF4-FFF2-40B4-BE49-F238E27FC236}">
                <a16:creationId xmlns:a16="http://schemas.microsoft.com/office/drawing/2014/main" id="{67B5E33C-D34B-4B41-89B2-AA726194E02F}"/>
              </a:ext>
            </a:extLst>
          </p:cNvPr>
          <p:cNvSpPr>
            <a:spLocks xmlns:a="http://schemas.openxmlformats.org/drawingml/2006/main" noGrp="1"/>
          </p:cNvSpPr>
          <p:nvPr/>
        </p:nvSpPr>
        <p:spPr>
          <a:xfrm xmlns:a="http://schemas.openxmlformats.org/drawingml/2006/main">
            <a:off x="11522869"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6" name="fused-dino-half-2">
            <a:extLst xmlns:a="http://schemas.openxmlformats.org/drawingml/2006/main">
              <a:ext uri="{FF2B5EF4-FFF2-40B4-BE49-F238E27FC236}">
                <a16:creationId xmlns:a16="http://schemas.microsoft.com/office/drawing/2014/main" id="{A694D9AF-5233-4855-82FA-CE2DEB9A9789}"/>
              </a:ext>
            </a:extLst>
          </p:cNvPr>
          <p:cNvSpPr>
            <a:spLocks xmlns:a="http://schemas.openxmlformats.org/drawingml/2006/main" noGrp="1"/>
          </p:cNvSpPr>
          <p:nvPr/>
        </p:nvSpPr>
        <p:spPr>
          <a:xfrm xmlns:a="http://schemas.openxmlformats.org/drawingml/2006/main">
            <a:off x="11701463"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7" name="fused-dino-half-3">
            <a:extLst xmlns:a="http://schemas.openxmlformats.org/drawingml/2006/main">
              <a:ext uri="{FF2B5EF4-FFF2-40B4-BE49-F238E27FC236}">
                <a16:creationId xmlns:a16="http://schemas.microsoft.com/office/drawing/2014/main" id="{BB1A1410-9C9E-49AE-99DB-30F39EE4ABD5}"/>
              </a:ext>
            </a:extLst>
          </p:cNvPr>
          <p:cNvSpPr>
            <a:spLocks xmlns:a="http://schemas.openxmlformats.org/drawingml/2006/main" noGrp="1"/>
          </p:cNvSpPr>
          <p:nvPr/>
        </p:nvSpPr>
        <p:spPr>
          <a:xfrm xmlns:a="http://schemas.openxmlformats.org/drawingml/2006/main">
            <a:off x="11880056" y="5372100"/>
            <a:ext cx="178594" cy="504825"/>
          </a:xfrm>
          <a:prstGeom xmlns:a="http://schemas.openxmlformats.org/drawingml/2006/main" prst="rect">
            <a:avLst/>
          </a:prstGeom>
          <a:solidFill xmlns:a="http://schemas.openxmlformats.org/drawingml/2006/main">
            <a:srgbClr val="DEEBF7"/>
          </a:solidFill>
          <a:ln xmlns:a="http://schemas.openxmlformats.org/drawingml/2006/main" w="7620">
            <a:solidFill>
              <a:srgbClr val="537C9E"/>
            </a:solidFill>
          </a:ln>
        </p:spPr>
      </p:sp>
      <p:sp>
        <p:nvSpPr>
          <p:cNvPr id="148" name="fused-clip-half-anchor">
            <a:extLst xmlns:a="http://schemas.openxmlformats.org/drawingml/2006/main">
              <a:ext uri="{FF2B5EF4-FFF2-40B4-BE49-F238E27FC236}">
                <a16:creationId xmlns:a16="http://schemas.microsoft.com/office/drawing/2014/main" id="{7E110B6E-5E85-4F64-99DF-BBC9929490E6}"/>
              </a:ext>
            </a:extLst>
          </p:cNvPr>
          <p:cNvSpPr>
            <a:spLocks xmlns:a="http://schemas.openxmlformats.org/drawingml/2006/main" noGrp="1"/>
          </p:cNvSpPr>
          <p:nvPr/>
        </p:nvSpPr>
        <p:spPr>
          <a:xfrm xmlns:a="http://schemas.openxmlformats.org/drawingml/2006/main">
            <a:off x="12058650" y="5372100"/>
            <a:ext cx="714375" cy="504825"/>
          </a:xfrm>
          <a:prstGeom xmlns:a="http://schemas.openxmlformats.org/drawingml/2006/main" prst="rect">
            <a:avLst/>
          </a:prstGeom>
          <a:noFill xmlns:a="http://schemas.openxmlformats.org/drawingml/2006/main"/>
          <a:ln xmlns:a="http://schemas.openxmlformats.org/drawingml/2006/main" w="14288">
            <a:noFill/>
          </a:ln>
        </p:spPr>
      </p:sp>
      <p:sp>
        <p:nvSpPr>
          <p:cNvPr id="149" name="fused-clip-half-0">
            <a:extLst xmlns:a="http://schemas.openxmlformats.org/drawingml/2006/main">
              <a:ext uri="{FF2B5EF4-FFF2-40B4-BE49-F238E27FC236}">
                <a16:creationId xmlns:a16="http://schemas.microsoft.com/office/drawing/2014/main" id="{3C05AE63-7C02-4BAA-9358-A3174FCD2F64}"/>
              </a:ext>
            </a:extLst>
          </p:cNvPr>
          <p:cNvSpPr>
            <a:spLocks xmlns:a="http://schemas.openxmlformats.org/drawingml/2006/main" noGrp="1"/>
          </p:cNvSpPr>
          <p:nvPr/>
        </p:nvSpPr>
        <p:spPr>
          <a:xfrm xmlns:a="http://schemas.openxmlformats.org/drawingml/2006/main">
            <a:off x="12058650"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0" name="fused-clip-half-1">
            <a:extLst xmlns:a="http://schemas.openxmlformats.org/drawingml/2006/main">
              <a:ext uri="{FF2B5EF4-FFF2-40B4-BE49-F238E27FC236}">
                <a16:creationId xmlns:a16="http://schemas.microsoft.com/office/drawing/2014/main" id="{3B58BEB3-C51F-4B7E-B828-A866A9A4CF30}"/>
              </a:ext>
            </a:extLst>
          </p:cNvPr>
          <p:cNvSpPr>
            <a:spLocks xmlns:a="http://schemas.openxmlformats.org/drawingml/2006/main" noGrp="1"/>
          </p:cNvSpPr>
          <p:nvPr/>
        </p:nvSpPr>
        <p:spPr>
          <a:xfrm xmlns:a="http://schemas.openxmlformats.org/drawingml/2006/main">
            <a:off x="12237244"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1" name="fused-clip-half-2">
            <a:extLst xmlns:a="http://schemas.openxmlformats.org/drawingml/2006/main">
              <a:ext uri="{FF2B5EF4-FFF2-40B4-BE49-F238E27FC236}">
                <a16:creationId xmlns:a16="http://schemas.microsoft.com/office/drawing/2014/main" id="{2840D6AC-E467-43B0-BFBA-5566C7CECAB3}"/>
              </a:ext>
            </a:extLst>
          </p:cNvPr>
          <p:cNvSpPr>
            <a:spLocks xmlns:a="http://schemas.openxmlformats.org/drawingml/2006/main" noGrp="1"/>
          </p:cNvSpPr>
          <p:nvPr/>
        </p:nvSpPr>
        <p:spPr>
          <a:xfrm xmlns:a="http://schemas.openxmlformats.org/drawingml/2006/main">
            <a:off x="12415838"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sp>
        <p:nvSpPr>
          <p:cNvPr id="152" name="fused-clip-half-3">
            <a:extLst xmlns:a="http://schemas.openxmlformats.org/drawingml/2006/main">
              <a:ext uri="{FF2B5EF4-FFF2-40B4-BE49-F238E27FC236}">
                <a16:creationId xmlns:a16="http://schemas.microsoft.com/office/drawing/2014/main" id="{9AD37EC1-A628-4CD5-8705-4FE51CFE94D1}"/>
              </a:ext>
            </a:extLst>
          </p:cNvPr>
          <p:cNvSpPr>
            <a:spLocks xmlns:a="http://schemas.openxmlformats.org/drawingml/2006/main" noGrp="1"/>
          </p:cNvSpPr>
          <p:nvPr/>
        </p:nvSpPr>
        <p:spPr>
          <a:xfrm xmlns:a="http://schemas.openxmlformats.org/drawingml/2006/main">
            <a:off x="12594431" y="5372100"/>
            <a:ext cx="178594" cy="504825"/>
          </a:xfrm>
          <a:prstGeom xmlns:a="http://schemas.openxmlformats.org/drawingml/2006/main" prst="rect">
            <a:avLst/>
          </a:prstGeom>
          <a:solidFill xmlns:a="http://schemas.openxmlformats.org/drawingml/2006/main">
            <a:srgbClr val="FFF0C9"/>
          </a:solidFill>
          <a:ln xmlns:a="http://schemas.openxmlformats.org/drawingml/2006/main" w="7620">
            <a:solidFill>
              <a:srgbClr val="AA8A3D"/>
            </a:solidFill>
          </a:ln>
        </p:spPr>
      </p:sp>
      <p:cxnSp>
        <p:nvCxnSpPr>
          <p:cNvPr id="309" name=""/>
          <p:cNvCxnSpPr>
            <a:stCxn xmlns:a="http://schemas.openxmlformats.org/drawingml/2006/main" id="141" idx="3"/>
            <a:endCxn xmlns:a="http://schemas.openxmlformats.org/drawingml/2006/main" id="143" idx="1"/>
          </p:cNvCxnSpPr>
          <p:nvPr/>
        </p:nvCxnSpPr>
        <p:spPr>
          <a:xfrm xmlns:a="http://schemas.openxmlformats.org/drawingml/2006/main" flipV="1">
            <a:off x="10772775" y="5624513"/>
            <a:ext cx="571500" cy="1190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54" name="fused-symbol">
            <a:extLst xmlns:a="http://schemas.openxmlformats.org/drawingml/2006/main">
              <a:ext uri="{FF2B5EF4-FFF2-40B4-BE49-F238E27FC236}">
                <a16:creationId xmlns:a16="http://schemas.microsoft.com/office/drawing/2014/main" id="{1B581F06-27F1-4A78-AF45-7E68BF85C283}"/>
              </a:ext>
            </a:extLst>
          </p:cNvPr>
          <p:cNvSpPr>
            <a:spLocks xmlns:a="http://schemas.openxmlformats.org/drawingml/2006/main" noGrp="1"/>
          </p:cNvSpPr>
          <p:nvPr/>
        </p:nvSpPr>
        <p:spPr>
          <a:xfrm xmlns:a="http://schemas.openxmlformats.org/drawingml/2006/main">
            <a:off x="11344275" y="4772025"/>
            <a:ext cx="1428750"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f</a:t>
            </a:r>
            <a:r>
              <a:rPr sz="1728" b="1" i="0" baseline="-25000">
                <a:latin typeface="Cambria"/>
                <a:ea typeface="Cambria"/>
                <a:cs typeface="Cambria"/>
              </a:rPr>
              <a:t>A,p</a:t>
            </a:r>
          </a:p>
        </p:txBody>
      </p:sp>
      <p:sp>
        <p:nvSpPr>
          <p:cNvPr id="155" name="fused-size">
            <a:extLst xmlns:a="http://schemas.openxmlformats.org/drawingml/2006/main">
              <a:ext uri="{FF2B5EF4-FFF2-40B4-BE49-F238E27FC236}">
                <a16:creationId xmlns:a16="http://schemas.microsoft.com/office/drawing/2014/main" id="{3F974A37-8569-425D-BCED-DED70C425964}"/>
              </a:ext>
            </a:extLst>
          </p:cNvPr>
          <p:cNvSpPr>
            <a:spLocks xmlns:a="http://schemas.openxmlformats.org/drawingml/2006/main" noGrp="1"/>
          </p:cNvSpPr>
          <p:nvPr/>
        </p:nvSpPr>
        <p:spPr>
          <a:xfrm xmlns:a="http://schemas.openxmlformats.org/drawingml/2006/main">
            <a:off x="11191875" y="6162675"/>
            <a:ext cx="178117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1">
                <a:solidFill>
                  <a:srgbClr val="202832"/>
                </a:solidFill>
                <a:latin typeface="Arial"/>
                <a:ea typeface="Arial"/>
                <a:cs typeface="Arial"/>
              </a:defRPr>
            </a:pPr>
            <a:r>
              <a:rPr sz="2250" b="1">
                <a:solidFill>
                  <a:srgbClr val="202832"/>
                </a:solidFill>
                <a:latin typeface="Arial"/>
                <a:ea typeface="Arial"/>
                <a:cs typeface="Arial"/>
              </a:rPr>
              <a:t>1536-D</a:t>
            </a:r>
          </a:p>
        </p:txBody>
      </p:sp>
      <p:sp>
        <p:nvSpPr>
          <p:cNvPr id="156" name="fusion-formula">
            <a:extLst xmlns:a="http://schemas.openxmlformats.org/drawingml/2006/main">
              <a:ext uri="{FF2B5EF4-FFF2-40B4-BE49-F238E27FC236}">
                <a16:creationId xmlns:a16="http://schemas.microsoft.com/office/drawing/2014/main" id="{E47D97AE-3861-47A0-AF47-B222EE49365F}"/>
              </a:ext>
            </a:extLst>
          </p:cNvPr>
          <p:cNvSpPr>
            <a:spLocks xmlns:a="http://schemas.openxmlformats.org/drawingml/2006/main" noGrp="1"/>
          </p:cNvSpPr>
          <p:nvPr/>
        </p:nvSpPr>
        <p:spPr>
          <a:xfrm xmlns:a="http://schemas.openxmlformats.org/drawingml/2006/main">
            <a:off x="2667000" y="7000875"/>
            <a:ext cx="8639175"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1" i="1">
                <a:latin typeface="Cambria"/>
                <a:ea typeface="Cambria"/>
                <a:cs typeface="Cambria"/>
              </a:rPr>
              <a:t>f</a:t>
            </a:r>
            <a:r>
              <a:rPr sz="1728" b="1" i="0" baseline="-25000">
                <a:latin typeface="Cambria"/>
                <a:ea typeface="Cambria"/>
                <a:cs typeface="Cambria"/>
              </a:rPr>
              <a:t>A,p</a:t>
            </a:r>
            <a:r>
              <a:rPr sz="2400">
                <a:latin typeface="Cambria"/>
                <a:ea typeface="Cambria"/>
                <a:cs typeface="Cambria"/>
              </a:rPr>
              <a:t> = Norm([0.5 </a:t>
            </a:r>
            <a:r>
              <a:rPr sz="2400" b="1" i="1">
                <a:latin typeface="Cambria"/>
                <a:ea typeface="Cambria"/>
                <a:cs typeface="Cambria"/>
              </a:rPr>
              <a:t>g</a:t>
            </a:r>
            <a:r>
              <a:rPr sz="1728" b="1" i="0" baseline="-25000">
                <a:latin typeface="Cambria"/>
                <a:ea typeface="Cambria"/>
                <a:cs typeface="Cambria"/>
              </a:rPr>
              <a:t>D,p</a:t>
            </a:r>
            <a:r>
              <a:rPr sz="2400">
                <a:latin typeface="Cambria"/>
                <a:ea typeface="Cambria"/>
                <a:cs typeface="Cambria"/>
              </a:rPr>
              <a:t>, 0.5 </a:t>
            </a:r>
            <a:r>
              <a:rPr sz="2400" b="1" i="1">
                <a:latin typeface="Cambria"/>
                <a:ea typeface="Cambria"/>
                <a:cs typeface="Cambria"/>
              </a:rPr>
              <a:t>g</a:t>
            </a:r>
            <a:r>
              <a:rPr sz="1728" b="1" i="0" baseline="-25000">
                <a:latin typeface="Cambria"/>
                <a:ea typeface="Cambria"/>
                <a:cs typeface="Cambria"/>
              </a:rPr>
              <a:t>C,p</a:t>
            </a:r>
            <a:r>
              <a:rPr sz="2400">
                <a:latin typeface="Cambria"/>
                <a:ea typeface="Cambria"/>
                <a:cs typeface="Cambria"/>
              </a:rPr>
              <a:t>])</a:t>
            </a:r>
          </a:p>
        </p:txBody>
      </p:sp>
    </p:spTree>
    <p:extLst>
      <p:ext uri="{BB962C8B-B14F-4D97-AF65-F5344CB8AC3E}">
        <p14:creationId xmlns:p14="http://schemas.microsoft.com/office/powerpoint/2010/main" val="20332622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 name="title">
            <a:extLst xmlns:a="http://schemas.openxmlformats.org/drawingml/2006/main">
              <a:ext uri="{FF2B5EF4-FFF2-40B4-BE49-F238E27FC236}">
                <a16:creationId xmlns:a16="http://schemas.microsoft.com/office/drawing/2014/main" id="{A75A480E-3A8F-4122-A36D-ADC24341B812}"/>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Normal memory and anomaly scoring</a:t>
            </a:r>
          </a:p>
        </p:txBody>
      </p:sp>
      <p:sp>
        <p:nvSpPr>
          <p:cNvPr id="2" name="build-heading">
            <a:extLst xmlns:a="http://schemas.openxmlformats.org/drawingml/2006/main">
              <a:ext uri="{FF2B5EF4-FFF2-40B4-BE49-F238E27FC236}">
                <a16:creationId xmlns:a16="http://schemas.microsoft.com/office/drawing/2014/main" id="{BC5A32DE-4DC1-4086-B8F0-0B2C9D0D4052}"/>
              </a:ext>
            </a:extLst>
          </p:cNvPr>
          <p:cNvSpPr>
            <a:spLocks xmlns:a="http://schemas.openxmlformats.org/drawingml/2006/main" noGrp="1"/>
          </p:cNvSpPr>
          <p:nvPr/>
        </p:nvSpPr>
        <p:spPr>
          <a:xfrm xmlns:a="http://schemas.openxmlformats.org/drawingml/2006/main">
            <a:off x="342900" y="866775"/>
            <a:ext cx="126396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(a) Category-specific memory construction</a:t>
            </a:r>
          </a:p>
        </p:txBody>
      </p:sp>
      <p:sp>
        <p:nvSpPr>
          <p:cNvPr id="3" name="support-patches">
            <a:extLst xmlns:a="http://schemas.openxmlformats.org/drawingml/2006/main">
              <a:ext uri="{FF2B5EF4-FFF2-40B4-BE49-F238E27FC236}">
                <a16:creationId xmlns:a16="http://schemas.microsoft.com/office/drawing/2014/main" id="{B96AF8F8-7B7F-42F6-B68A-4C66899F3AAE}"/>
              </a:ext>
            </a:extLst>
          </p:cNvPr>
          <p:cNvSpPr>
            <a:spLocks xmlns:a="http://schemas.openxmlformats.org/drawingml/2006/main" noGrp="1"/>
          </p:cNvSpPr>
          <p:nvPr/>
        </p:nvSpPr>
        <p:spPr>
          <a:xfrm xmlns:a="http://schemas.openxmlformats.org/drawingml/2006/main">
            <a:off x="381000" y="1724025"/>
            <a:ext cx="2914650" cy="121920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K normal support images</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 patches per image</a:t>
            </a:r>
          </a:p>
        </p:txBody>
      </p:sp>
      <p:sp>
        <p:nvSpPr>
          <p:cNvPr id="4" name="collect-descriptors">
            <a:extLst xmlns:a="http://schemas.openxmlformats.org/drawingml/2006/main">
              <a:ext uri="{FF2B5EF4-FFF2-40B4-BE49-F238E27FC236}">
                <a16:creationId xmlns:a16="http://schemas.microsoft.com/office/drawing/2014/main" id="{4206CA21-E28A-4F7A-A3C4-B4D897BF14D4}"/>
              </a:ext>
            </a:extLst>
          </p:cNvPr>
          <p:cNvSpPr>
            <a:spLocks xmlns:a="http://schemas.openxmlformats.org/drawingml/2006/main" noGrp="1"/>
          </p:cNvSpPr>
          <p:nvPr/>
        </p:nvSpPr>
        <p:spPr>
          <a:xfrm xmlns:a="http://schemas.openxmlformats.org/drawingml/2006/main">
            <a:off x="4038600" y="1724025"/>
            <a:ext cx="2609850" cy="1219200"/>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Collect fused</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 descriptors</a:t>
            </a:r>
          </a:p>
        </p:txBody>
      </p:sp>
      <p:sp>
        <p:nvSpPr>
          <p:cNvPr id="5" name="feature-memory">
            <a:extLst xmlns:a="http://schemas.openxmlformats.org/drawingml/2006/main">
              <a:ext uri="{FF2B5EF4-FFF2-40B4-BE49-F238E27FC236}">
                <a16:creationId xmlns:a16="http://schemas.microsoft.com/office/drawing/2014/main" id="{E6E895BC-82A4-4594-9622-234F92A95CA2}"/>
              </a:ext>
            </a:extLst>
          </p:cNvPr>
          <p:cNvSpPr>
            <a:spLocks xmlns:a="http://schemas.openxmlformats.org/drawingml/2006/main" noGrp="1"/>
          </p:cNvSpPr>
          <p:nvPr/>
        </p:nvSpPr>
        <p:spPr>
          <a:xfrm xmlns:a="http://schemas.openxmlformats.org/drawingml/2006/main">
            <a:off x="7477125" y="1628775"/>
            <a:ext cx="3429000" cy="1428750"/>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sp>
      <p:sp>
        <p:nvSpPr>
          <p:cNvPr id="6" name="bank-name">
            <a:extLst xmlns:a="http://schemas.openxmlformats.org/drawingml/2006/main">
              <a:ext uri="{FF2B5EF4-FFF2-40B4-BE49-F238E27FC236}">
                <a16:creationId xmlns:a16="http://schemas.microsoft.com/office/drawing/2014/main" id="{F118F109-8C36-40E2-8CB4-2834D165C036}"/>
              </a:ext>
            </a:extLst>
          </p:cNvPr>
          <p:cNvSpPr>
            <a:spLocks xmlns:a="http://schemas.openxmlformats.org/drawingml/2006/main" noGrp="1"/>
          </p:cNvSpPr>
          <p:nvPr/>
        </p:nvSpPr>
        <p:spPr>
          <a:xfrm xmlns:a="http://schemas.openxmlformats.org/drawingml/2006/main">
            <a:off x="7477125" y="1685925"/>
            <a:ext cx="3429000"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75" b="0">
                <a:solidFill>
                  <a:srgbClr val="202832"/>
                </a:solidFill>
                <a:latin typeface="Cambria"/>
                <a:ea typeface="Cambria"/>
                <a:cs typeface="Cambria"/>
              </a:defRPr>
            </a:pPr>
            <a:r>
              <a:rPr sz="2475" b="1" i="0">
                <a:latin typeface="Cambria"/>
                <a:ea typeface="Cambria"/>
                <a:cs typeface="Cambria"/>
              </a:rPr>
              <a:t>M</a:t>
            </a:r>
            <a:r>
              <a:rPr sz="1782" b="1" i="0" baseline="-25000">
                <a:latin typeface="Cambria"/>
                <a:ea typeface="Cambria"/>
                <a:cs typeface="Cambria"/>
              </a:rPr>
              <a:t>c</a:t>
            </a:r>
          </a:p>
        </p:txBody>
      </p:sp>
      <p:sp>
        <p:nvSpPr>
          <p:cNvPr id="7" name="bank-shape">
            <a:extLst xmlns:a="http://schemas.openxmlformats.org/drawingml/2006/main">
              <a:ext uri="{FF2B5EF4-FFF2-40B4-BE49-F238E27FC236}">
                <a16:creationId xmlns:a16="http://schemas.microsoft.com/office/drawing/2014/main" id="{93525079-FD0A-45C5-9943-4EFB4DF0C7D8}"/>
              </a:ext>
            </a:extLst>
          </p:cNvPr>
          <p:cNvSpPr>
            <a:spLocks xmlns:a="http://schemas.openxmlformats.org/drawingml/2006/main" noGrp="1"/>
          </p:cNvSpPr>
          <p:nvPr/>
        </p:nvSpPr>
        <p:spPr>
          <a:xfrm xmlns:a="http://schemas.openxmlformats.org/drawingml/2006/main">
            <a:off x="7581900" y="2143125"/>
            <a:ext cx="3219450" cy="7810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KP × 1536</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FAISS IndexFlatL2</a:t>
            </a:r>
          </a:p>
        </p:txBody>
      </p:sp>
      <p:cxnSp>
        <p:nvCxnSpPr>
          <p:cNvPr id="67" name=""/>
          <p:cNvCxnSpPr>
            <a:stCxn xmlns:a="http://schemas.openxmlformats.org/drawingml/2006/main" id="3" idx="3"/>
            <a:endCxn xmlns:a="http://schemas.openxmlformats.org/drawingml/2006/main" id="4" idx="1"/>
          </p:cNvCxnSpPr>
          <p:nvPr/>
        </p:nvCxnSpPr>
        <p:spPr>
          <a:xfrm xmlns:a="http://schemas.openxmlformats.org/drawingml/2006/main">
            <a:off x="3295650" y="2333625"/>
            <a:ext cx="74295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68" name=""/>
          <p:cNvCxnSpPr>
            <a:stCxn xmlns:a="http://schemas.openxmlformats.org/drawingml/2006/main" id="4" idx="3"/>
            <a:endCxn xmlns:a="http://schemas.openxmlformats.org/drawingml/2006/main" id="5" idx="1"/>
          </p:cNvCxnSpPr>
          <p:nvPr/>
        </p:nvCxnSpPr>
        <p:spPr>
          <a:xfrm xmlns:a="http://schemas.openxmlformats.org/drawingml/2006/main">
            <a:off x="6648450" y="2333625"/>
            <a:ext cx="828675" cy="9525"/>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10" name="immutable-memory">
            <a:extLst xmlns:a="http://schemas.openxmlformats.org/drawingml/2006/main">
              <a:ext uri="{FF2B5EF4-FFF2-40B4-BE49-F238E27FC236}">
                <a16:creationId xmlns:a16="http://schemas.microsoft.com/office/drawing/2014/main" id="{925F9190-8445-402C-92CA-C344AFA9A052}"/>
              </a:ext>
            </a:extLst>
          </p:cNvPr>
          <p:cNvSpPr>
            <a:spLocks xmlns:a="http://schemas.openxmlformats.org/drawingml/2006/main" noGrp="1"/>
          </p:cNvSpPr>
          <p:nvPr/>
        </p:nvSpPr>
        <p:spPr>
          <a:xfrm xmlns:a="http://schemas.openxmlformats.org/drawingml/2006/main">
            <a:off x="11191875" y="1819275"/>
            <a:ext cx="1762125" cy="933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Fixed after</a:t>
            </a:r>
          </a:p>
          <a:p xmlns:a="http://schemas.openxmlformats.org/drawingml/2006/main">
            <a:pPr algn="ctr">
              <a:defRPr sz="2175" b="1">
                <a:solidFill>
                  <a:srgbClr val="202832"/>
                </a:solidFill>
                <a:latin typeface="Arial"/>
                <a:ea typeface="Arial"/>
                <a:cs typeface="Arial"/>
              </a:defRPr>
            </a:pPr>
            <a:r>
              <a:rPr sz="2175" b="1">
                <a:solidFill>
                  <a:srgbClr val="202832"/>
                </a:solidFill>
                <a:latin typeface="Arial"/>
                <a:ea typeface="Arial"/>
                <a:cs typeface="Arial"/>
              </a:rPr>
              <a:t>construction</a:t>
            </a:r>
          </a:p>
        </p:txBody>
      </p:sp>
      <p:sp>
        <p:nvSpPr>
          <p:cNvPr id="11" name="rule-14">
            <a:extLst xmlns:a="http://schemas.openxmlformats.org/drawingml/2006/main">
              <a:ext uri="{FF2B5EF4-FFF2-40B4-BE49-F238E27FC236}">
                <a16:creationId xmlns:a16="http://schemas.microsoft.com/office/drawing/2014/main" id="{DDA456B9-D18D-4C21-BEF9-5F84338335FC}"/>
              </a:ext>
            </a:extLst>
          </p:cNvPr>
          <p:cNvSpPr>
            <a:spLocks xmlns:a="http://schemas.openxmlformats.org/drawingml/2006/main" noGrp="1"/>
          </p:cNvSpPr>
          <p:nvPr/>
        </p:nvSpPr>
        <p:spPr>
          <a:xfrm xmlns:a="http://schemas.openxmlformats.org/drawingml/2006/main">
            <a:off x="342900" y="365760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12" name="scoring-heading">
            <a:extLst xmlns:a="http://schemas.openxmlformats.org/drawingml/2006/main">
              <a:ext uri="{FF2B5EF4-FFF2-40B4-BE49-F238E27FC236}">
                <a16:creationId xmlns:a16="http://schemas.microsoft.com/office/drawing/2014/main" id="{A08B8CBD-C6A3-43B6-A5CB-25DC9E3821B0}"/>
              </a:ext>
            </a:extLst>
          </p:cNvPr>
          <p:cNvSpPr>
            <a:spLocks xmlns:a="http://schemas.openxmlformats.org/drawingml/2006/main" noGrp="1"/>
          </p:cNvSpPr>
          <p:nvPr/>
        </p:nvSpPr>
        <p:spPr>
          <a:xfrm xmlns:a="http://schemas.openxmlformats.org/drawingml/2006/main">
            <a:off x="342900" y="3867150"/>
            <a:ext cx="447675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75" b="1">
                <a:solidFill>
                  <a:srgbClr val="202832"/>
                </a:solidFill>
                <a:latin typeface="Arial"/>
                <a:ea typeface="Arial"/>
                <a:cs typeface="Arial"/>
              </a:defRPr>
            </a:pPr>
            <a:r>
              <a:rPr sz="2475" b="1">
                <a:solidFill>
                  <a:srgbClr val="202832"/>
                </a:solidFill>
                <a:latin typeface="Arial"/>
                <a:ea typeface="Arial"/>
                <a:cs typeface="Arial"/>
              </a:rPr>
              <a:t>(b) Query patch scoring</a:t>
            </a:r>
          </a:p>
        </p:txBody>
      </p:sp>
      <p:sp>
        <p:nvSpPr>
          <p:cNvPr id="13" name="query-patch">
            <a:extLst xmlns:a="http://schemas.openxmlformats.org/drawingml/2006/main">
              <a:ext uri="{FF2B5EF4-FFF2-40B4-BE49-F238E27FC236}">
                <a16:creationId xmlns:a16="http://schemas.microsoft.com/office/drawing/2014/main" id="{238555C1-0D6B-4880-9A83-39335F20FEB1}"/>
              </a:ext>
            </a:extLst>
          </p:cNvPr>
          <p:cNvSpPr>
            <a:spLocks xmlns:a="http://schemas.openxmlformats.org/drawingml/2006/main" noGrp="1"/>
          </p:cNvSpPr>
          <p:nvPr/>
        </p:nvSpPr>
        <p:spPr>
          <a:xfrm xmlns:a="http://schemas.openxmlformats.org/drawingml/2006/main">
            <a:off x="361950" y="4648200"/>
            <a:ext cx="2628900" cy="94297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Fused query</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patch descriptor</a:t>
            </a:r>
          </a:p>
        </p:txBody>
      </p:sp>
      <p:sp>
        <p:nvSpPr>
          <p:cNvPr id="14" name="qpatch-symbol">
            <a:extLst xmlns:a="http://schemas.openxmlformats.org/drawingml/2006/main">
              <a:ext uri="{FF2B5EF4-FFF2-40B4-BE49-F238E27FC236}">
                <a16:creationId xmlns:a16="http://schemas.microsoft.com/office/drawing/2014/main" id="{AC452007-30E9-448F-85B8-CE620735714C}"/>
              </a:ext>
            </a:extLst>
          </p:cNvPr>
          <p:cNvSpPr>
            <a:spLocks xmlns:a="http://schemas.openxmlformats.org/drawingml/2006/main" noGrp="1"/>
          </p:cNvSpPr>
          <p:nvPr/>
        </p:nvSpPr>
        <p:spPr>
          <a:xfrm xmlns:a="http://schemas.openxmlformats.org/drawingml/2006/main">
            <a:off x="552450" y="5600700"/>
            <a:ext cx="2238375"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f</a:t>
            </a:r>
            <a:r>
              <a:rPr sz="1674" b="1" i="0" baseline="-25000">
                <a:latin typeface="Cambria"/>
                <a:ea typeface="Cambria"/>
                <a:cs typeface="Cambria"/>
              </a:rPr>
              <a:t>A,p</a:t>
            </a:r>
            <a:r>
              <a:rPr sz="2325">
                <a:latin typeface="Cambria"/>
                <a:ea typeface="Cambria"/>
                <a:cs typeface="Cambria"/>
              </a:rPr>
              <a:t>(</a:t>
            </a:r>
            <a:r>
              <a:rPr sz="2325" b="1" i="1">
                <a:latin typeface="Cambria"/>
                <a:ea typeface="Cambria"/>
                <a:cs typeface="Cambria"/>
              </a:rPr>
              <a:t>x</a:t>
            </a:r>
            <a:r>
              <a:rPr sz="2325">
                <a:latin typeface="Cambria"/>
                <a:ea typeface="Cambria"/>
                <a:cs typeface="Cambria"/>
              </a:rPr>
              <a:t>)</a:t>
            </a:r>
          </a:p>
        </p:txBody>
      </p:sp>
      <p:sp>
        <p:nvSpPr>
          <p:cNvPr id="15" name="feature-search">
            <a:extLst xmlns:a="http://schemas.openxmlformats.org/drawingml/2006/main">
              <a:ext uri="{FF2B5EF4-FFF2-40B4-BE49-F238E27FC236}">
                <a16:creationId xmlns:a16="http://schemas.microsoft.com/office/drawing/2014/main" id="{D18391E0-AB24-475F-9D0C-2ACB2D98A40F}"/>
              </a:ext>
            </a:extLst>
          </p:cNvPr>
          <p:cNvSpPr>
            <a:spLocks xmlns:a="http://schemas.openxmlformats.org/drawingml/2006/main" noGrp="1"/>
          </p:cNvSpPr>
          <p:nvPr/>
        </p:nvSpPr>
        <p:spPr>
          <a:xfrm xmlns:a="http://schemas.openxmlformats.org/drawingml/2006/main">
            <a:off x="3714750" y="4648200"/>
            <a:ext cx="2819400" cy="94297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Exact nearest</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normal descriptor</a:t>
            </a:r>
          </a:p>
        </p:txBody>
      </p:sp>
      <p:cxnSp>
        <p:nvCxnSpPr>
          <p:cNvPr id="75" name=""/>
          <p:cNvCxnSpPr>
            <a:stCxn xmlns:a="http://schemas.openxmlformats.org/drawingml/2006/main" id="13" idx="3"/>
            <a:endCxn xmlns:a="http://schemas.openxmlformats.org/drawingml/2006/main" id="15" idx="1"/>
          </p:cNvCxnSpPr>
          <p:nvPr/>
        </p:nvCxnSpPr>
        <p:spPr>
          <a:xfrm xmlns:a="http://schemas.openxmlformats.org/drawingml/2006/main">
            <a:off x="2990850" y="5119688"/>
            <a:ext cx="7239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7" name="junction-15">
            <a:extLst xmlns:a="http://schemas.openxmlformats.org/drawingml/2006/main">
              <a:ext uri="{FF2B5EF4-FFF2-40B4-BE49-F238E27FC236}">
                <a16:creationId xmlns:a16="http://schemas.microsoft.com/office/drawing/2014/main" id="{C3DF4B53-64D8-4523-BB92-725B9330041F}"/>
              </a:ext>
            </a:extLst>
          </p:cNvPr>
          <p:cNvSpPr>
            <a:spLocks xmlns:a="http://schemas.openxmlformats.org/drawingml/2006/main" noGrp="1"/>
          </p:cNvSpPr>
          <p:nvPr/>
        </p:nvSpPr>
        <p:spPr>
          <a:xfrm xmlns:a="http://schemas.openxmlformats.org/drawingml/2006/main">
            <a:off x="9172575" y="30670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8" name="junction-16">
            <a:extLst xmlns:a="http://schemas.openxmlformats.org/drawingml/2006/main">
              <a:ext uri="{FF2B5EF4-FFF2-40B4-BE49-F238E27FC236}">
                <a16:creationId xmlns:a16="http://schemas.microsoft.com/office/drawing/2014/main" id="{71BFD1FF-9E28-4A09-A4EE-1DD714D8843D}"/>
              </a:ext>
            </a:extLst>
          </p:cNvPr>
          <p:cNvSpPr>
            <a:spLocks xmlns:a="http://schemas.openxmlformats.org/drawingml/2006/main" noGrp="1"/>
          </p:cNvSpPr>
          <p:nvPr/>
        </p:nvSpPr>
        <p:spPr>
          <a:xfrm xmlns:a="http://schemas.openxmlformats.org/drawingml/2006/main">
            <a:off x="9172575" y="3438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8" name=""/>
          <p:cNvCxnSpPr>
            <a:stCxn xmlns:a="http://schemas.openxmlformats.org/drawingml/2006/main" id="17" idx="2"/>
            <a:endCxn xmlns:a="http://schemas.openxmlformats.org/drawingml/2006/main" id="18" idx="0"/>
          </p:cNvCxnSpPr>
          <p:nvPr/>
        </p:nvCxnSpPr>
        <p:spPr>
          <a:xfrm xmlns:a="http://schemas.openxmlformats.org/drawingml/2006/main">
            <a:off x="9182100" y="3086100"/>
            <a:ext cx="0" cy="352425"/>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20" name="junction-17">
            <a:extLst xmlns:a="http://schemas.openxmlformats.org/drawingml/2006/main">
              <a:ext uri="{FF2B5EF4-FFF2-40B4-BE49-F238E27FC236}">
                <a16:creationId xmlns:a16="http://schemas.microsoft.com/office/drawing/2014/main" id="{1EFE9E51-D46F-4FFD-A561-607C6B416950}"/>
              </a:ext>
            </a:extLst>
          </p:cNvPr>
          <p:cNvSpPr>
            <a:spLocks xmlns:a="http://schemas.openxmlformats.org/drawingml/2006/main" noGrp="1"/>
          </p:cNvSpPr>
          <p:nvPr/>
        </p:nvSpPr>
        <p:spPr>
          <a:xfrm xmlns:a="http://schemas.openxmlformats.org/drawingml/2006/main">
            <a:off x="9172575" y="3438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junction-18">
            <a:extLst xmlns:a="http://schemas.openxmlformats.org/drawingml/2006/main">
              <a:ext uri="{FF2B5EF4-FFF2-40B4-BE49-F238E27FC236}">
                <a16:creationId xmlns:a16="http://schemas.microsoft.com/office/drawing/2014/main" id="{D75FA153-6B5A-4998-8A74-FF88546C4C43}"/>
              </a:ext>
            </a:extLst>
          </p:cNvPr>
          <p:cNvSpPr>
            <a:spLocks xmlns:a="http://schemas.openxmlformats.org/drawingml/2006/main" noGrp="1"/>
          </p:cNvSpPr>
          <p:nvPr/>
        </p:nvSpPr>
        <p:spPr>
          <a:xfrm xmlns:a="http://schemas.openxmlformats.org/drawingml/2006/main">
            <a:off x="5114925" y="34385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1" name=""/>
          <p:cNvCxnSpPr>
            <a:stCxn xmlns:a="http://schemas.openxmlformats.org/drawingml/2006/main" id="20" idx="1"/>
            <a:endCxn xmlns:a="http://schemas.openxmlformats.org/drawingml/2006/main" id="21" idx="3"/>
          </p:cNvCxnSpPr>
          <p:nvPr/>
        </p:nvCxnSpPr>
        <p:spPr>
          <a:xfrm xmlns:a="http://schemas.openxmlformats.org/drawingml/2006/main" flipH="1">
            <a:off x="5133975" y="3448050"/>
            <a:ext cx="4038600"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23" name="junction-19">
            <a:extLst xmlns:a="http://schemas.openxmlformats.org/drawingml/2006/main">
              <a:ext uri="{FF2B5EF4-FFF2-40B4-BE49-F238E27FC236}">
                <a16:creationId xmlns:a16="http://schemas.microsoft.com/office/drawing/2014/main" id="{1A7E1743-8C8F-4621-ADE4-6C19A9DA2D35}"/>
              </a:ext>
            </a:extLst>
          </p:cNvPr>
          <p:cNvSpPr>
            <a:spLocks xmlns:a="http://schemas.openxmlformats.org/drawingml/2006/main" noGrp="1"/>
          </p:cNvSpPr>
          <p:nvPr/>
        </p:nvSpPr>
        <p:spPr>
          <a:xfrm xmlns:a="http://schemas.openxmlformats.org/drawingml/2006/main">
            <a:off x="5114925" y="34385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4" name="junction-20">
            <a:extLst xmlns:a="http://schemas.openxmlformats.org/drawingml/2006/main">
              <a:ext uri="{FF2B5EF4-FFF2-40B4-BE49-F238E27FC236}">
                <a16:creationId xmlns:a16="http://schemas.microsoft.com/office/drawing/2014/main" id="{65ADA832-8C50-4DB2-AE32-8E1F87F4DA10}"/>
              </a:ext>
            </a:extLst>
          </p:cNvPr>
          <p:cNvSpPr>
            <a:spLocks xmlns:a="http://schemas.openxmlformats.org/drawingml/2006/main" noGrp="1"/>
          </p:cNvSpPr>
          <p:nvPr/>
        </p:nvSpPr>
        <p:spPr>
          <a:xfrm xmlns:a="http://schemas.openxmlformats.org/drawingml/2006/main">
            <a:off x="5114925" y="4610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23" idx="2"/>
            <a:endCxn xmlns:a="http://schemas.openxmlformats.org/drawingml/2006/main" id="24" idx="0"/>
          </p:cNvCxnSpPr>
          <p:nvPr/>
        </p:nvCxnSpPr>
        <p:spPr>
          <a:xfrm xmlns:a="http://schemas.openxmlformats.org/drawingml/2006/main">
            <a:off x="5124450" y="3457575"/>
            <a:ext cx="0" cy="115252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6" name="search-domain">
            <a:extLst xmlns:a="http://schemas.openxmlformats.org/drawingml/2006/main">
              <a:ext uri="{FF2B5EF4-FFF2-40B4-BE49-F238E27FC236}">
                <a16:creationId xmlns:a16="http://schemas.microsoft.com/office/drawing/2014/main" id="{5CC1C32D-2B8E-45FE-94CB-92B21E559B9C}"/>
              </a:ext>
            </a:extLst>
          </p:cNvPr>
          <p:cNvSpPr>
            <a:spLocks xmlns:a="http://schemas.openxmlformats.org/drawingml/2006/main" noGrp="1"/>
          </p:cNvSpPr>
          <p:nvPr/>
        </p:nvSpPr>
        <p:spPr>
          <a:xfrm xmlns:a="http://schemas.openxmlformats.org/drawingml/2006/main">
            <a:off x="3629025" y="5667375"/>
            <a:ext cx="3648075" cy="4286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Search all support locations</a:t>
            </a:r>
          </a:p>
        </p:txBody>
      </p:sp>
      <p:sp>
        <p:nvSpPr>
          <p:cNvPr id="27" name="patch-score-grid-anchor">
            <a:extLst xmlns:a="http://schemas.openxmlformats.org/drawingml/2006/main">
              <a:ext uri="{FF2B5EF4-FFF2-40B4-BE49-F238E27FC236}">
                <a16:creationId xmlns:a16="http://schemas.microsoft.com/office/drawing/2014/main" id="{80D02B17-56AA-4148-A207-2204ABCB6E5D}"/>
              </a:ext>
            </a:extLst>
          </p:cNvPr>
          <p:cNvSpPr>
            <a:spLocks xmlns:a="http://schemas.openxmlformats.org/drawingml/2006/main" noGrp="1"/>
          </p:cNvSpPr>
          <p:nvPr/>
        </p:nvSpPr>
        <p:spPr>
          <a:xfrm xmlns:a="http://schemas.openxmlformats.org/drawingml/2006/main">
            <a:off x="7229475" y="4743450"/>
            <a:ext cx="1095375" cy="876300"/>
          </a:xfrm>
          <a:prstGeom xmlns:a="http://schemas.openxmlformats.org/drawingml/2006/main" prst="rect">
            <a:avLst/>
          </a:prstGeom>
          <a:noFill xmlns:a="http://schemas.openxmlformats.org/drawingml/2006/main"/>
          <a:ln xmlns:a="http://schemas.openxmlformats.org/drawingml/2006/main" w="0">
            <a:noFill/>
          </a:ln>
        </p:spPr>
      </p:sp>
      <p:sp>
        <p:nvSpPr>
          <p:cNvPr id="28" name="patch-score-grid-0-0">
            <a:extLst xmlns:a="http://schemas.openxmlformats.org/drawingml/2006/main">
              <a:ext uri="{FF2B5EF4-FFF2-40B4-BE49-F238E27FC236}">
                <a16:creationId xmlns:a16="http://schemas.microsoft.com/office/drawing/2014/main" id="{70AFE6A3-7993-4E44-8A28-A876F078EE0C}"/>
              </a:ext>
            </a:extLst>
          </p:cNvPr>
          <p:cNvSpPr>
            <a:spLocks xmlns:a="http://schemas.openxmlformats.org/drawingml/2006/main" noGrp="1"/>
          </p:cNvSpPr>
          <p:nvPr/>
        </p:nvSpPr>
        <p:spPr>
          <a:xfrm xmlns:a="http://schemas.openxmlformats.org/drawingml/2006/main">
            <a:off x="722947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29" name="patch-score-grid-0-1">
            <a:extLst xmlns:a="http://schemas.openxmlformats.org/drawingml/2006/main">
              <a:ext uri="{FF2B5EF4-FFF2-40B4-BE49-F238E27FC236}">
                <a16:creationId xmlns:a16="http://schemas.microsoft.com/office/drawing/2014/main" id="{3AFA5122-B9B3-4E5E-9E99-5047B2280F26}"/>
              </a:ext>
            </a:extLst>
          </p:cNvPr>
          <p:cNvSpPr>
            <a:spLocks xmlns:a="http://schemas.openxmlformats.org/drawingml/2006/main" noGrp="1"/>
          </p:cNvSpPr>
          <p:nvPr/>
        </p:nvSpPr>
        <p:spPr>
          <a:xfrm xmlns:a="http://schemas.openxmlformats.org/drawingml/2006/main">
            <a:off x="7448550"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0" name="patch-score-grid-0-2">
            <a:extLst xmlns:a="http://schemas.openxmlformats.org/drawingml/2006/main">
              <a:ext uri="{FF2B5EF4-FFF2-40B4-BE49-F238E27FC236}">
                <a16:creationId xmlns:a16="http://schemas.microsoft.com/office/drawing/2014/main" id="{B6B689A1-DB9C-456D-A92C-1518B9411168}"/>
              </a:ext>
            </a:extLst>
          </p:cNvPr>
          <p:cNvSpPr>
            <a:spLocks xmlns:a="http://schemas.openxmlformats.org/drawingml/2006/main" noGrp="1"/>
          </p:cNvSpPr>
          <p:nvPr/>
        </p:nvSpPr>
        <p:spPr>
          <a:xfrm xmlns:a="http://schemas.openxmlformats.org/drawingml/2006/main">
            <a:off x="766762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1" name="patch-score-grid-0-3">
            <a:extLst xmlns:a="http://schemas.openxmlformats.org/drawingml/2006/main">
              <a:ext uri="{FF2B5EF4-FFF2-40B4-BE49-F238E27FC236}">
                <a16:creationId xmlns:a16="http://schemas.microsoft.com/office/drawing/2014/main" id="{9E94948A-1791-4EB1-A036-EFA932E3519D}"/>
              </a:ext>
            </a:extLst>
          </p:cNvPr>
          <p:cNvSpPr>
            <a:spLocks xmlns:a="http://schemas.openxmlformats.org/drawingml/2006/main" noGrp="1"/>
          </p:cNvSpPr>
          <p:nvPr/>
        </p:nvSpPr>
        <p:spPr>
          <a:xfrm xmlns:a="http://schemas.openxmlformats.org/drawingml/2006/main">
            <a:off x="7886700"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2" name="patch-score-grid-0-4">
            <a:extLst xmlns:a="http://schemas.openxmlformats.org/drawingml/2006/main">
              <a:ext uri="{FF2B5EF4-FFF2-40B4-BE49-F238E27FC236}">
                <a16:creationId xmlns:a16="http://schemas.microsoft.com/office/drawing/2014/main" id="{20AB97E0-3BF3-4F4A-9AFB-FE27E6C772AF}"/>
              </a:ext>
            </a:extLst>
          </p:cNvPr>
          <p:cNvSpPr>
            <a:spLocks xmlns:a="http://schemas.openxmlformats.org/drawingml/2006/main" noGrp="1"/>
          </p:cNvSpPr>
          <p:nvPr/>
        </p:nvSpPr>
        <p:spPr>
          <a:xfrm xmlns:a="http://schemas.openxmlformats.org/drawingml/2006/main">
            <a:off x="8105775" y="474345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3" name="patch-score-grid-1-0">
            <a:extLst xmlns:a="http://schemas.openxmlformats.org/drawingml/2006/main">
              <a:ext uri="{FF2B5EF4-FFF2-40B4-BE49-F238E27FC236}">
                <a16:creationId xmlns:a16="http://schemas.microsoft.com/office/drawing/2014/main" id="{0E38B5E4-CF98-4F27-91C1-C198AE9E60A6}"/>
              </a:ext>
            </a:extLst>
          </p:cNvPr>
          <p:cNvSpPr>
            <a:spLocks xmlns:a="http://schemas.openxmlformats.org/drawingml/2006/main" noGrp="1"/>
          </p:cNvSpPr>
          <p:nvPr/>
        </p:nvSpPr>
        <p:spPr>
          <a:xfrm xmlns:a="http://schemas.openxmlformats.org/drawingml/2006/main">
            <a:off x="7229475"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4" name="patch-score-grid-1-1">
            <a:extLst xmlns:a="http://schemas.openxmlformats.org/drawingml/2006/main">
              <a:ext uri="{FF2B5EF4-FFF2-40B4-BE49-F238E27FC236}">
                <a16:creationId xmlns:a16="http://schemas.microsoft.com/office/drawing/2014/main" id="{039E48AE-A422-4994-9E38-F3E30CD1E09C}"/>
              </a:ext>
            </a:extLst>
          </p:cNvPr>
          <p:cNvSpPr>
            <a:spLocks xmlns:a="http://schemas.openxmlformats.org/drawingml/2006/main" noGrp="1"/>
          </p:cNvSpPr>
          <p:nvPr/>
        </p:nvSpPr>
        <p:spPr>
          <a:xfrm xmlns:a="http://schemas.openxmlformats.org/drawingml/2006/main">
            <a:off x="7448550"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5" name="patch-score-grid-1-2">
            <a:extLst xmlns:a="http://schemas.openxmlformats.org/drawingml/2006/main">
              <a:ext uri="{FF2B5EF4-FFF2-40B4-BE49-F238E27FC236}">
                <a16:creationId xmlns:a16="http://schemas.microsoft.com/office/drawing/2014/main" id="{44E36983-8FE0-4E44-92E7-6ABD62170066}"/>
              </a:ext>
            </a:extLst>
          </p:cNvPr>
          <p:cNvSpPr>
            <a:spLocks xmlns:a="http://schemas.openxmlformats.org/drawingml/2006/main" noGrp="1"/>
          </p:cNvSpPr>
          <p:nvPr/>
        </p:nvSpPr>
        <p:spPr>
          <a:xfrm xmlns:a="http://schemas.openxmlformats.org/drawingml/2006/main">
            <a:off x="7667625" y="4962525"/>
            <a:ext cx="219075" cy="219075"/>
          </a:xfrm>
          <a:prstGeom xmlns:a="http://schemas.openxmlformats.org/drawingml/2006/main" prst="rect">
            <a:avLst/>
          </a:prstGeom>
          <a:solidFill xmlns:a="http://schemas.openxmlformats.org/drawingml/2006/main">
            <a:srgbClr val="548773"/>
          </a:solidFill>
          <a:ln xmlns:a="http://schemas.openxmlformats.org/drawingml/2006/main" w="8573">
            <a:solidFill>
              <a:srgbClr val="548773"/>
            </a:solidFill>
          </a:ln>
        </p:spPr>
      </p:sp>
      <p:sp>
        <p:nvSpPr>
          <p:cNvPr id="36" name="patch-score-grid-1-3">
            <a:extLst xmlns:a="http://schemas.openxmlformats.org/drawingml/2006/main">
              <a:ext uri="{FF2B5EF4-FFF2-40B4-BE49-F238E27FC236}">
                <a16:creationId xmlns:a16="http://schemas.microsoft.com/office/drawing/2014/main" id="{93518B1C-27F6-4BF8-ACBB-9D47DD179F70}"/>
              </a:ext>
            </a:extLst>
          </p:cNvPr>
          <p:cNvSpPr>
            <a:spLocks xmlns:a="http://schemas.openxmlformats.org/drawingml/2006/main" noGrp="1"/>
          </p:cNvSpPr>
          <p:nvPr/>
        </p:nvSpPr>
        <p:spPr>
          <a:xfrm xmlns:a="http://schemas.openxmlformats.org/drawingml/2006/main">
            <a:off x="7886700"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7" name="patch-score-grid-1-4">
            <a:extLst xmlns:a="http://schemas.openxmlformats.org/drawingml/2006/main">
              <a:ext uri="{FF2B5EF4-FFF2-40B4-BE49-F238E27FC236}">
                <a16:creationId xmlns:a16="http://schemas.microsoft.com/office/drawing/2014/main" id="{D3362E17-00FB-46F2-B7B1-05928EC5D1F6}"/>
              </a:ext>
            </a:extLst>
          </p:cNvPr>
          <p:cNvSpPr>
            <a:spLocks xmlns:a="http://schemas.openxmlformats.org/drawingml/2006/main" noGrp="1"/>
          </p:cNvSpPr>
          <p:nvPr/>
        </p:nvSpPr>
        <p:spPr>
          <a:xfrm xmlns:a="http://schemas.openxmlformats.org/drawingml/2006/main">
            <a:off x="8105775" y="496252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8" name="patch-score-grid-2-0">
            <a:extLst xmlns:a="http://schemas.openxmlformats.org/drawingml/2006/main">
              <a:ext uri="{FF2B5EF4-FFF2-40B4-BE49-F238E27FC236}">
                <a16:creationId xmlns:a16="http://schemas.microsoft.com/office/drawing/2014/main" id="{E8AE232D-C511-471F-8A38-E89638E96E86}"/>
              </a:ext>
            </a:extLst>
          </p:cNvPr>
          <p:cNvSpPr>
            <a:spLocks xmlns:a="http://schemas.openxmlformats.org/drawingml/2006/main" noGrp="1"/>
          </p:cNvSpPr>
          <p:nvPr/>
        </p:nvSpPr>
        <p:spPr>
          <a:xfrm xmlns:a="http://schemas.openxmlformats.org/drawingml/2006/main">
            <a:off x="722947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39" name="patch-score-grid-2-1">
            <a:extLst xmlns:a="http://schemas.openxmlformats.org/drawingml/2006/main">
              <a:ext uri="{FF2B5EF4-FFF2-40B4-BE49-F238E27FC236}">
                <a16:creationId xmlns:a16="http://schemas.microsoft.com/office/drawing/2014/main" id="{A6B1AF75-A970-41E6-85EB-0CA603616140}"/>
              </a:ext>
            </a:extLst>
          </p:cNvPr>
          <p:cNvSpPr>
            <a:spLocks xmlns:a="http://schemas.openxmlformats.org/drawingml/2006/main" noGrp="1"/>
          </p:cNvSpPr>
          <p:nvPr/>
        </p:nvSpPr>
        <p:spPr>
          <a:xfrm xmlns:a="http://schemas.openxmlformats.org/drawingml/2006/main">
            <a:off x="7448550"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0" name="patch-score-grid-2-2">
            <a:extLst xmlns:a="http://schemas.openxmlformats.org/drawingml/2006/main">
              <a:ext uri="{FF2B5EF4-FFF2-40B4-BE49-F238E27FC236}">
                <a16:creationId xmlns:a16="http://schemas.microsoft.com/office/drawing/2014/main" id="{D4F6987F-41B6-4406-976E-30EFF6C0EB5B}"/>
              </a:ext>
            </a:extLst>
          </p:cNvPr>
          <p:cNvSpPr>
            <a:spLocks xmlns:a="http://schemas.openxmlformats.org/drawingml/2006/main" noGrp="1"/>
          </p:cNvSpPr>
          <p:nvPr/>
        </p:nvSpPr>
        <p:spPr>
          <a:xfrm xmlns:a="http://schemas.openxmlformats.org/drawingml/2006/main">
            <a:off x="766762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1" name="patch-score-grid-2-3">
            <a:extLst xmlns:a="http://schemas.openxmlformats.org/drawingml/2006/main">
              <a:ext uri="{FF2B5EF4-FFF2-40B4-BE49-F238E27FC236}">
                <a16:creationId xmlns:a16="http://schemas.microsoft.com/office/drawing/2014/main" id="{36EACE69-CC1F-4918-9712-D806E358A096}"/>
              </a:ext>
            </a:extLst>
          </p:cNvPr>
          <p:cNvSpPr>
            <a:spLocks xmlns:a="http://schemas.openxmlformats.org/drawingml/2006/main" noGrp="1"/>
          </p:cNvSpPr>
          <p:nvPr/>
        </p:nvSpPr>
        <p:spPr>
          <a:xfrm xmlns:a="http://schemas.openxmlformats.org/drawingml/2006/main">
            <a:off x="7886700"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2" name="patch-score-grid-2-4">
            <a:extLst xmlns:a="http://schemas.openxmlformats.org/drawingml/2006/main">
              <a:ext uri="{FF2B5EF4-FFF2-40B4-BE49-F238E27FC236}">
                <a16:creationId xmlns:a16="http://schemas.microsoft.com/office/drawing/2014/main" id="{806F740C-7045-48C7-97F4-384BAE848975}"/>
              </a:ext>
            </a:extLst>
          </p:cNvPr>
          <p:cNvSpPr>
            <a:spLocks xmlns:a="http://schemas.openxmlformats.org/drawingml/2006/main" noGrp="1"/>
          </p:cNvSpPr>
          <p:nvPr/>
        </p:nvSpPr>
        <p:spPr>
          <a:xfrm xmlns:a="http://schemas.openxmlformats.org/drawingml/2006/main">
            <a:off x="8105775" y="5181600"/>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3" name="patch-score-grid-3-0">
            <a:extLst xmlns:a="http://schemas.openxmlformats.org/drawingml/2006/main">
              <a:ext uri="{FF2B5EF4-FFF2-40B4-BE49-F238E27FC236}">
                <a16:creationId xmlns:a16="http://schemas.microsoft.com/office/drawing/2014/main" id="{7B3BA6A3-2AF2-4A54-AEE9-E8C32E815E49}"/>
              </a:ext>
            </a:extLst>
          </p:cNvPr>
          <p:cNvSpPr>
            <a:spLocks xmlns:a="http://schemas.openxmlformats.org/drawingml/2006/main" noGrp="1"/>
          </p:cNvSpPr>
          <p:nvPr/>
        </p:nvSpPr>
        <p:spPr>
          <a:xfrm xmlns:a="http://schemas.openxmlformats.org/drawingml/2006/main">
            <a:off x="722947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4" name="patch-score-grid-3-1">
            <a:extLst xmlns:a="http://schemas.openxmlformats.org/drawingml/2006/main">
              <a:ext uri="{FF2B5EF4-FFF2-40B4-BE49-F238E27FC236}">
                <a16:creationId xmlns:a16="http://schemas.microsoft.com/office/drawing/2014/main" id="{840EB78B-F8DF-424C-9A0F-EF0B78337E53}"/>
              </a:ext>
            </a:extLst>
          </p:cNvPr>
          <p:cNvSpPr>
            <a:spLocks xmlns:a="http://schemas.openxmlformats.org/drawingml/2006/main" noGrp="1"/>
          </p:cNvSpPr>
          <p:nvPr/>
        </p:nvSpPr>
        <p:spPr>
          <a:xfrm xmlns:a="http://schemas.openxmlformats.org/drawingml/2006/main">
            <a:off x="7448550"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5" name="patch-score-grid-3-2">
            <a:extLst xmlns:a="http://schemas.openxmlformats.org/drawingml/2006/main">
              <a:ext uri="{FF2B5EF4-FFF2-40B4-BE49-F238E27FC236}">
                <a16:creationId xmlns:a16="http://schemas.microsoft.com/office/drawing/2014/main" id="{6E2E0765-6EB2-4F16-AA37-CFB01BCC788D}"/>
              </a:ext>
            </a:extLst>
          </p:cNvPr>
          <p:cNvSpPr>
            <a:spLocks xmlns:a="http://schemas.openxmlformats.org/drawingml/2006/main" noGrp="1"/>
          </p:cNvSpPr>
          <p:nvPr/>
        </p:nvSpPr>
        <p:spPr>
          <a:xfrm xmlns:a="http://schemas.openxmlformats.org/drawingml/2006/main">
            <a:off x="766762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6" name="patch-score-grid-3-3">
            <a:extLst xmlns:a="http://schemas.openxmlformats.org/drawingml/2006/main">
              <a:ext uri="{FF2B5EF4-FFF2-40B4-BE49-F238E27FC236}">
                <a16:creationId xmlns:a16="http://schemas.microsoft.com/office/drawing/2014/main" id="{B7661121-8757-4FF8-A72E-6FBDED79915A}"/>
              </a:ext>
            </a:extLst>
          </p:cNvPr>
          <p:cNvSpPr>
            <a:spLocks xmlns:a="http://schemas.openxmlformats.org/drawingml/2006/main" noGrp="1"/>
          </p:cNvSpPr>
          <p:nvPr/>
        </p:nvSpPr>
        <p:spPr>
          <a:xfrm xmlns:a="http://schemas.openxmlformats.org/drawingml/2006/main">
            <a:off x="7886700"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sp>
        <p:nvSpPr>
          <p:cNvPr id="47" name="patch-score-grid-3-4">
            <a:extLst xmlns:a="http://schemas.openxmlformats.org/drawingml/2006/main">
              <a:ext uri="{FF2B5EF4-FFF2-40B4-BE49-F238E27FC236}">
                <a16:creationId xmlns:a16="http://schemas.microsoft.com/office/drawing/2014/main" id="{EDFD7B18-B72C-442C-AF4B-85DD09D1CF9E}"/>
              </a:ext>
            </a:extLst>
          </p:cNvPr>
          <p:cNvSpPr>
            <a:spLocks xmlns:a="http://schemas.openxmlformats.org/drawingml/2006/main" noGrp="1"/>
          </p:cNvSpPr>
          <p:nvPr/>
        </p:nvSpPr>
        <p:spPr>
          <a:xfrm xmlns:a="http://schemas.openxmlformats.org/drawingml/2006/main">
            <a:off x="8105775" y="5400675"/>
            <a:ext cx="219075" cy="219075"/>
          </a:xfrm>
          <a:prstGeom xmlns:a="http://schemas.openxmlformats.org/drawingml/2006/main" prst="rect">
            <a:avLst/>
          </a:prstGeom>
          <a:solidFill xmlns:a="http://schemas.openxmlformats.org/drawingml/2006/main">
            <a:srgbClr val="E0EFE8"/>
          </a:solidFill>
          <a:ln xmlns:a="http://schemas.openxmlformats.org/drawingml/2006/main" w="8573">
            <a:solidFill>
              <a:srgbClr val="548773"/>
            </a:solidFill>
          </a:ln>
        </p:spPr>
      </p:sp>
      <p:cxnSp>
        <p:nvCxnSpPr>
          <p:cNvPr id="107" name=""/>
          <p:cNvCxnSpPr>
            <a:stCxn xmlns:a="http://schemas.openxmlformats.org/drawingml/2006/main" id="15" idx="3"/>
            <a:endCxn xmlns:a="http://schemas.openxmlformats.org/drawingml/2006/main" id="27" idx="1"/>
          </p:cNvCxnSpPr>
          <p:nvPr/>
        </p:nvCxnSpPr>
        <p:spPr>
          <a:xfrm xmlns:a="http://schemas.openxmlformats.org/drawingml/2006/main">
            <a:off x="6534150" y="5119688"/>
            <a:ext cx="695325" cy="6191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49" name="raw-score">
            <a:extLst xmlns:a="http://schemas.openxmlformats.org/drawingml/2006/main">
              <a:ext uri="{FF2B5EF4-FFF2-40B4-BE49-F238E27FC236}">
                <a16:creationId xmlns:a16="http://schemas.microsoft.com/office/drawing/2014/main" id="{D0C6BFD4-1A8B-4ED0-A9BA-D556ED13AE4F}"/>
              </a:ext>
            </a:extLst>
          </p:cNvPr>
          <p:cNvSpPr>
            <a:spLocks xmlns:a="http://schemas.openxmlformats.org/drawingml/2006/main" noGrp="1"/>
          </p:cNvSpPr>
          <p:nvPr/>
        </p:nvSpPr>
        <p:spPr>
          <a:xfrm xmlns:a="http://schemas.openxmlformats.org/drawingml/2006/main">
            <a:off x="7334250" y="5686425"/>
            <a:ext cx="1095375" cy="3810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400" b="0">
                <a:solidFill>
                  <a:srgbClr val="202832"/>
                </a:solidFill>
                <a:latin typeface="Cambria"/>
                <a:ea typeface="Cambria"/>
                <a:cs typeface="Cambria"/>
              </a:defRPr>
            </a:pPr>
            <a:r>
              <a:rPr sz="2400" b="0" i="1">
                <a:latin typeface="Cambria"/>
                <a:ea typeface="Cambria"/>
                <a:cs typeface="Cambria"/>
              </a:rPr>
              <a:t>a</a:t>
            </a:r>
            <a:r>
              <a:rPr sz="1728" b="0" i="0" baseline="-25000">
                <a:latin typeface="Cambria"/>
                <a:ea typeface="Cambria"/>
                <a:cs typeface="Cambria"/>
              </a:rPr>
              <a:t>p</a:t>
            </a:r>
          </a:p>
        </p:txBody>
      </p:sp>
      <p:sp>
        <p:nvSpPr>
          <p:cNvPr id="50" name="resize-and-smooth">
            <a:extLst xmlns:a="http://schemas.openxmlformats.org/drawingml/2006/main">
              <a:ext uri="{FF2B5EF4-FFF2-40B4-BE49-F238E27FC236}">
                <a16:creationId xmlns:a16="http://schemas.microsoft.com/office/drawing/2014/main" id="{0A45B0E7-D06D-4702-B819-F957F7C3847A}"/>
              </a:ext>
            </a:extLst>
          </p:cNvPr>
          <p:cNvSpPr>
            <a:spLocks xmlns:a="http://schemas.openxmlformats.org/drawingml/2006/main" noGrp="1"/>
          </p:cNvSpPr>
          <p:nvPr/>
        </p:nvSpPr>
        <p:spPr>
          <a:xfrm xmlns:a="http://schemas.openxmlformats.org/drawingml/2006/main">
            <a:off x="8915400" y="4581525"/>
            <a:ext cx="2209800" cy="13049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Bilinear resize</a:t>
            </a:r>
          </a:p>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448 × 448</a:t>
            </a:r>
          </a:p>
          <a:p xmlns:a="http://schemas.openxmlformats.org/drawingml/2006/main">
            <a:pPr algn="ctr">
              <a:defRPr sz="2100" b="0">
                <a:solidFill>
                  <a:srgbClr val="202832"/>
                </a:solidFill>
                <a:latin typeface="Arial"/>
                <a:ea typeface="Arial"/>
                <a:cs typeface="Arial"/>
              </a:defRPr>
            </a:pPr>
            <a:r>
              <a:rPr sz="2100" b="0">
                <a:solidFill>
                  <a:srgbClr val="202832"/>
                </a:solidFill>
                <a:latin typeface="Arial"/>
                <a:ea typeface="Arial"/>
                <a:cs typeface="Arial"/>
              </a:rPr>
              <a:t>Gaussian σ = 4</a:t>
            </a:r>
          </a:p>
        </p:txBody>
      </p:sp>
      <p:cxnSp>
        <p:nvCxnSpPr>
          <p:cNvPr id="110" name=""/>
          <p:cNvCxnSpPr>
            <a:stCxn xmlns:a="http://schemas.openxmlformats.org/drawingml/2006/main" id="27" idx="3"/>
            <a:endCxn xmlns:a="http://schemas.openxmlformats.org/drawingml/2006/main" id="50" idx="1"/>
          </p:cNvCxnSpPr>
          <p:nvPr/>
        </p:nvCxnSpPr>
        <p:spPr>
          <a:xfrm xmlns:a="http://schemas.openxmlformats.org/drawingml/2006/main">
            <a:off x="8324850" y="5181600"/>
            <a:ext cx="590550" cy="52388"/>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pic>
        <p:nvPicPr>
          <p:cNvPr id="111" name="Existing A1 map for scoring illustration"/>
          <p:cNvPicPr>
            <a:picLocks xmlns:a="http://schemas.openxmlformats.org/drawingml/2006/main" noChangeAspect="1"/>
          </p:cNvPicPr>
          <p:nvPr/>
        </p:nvPicPr>
        <p:blipFill>
          <a:blip xmlns:r="http://schemas.openxmlformats.org/officeDocument/2006/relationships" xmlns:a="http://schemas.openxmlformats.org/drawingml/2006/main" r:embed="R1f2c123100364ddb"/>
          <ns0:srcRect xmlns:ns0="http://schemas.openxmlformats.org/drawingml/2006/main" l="79543" t="22084" r="490" b="2022"/>
          <a:stretch xmlns:a="http://schemas.openxmlformats.org/drawingml/2006/main"/>
        </p:blipFill>
        <p:spPr>
          <a:xfrm xmlns:a="http://schemas.openxmlformats.org/drawingml/2006/main">
            <a:off x="11763375" y="4572000"/>
            <a:ext cx="1228725" cy="1228725"/>
          </a:xfrm>
          <a:prstGeom xmlns:a="http://schemas.openxmlformats.org/drawingml/2006/main" prst="rect">
            <a:avLst/>
          </a:prstGeom>
        </p:spPr>
      </p:pic>
      <p:sp>
        <p:nvSpPr>
          <p:cNvPr id="53" name="Existing A1 map for scoring illustration-anchor">
            <a:extLst xmlns:a="http://schemas.openxmlformats.org/drawingml/2006/main">
              <a:ext uri="{FF2B5EF4-FFF2-40B4-BE49-F238E27FC236}">
                <a16:creationId xmlns:a16="http://schemas.microsoft.com/office/drawing/2014/main" id="{2D9727AA-07D7-4F06-BB86-75657C44967E}"/>
              </a:ext>
            </a:extLst>
          </p:cNvPr>
          <p:cNvSpPr>
            <a:spLocks xmlns:a="http://schemas.openxmlformats.org/drawingml/2006/main" noGrp="1"/>
          </p:cNvSpPr>
          <p:nvPr/>
        </p:nvSpPr>
        <p:spPr>
          <a:xfrm xmlns:a="http://schemas.openxmlformats.org/drawingml/2006/main">
            <a:off x="11763375" y="4572000"/>
            <a:ext cx="1228725" cy="1228725"/>
          </a:xfrm>
          <a:prstGeom xmlns:a="http://schemas.openxmlformats.org/drawingml/2006/main" prst="rect">
            <a:avLst/>
          </a:prstGeom>
          <a:noFill xmlns:a="http://schemas.openxmlformats.org/drawingml/2006/main"/>
          <a:ln xmlns:a="http://schemas.openxmlformats.org/drawingml/2006/main" w="0">
            <a:noFill/>
          </a:ln>
        </p:spPr>
      </p:sp>
      <p:sp>
        <p:nvSpPr>
          <p:cNvPr id="54" name="junction-21">
            <a:extLst xmlns:a="http://schemas.openxmlformats.org/drawingml/2006/main">
              <a:ext uri="{FF2B5EF4-FFF2-40B4-BE49-F238E27FC236}">
                <a16:creationId xmlns:a16="http://schemas.microsoft.com/office/drawing/2014/main" id="{91CB6525-F189-4B81-AE36-82E06510BFEF}"/>
              </a:ext>
            </a:extLst>
          </p:cNvPr>
          <p:cNvSpPr>
            <a:spLocks xmlns:a="http://schemas.openxmlformats.org/drawingml/2006/main" noGrp="1"/>
          </p:cNvSpPr>
          <p:nvPr/>
        </p:nvSpPr>
        <p:spPr>
          <a:xfrm xmlns:a="http://schemas.openxmlformats.org/drawingml/2006/main">
            <a:off x="11706225" y="52197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50" idx="3"/>
            <a:endCxn xmlns:a="http://schemas.openxmlformats.org/drawingml/2006/main" id="54" idx="1"/>
          </p:cNvCxnSpPr>
          <p:nvPr/>
        </p:nvCxnSpPr>
        <p:spPr>
          <a:xfrm xmlns:a="http://schemas.openxmlformats.org/drawingml/2006/main" flipV="1">
            <a:off x="11125200" y="5229225"/>
            <a:ext cx="581025" cy="4763"/>
          </a:xfrm>
          <a:prstGeom xmlns:a="http://schemas.openxmlformats.org/drawingml/2006/main" prst="bentConnector3">
            <a:avLst>
              <a:gd name="adj1" fmla="val 50000"/>
            </a:avLst>
          </a:prstGeom>
          <a:ln xmlns:a="http://schemas.openxmlformats.org/drawingml/2006/main" w="24765">
            <a:solidFill>
              <a:srgbClr val="34404B"/>
            </a:solidFill>
            <a:prstDash val="solid"/>
            <a:tailEnd type="triangle" w="med" len="med"/>
          </a:ln>
        </p:spPr>
      </p:cxnSp>
      <p:sp>
        <p:nvSpPr>
          <p:cNvPr id="56" name="output-map">
            <a:extLst xmlns:a="http://schemas.openxmlformats.org/drawingml/2006/main">
              <a:ext uri="{FF2B5EF4-FFF2-40B4-BE49-F238E27FC236}">
                <a16:creationId xmlns:a16="http://schemas.microsoft.com/office/drawing/2014/main" id="{47F17AAF-CC0B-49CE-AD5B-46AB2F1C4F5A}"/>
              </a:ext>
            </a:extLst>
          </p:cNvPr>
          <p:cNvSpPr>
            <a:spLocks xmlns:a="http://schemas.openxmlformats.org/drawingml/2006/main" noGrp="1"/>
          </p:cNvSpPr>
          <p:nvPr/>
        </p:nvSpPr>
        <p:spPr>
          <a:xfrm xmlns:a="http://schemas.openxmlformats.org/drawingml/2006/main">
            <a:off x="11449050" y="5915025"/>
            <a:ext cx="182880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325" b="0">
                <a:solidFill>
                  <a:srgbClr val="202832"/>
                </a:solidFill>
                <a:latin typeface="Cambria"/>
                <a:ea typeface="Cambria"/>
                <a:cs typeface="Cambria"/>
              </a:defRPr>
            </a:pPr>
            <a:r>
              <a:rPr sz="2325" b="1" i="1">
                <a:latin typeface="Cambria"/>
                <a:ea typeface="Cambria"/>
                <a:cs typeface="Cambria"/>
              </a:rPr>
              <a:t>S</a:t>
            </a:r>
            <a:r>
              <a:rPr sz="1674" b="1" i="0" baseline="-25000">
                <a:latin typeface="Cambria"/>
                <a:ea typeface="Cambria"/>
                <a:cs typeface="Cambria"/>
              </a:rPr>
              <a:t>448</a:t>
            </a:r>
            <a:r>
              <a:rPr sz="2325">
                <a:latin typeface="Cambria"/>
                <a:ea typeface="Cambria"/>
                <a:cs typeface="Cambria"/>
              </a:rPr>
              <a:t>(</a:t>
            </a:r>
            <a:r>
              <a:rPr sz="2325" b="1" i="1">
                <a:latin typeface="Cambria"/>
                <a:ea typeface="Cambria"/>
                <a:cs typeface="Cambria"/>
              </a:rPr>
              <a:t>x</a:t>
            </a:r>
            <a:r>
              <a:rPr sz="2325">
                <a:latin typeface="Cambria"/>
                <a:ea typeface="Cambria"/>
                <a:cs typeface="Cambria"/>
              </a:rPr>
              <a:t>)</a:t>
            </a:r>
          </a:p>
        </p:txBody>
      </p:sp>
      <p:sp>
        <p:nvSpPr>
          <p:cNvPr id="57" name="nn-equation">
            <a:extLst xmlns:a="http://schemas.openxmlformats.org/drawingml/2006/main">
              <a:ext uri="{FF2B5EF4-FFF2-40B4-BE49-F238E27FC236}">
                <a16:creationId xmlns:a16="http://schemas.microsoft.com/office/drawing/2014/main" id="{88BF2BE8-F0AF-4AEB-9FE7-A6244C75E1AF}"/>
              </a:ext>
            </a:extLst>
          </p:cNvPr>
          <p:cNvSpPr>
            <a:spLocks xmlns:a="http://schemas.openxmlformats.org/drawingml/2006/main" noGrp="1"/>
          </p:cNvSpPr>
          <p:nvPr/>
        </p:nvSpPr>
        <p:spPr>
          <a:xfrm xmlns:a="http://schemas.openxmlformats.org/drawingml/2006/main">
            <a:off x="400050" y="6572250"/>
            <a:ext cx="7648575" cy="5524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00" b="0">
                <a:solidFill>
                  <a:srgbClr val="202832"/>
                </a:solidFill>
                <a:latin typeface="Cambria"/>
                <a:ea typeface="Cambria"/>
                <a:cs typeface="Cambria"/>
              </a:defRPr>
            </a:pPr>
            <a:r>
              <a:rPr sz="2400" b="0" i="1">
                <a:latin typeface="Cambria"/>
                <a:ea typeface="Cambria"/>
                <a:cs typeface="Cambria"/>
              </a:rPr>
              <a:t>a</a:t>
            </a:r>
            <a:r>
              <a:rPr sz="1728" b="0" i="0" baseline="-25000">
                <a:latin typeface="Cambria"/>
                <a:ea typeface="Cambria"/>
                <a:cs typeface="Cambria"/>
              </a:rPr>
              <a:t>p</a:t>
            </a:r>
            <a:r>
              <a:rPr sz="2400">
                <a:latin typeface="Cambria"/>
                <a:ea typeface="Cambria"/>
                <a:cs typeface="Cambria"/>
              </a:rPr>
              <a:t>(</a:t>
            </a:r>
            <a:r>
              <a:rPr sz="2400" b="1" i="1">
                <a:latin typeface="Cambria"/>
                <a:ea typeface="Cambria"/>
                <a:cs typeface="Cambria"/>
              </a:rPr>
              <a:t>x</a:t>
            </a:r>
            <a:r>
              <a:rPr sz="2400">
                <a:latin typeface="Cambria"/>
                <a:ea typeface="Cambria"/>
                <a:cs typeface="Cambria"/>
              </a:rPr>
              <a:t>) = ½ min</a:t>
            </a:r>
            <a:r>
              <a:rPr sz="2400" b="0" i="1">
                <a:latin typeface="Cambria"/>
                <a:ea typeface="Cambria"/>
                <a:cs typeface="Cambria"/>
              </a:rPr>
              <a:t/>
            </a:r>
            <a:r>
              <a:rPr sz="1728" b="0" i="0" baseline="-25000">
                <a:latin typeface="Cambria"/>
                <a:ea typeface="Cambria"/>
                <a:cs typeface="Cambria"/>
              </a:rPr>
              <a:t>m ∈ </a:t>
            </a:r>
            <a:r>
              <a:rPr sz="1728" b="1" i="1" baseline="-25000">
                <a:latin typeface="Cambria"/>
                <a:ea typeface="Cambria"/>
                <a:cs typeface="Cambria"/>
              </a:rPr>
              <a:t>M</a:t>
            </a:r>
            <a:r>
              <a:rPr sz="1200" b="0" i="0" baseline="-43000">
                <a:latin typeface="Cambria"/>
                <a:ea typeface="Cambria"/>
                <a:cs typeface="Cambria"/>
              </a:rPr>
              <a:t>c</a:t>
            </a:r>
            <a:r>
              <a:rPr sz="2400">
                <a:latin typeface="Cambria"/>
                <a:ea typeface="Cambria"/>
                <a:cs typeface="Cambria"/>
              </a:rPr>
              <a:t> ‖</a:t>
            </a:r>
            <a:r>
              <a:rPr sz="2400" b="1" i="1">
                <a:latin typeface="Cambria"/>
                <a:ea typeface="Cambria"/>
                <a:cs typeface="Cambria"/>
              </a:rPr>
              <a:t>f</a:t>
            </a:r>
            <a:r>
              <a:rPr sz="1728" b="1" i="0" baseline="-25000">
                <a:latin typeface="Cambria"/>
                <a:ea typeface="Cambria"/>
                <a:cs typeface="Cambria"/>
              </a:rPr>
              <a:t>A,p</a:t>
            </a:r>
            <a:r>
              <a:rPr sz="2400">
                <a:latin typeface="Cambria"/>
                <a:ea typeface="Cambria"/>
                <a:cs typeface="Cambria"/>
              </a:rPr>
              <a:t>(</a:t>
            </a:r>
            <a:r>
              <a:rPr sz="2400" b="1" i="1">
                <a:latin typeface="Cambria"/>
                <a:ea typeface="Cambria"/>
                <a:cs typeface="Cambria"/>
              </a:rPr>
              <a:t>x</a:t>
            </a:r>
            <a:r>
              <a:rPr sz="2400">
                <a:latin typeface="Cambria"/>
                <a:ea typeface="Cambria"/>
                <a:cs typeface="Cambria"/>
              </a:rPr>
              <a:t>) − </a:t>
            </a:r>
            <a:r>
              <a:rPr sz="2400" b="1" i="1">
                <a:latin typeface="Cambria"/>
                <a:ea typeface="Cambria"/>
                <a:cs typeface="Cambria"/>
              </a:rPr>
              <a:t>m</a:t>
            </a:r>
            <a:r>
              <a:rPr sz="2400">
                <a:latin typeface="Cambria"/>
                <a:ea typeface="Cambria"/>
                <a:cs typeface="Cambria"/>
              </a:rPr>
              <a:t>‖₂²</a:t>
            </a:r>
          </a:p>
        </p:txBody>
      </p:sp>
      <p:sp>
        <p:nvSpPr>
          <p:cNvPr id="58" name="pool-equation">
            <a:extLst xmlns:a="http://schemas.openxmlformats.org/drawingml/2006/main">
              <a:ext uri="{FF2B5EF4-FFF2-40B4-BE49-F238E27FC236}">
                <a16:creationId xmlns:a16="http://schemas.microsoft.com/office/drawing/2014/main" id="{7AFC22B0-2713-421A-9559-54084A4268F2}"/>
              </a:ext>
            </a:extLst>
          </p:cNvPr>
          <p:cNvSpPr>
            <a:spLocks xmlns:a="http://schemas.openxmlformats.org/drawingml/2006/main" noGrp="1"/>
          </p:cNvSpPr>
          <p:nvPr/>
        </p:nvSpPr>
        <p:spPr>
          <a:xfrm xmlns:a="http://schemas.openxmlformats.org/drawingml/2006/main">
            <a:off x="8382000" y="6705600"/>
            <a:ext cx="459105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2250" b="0">
                <a:solidFill>
                  <a:srgbClr val="202832"/>
                </a:solidFill>
                <a:latin typeface="Cambria"/>
                <a:ea typeface="Cambria"/>
                <a:cs typeface="Cambria"/>
              </a:defRPr>
            </a:pPr>
            <a:r>
              <a:rPr sz="2250" b="0" i="1">
                <a:latin typeface="Cambria"/>
                <a:ea typeface="Cambria"/>
                <a:cs typeface="Cambria"/>
              </a:rPr>
              <a:t>s</a:t>
            </a:r>
            <a:r>
              <a:rPr sz="1620" b="0" i="0" baseline="-25000">
                <a:latin typeface="Cambria"/>
                <a:ea typeface="Cambria"/>
                <a:cs typeface="Cambria"/>
              </a:rPr>
              <a:t>img</a:t>
            </a:r>
            <a:r>
              <a:rPr sz="2250">
                <a:latin typeface="Cambria"/>
                <a:ea typeface="Cambria"/>
                <a:cs typeface="Cambria"/>
              </a:rPr>
              <a:t>(</a:t>
            </a:r>
            <a:r>
              <a:rPr sz="2250" b="1" i="1">
                <a:latin typeface="Cambria"/>
                <a:ea typeface="Cambria"/>
                <a:cs typeface="Cambria"/>
              </a:rPr>
              <a:t>x</a:t>
            </a:r>
            <a:r>
              <a:rPr sz="2250">
                <a:latin typeface="Cambria"/>
                <a:ea typeface="Cambria"/>
                <a:cs typeface="Cambria"/>
              </a:rPr>
              <a:t>) = max</a:t>
            </a:r>
            <a:r>
              <a:rPr sz="2250" b="0" i="1">
                <a:latin typeface="Cambria"/>
                <a:ea typeface="Cambria"/>
                <a:cs typeface="Cambria"/>
              </a:rPr>
              <a:t/>
            </a:r>
            <a:r>
              <a:rPr sz="1620" b="0" i="0" baseline="-25000">
                <a:latin typeface="Cambria"/>
                <a:ea typeface="Cambria"/>
                <a:cs typeface="Cambria"/>
              </a:rPr>
              <a:t>u</a:t>
            </a:r>
            <a:r>
              <a:rPr sz="2250">
                <a:latin typeface="Cambria"/>
                <a:ea typeface="Cambria"/>
                <a:cs typeface="Cambria"/>
              </a:rPr>
              <a:t> </a:t>
            </a:r>
            <a:r>
              <a:rPr sz="2250" b="1" i="1">
                <a:latin typeface="Cambria"/>
                <a:ea typeface="Cambria"/>
                <a:cs typeface="Cambria"/>
              </a:rPr>
              <a:t>S</a:t>
            </a:r>
            <a:r>
              <a:rPr sz="1620" b="1" i="0" baseline="-25000">
                <a:latin typeface="Cambria"/>
                <a:ea typeface="Cambria"/>
                <a:cs typeface="Cambria"/>
              </a:rPr>
              <a:t>448,u</a:t>
            </a:r>
            <a:r>
              <a:rPr sz="2250">
                <a:latin typeface="Cambria"/>
                <a:ea typeface="Cambria"/>
                <a:cs typeface="Cambria"/>
              </a:rPr>
              <a:t>(</a:t>
            </a:r>
            <a:r>
              <a:rPr sz="2250" b="1" i="1">
                <a:latin typeface="Cambria"/>
                <a:ea typeface="Cambria"/>
                <a:cs typeface="Cambria"/>
              </a:rPr>
              <a:t>x</a:t>
            </a:r>
            <a:r>
              <a:rPr sz="2250">
                <a:latin typeface="Cambria"/>
                <a:ea typeface="Cambria"/>
                <a:cs typeface="Cambria"/>
              </a:rPr>
              <a:t>)</a:t>
            </a:r>
          </a:p>
        </p:txBody>
      </p:sp>
      <p:sp>
        <p:nvSpPr>
          <p:cNvPr id="59" name="nearest-note">
            <a:extLst xmlns:a="http://schemas.openxmlformats.org/drawingml/2006/main">
              <a:ext uri="{FF2B5EF4-FFF2-40B4-BE49-F238E27FC236}">
                <a16:creationId xmlns:a16="http://schemas.microsoft.com/office/drawing/2014/main" id="{7AAF104A-5169-4CB3-AB03-DB05BBDCCF40}"/>
              </a:ext>
            </a:extLst>
          </p:cNvPr>
          <p:cNvSpPr>
            <a:spLocks xmlns:a="http://schemas.openxmlformats.org/drawingml/2006/main" noGrp="1"/>
          </p:cNvSpPr>
          <p:nvPr/>
        </p:nvSpPr>
        <p:spPr>
          <a:xfrm xmlns:a="http://schemas.openxmlformats.org/drawingml/2006/main">
            <a:off x="371475" y="7181850"/>
            <a:ext cx="7324725" cy="3714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025" b="0">
                <a:solidFill>
                  <a:srgbClr val="52606B"/>
                </a:solidFill>
                <a:latin typeface="Arial"/>
                <a:ea typeface="Arial"/>
                <a:cs typeface="Arial"/>
              </a:defRPr>
            </a:pPr>
            <a:r>
              <a:rPr sz="2025" b="0">
                <a:solidFill>
                  <a:srgbClr val="52606B"/>
                </a:solidFill>
                <a:latin typeface="Arial"/>
                <a:ea typeface="Arial"/>
                <a:cs typeface="Arial"/>
              </a:rPr>
              <a:t>Nearest means closest in feature space</a:t>
            </a:r>
          </a:p>
        </p:txBody>
      </p:sp>
    </p:spTree>
    <p:extLst>
      <p:ext uri="{BB962C8B-B14F-4D97-AF65-F5344CB8AC3E}">
        <p14:creationId xmlns:p14="http://schemas.microsoft.com/office/powerpoint/2010/main" val="851193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title">
            <a:extLst xmlns:a="http://schemas.openxmlformats.org/drawingml/2006/main">
              <a:ext uri="{FF2B5EF4-FFF2-40B4-BE49-F238E27FC236}">
                <a16:creationId xmlns:a16="http://schemas.microsoft.com/office/drawing/2014/main" id="{DA264298-1BE3-4420-A71A-54B7E575011B}"/>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Arial"/>
                <a:ea typeface="Arial"/>
                <a:cs typeface="Arial"/>
              </a:defRPr>
            </a:pPr>
            <a:r>
              <a:rPr sz="2850" b="1">
                <a:solidFill>
                  <a:srgbClr val="202832"/>
                </a:solidFill>
                <a:latin typeface="Arial"/>
                <a:ea typeface="Arial"/>
                <a:cs typeface="Arial"/>
              </a:rPr>
              <a:t>Matched DINO-only control</a:t>
            </a:r>
          </a:p>
        </p:txBody>
      </p:sp>
      <p:sp>
        <p:nvSpPr>
          <p:cNvPr id="2" name="shared-control-context">
            <a:extLst xmlns:a="http://schemas.openxmlformats.org/drawingml/2006/main">
              <a:ext uri="{FF2B5EF4-FFF2-40B4-BE49-F238E27FC236}">
                <a16:creationId xmlns:a16="http://schemas.microsoft.com/office/drawing/2014/main" id="{C1DBF0E9-2BD1-48E2-AC1C-A3575AF6EE58}"/>
              </a:ext>
            </a:extLst>
          </p:cNvPr>
          <p:cNvSpPr>
            <a:spLocks xmlns:a="http://schemas.openxmlformats.org/drawingml/2006/main" noGrp="1"/>
          </p:cNvSpPr>
          <p:nvPr/>
        </p:nvSpPr>
        <p:spPr>
          <a:xfrm xmlns:a="http://schemas.openxmlformats.org/drawingml/2006/main">
            <a:off x="342900" y="866775"/>
            <a:ext cx="12639675" cy="4572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400" b="0">
                <a:solidFill>
                  <a:srgbClr val="52606B"/>
                </a:solidFill>
                <a:latin typeface="Arial"/>
                <a:ea typeface="Arial"/>
                <a:cs typeface="Arial"/>
              </a:defRPr>
            </a:pPr>
            <a:r>
              <a:rPr sz="2400" b="0">
                <a:solidFill>
                  <a:srgbClr val="52606B"/>
                </a:solidFill>
                <a:latin typeface="Arial"/>
                <a:ea typeface="Arial"/>
                <a:cs typeface="Arial"/>
              </a:rPr>
              <a:t>Identical support identities and query images</a:t>
            </a:r>
          </a:p>
        </p:txBody>
      </p:sp>
      <p:sp>
        <p:nvSpPr>
          <p:cNvPr id="3" name="a-method">
            <a:extLst xmlns:a="http://schemas.openxmlformats.org/drawingml/2006/main">
              <a:ext uri="{FF2B5EF4-FFF2-40B4-BE49-F238E27FC236}">
                <a16:creationId xmlns:a16="http://schemas.microsoft.com/office/drawing/2014/main" id="{7AE6EF51-A14E-40EF-BDB7-E2E6896045C5}"/>
              </a:ext>
            </a:extLst>
          </p:cNvPr>
          <p:cNvSpPr>
            <a:spLocks xmlns:a="http://schemas.openxmlformats.org/drawingml/2006/main" noGrp="1"/>
          </p:cNvSpPr>
          <p:nvPr/>
        </p:nvSpPr>
        <p:spPr>
          <a:xfrm xmlns:a="http://schemas.openxmlformats.org/drawingml/2006/main">
            <a:off x="342900" y="1628775"/>
            <a:ext cx="390525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550" b="1">
                <a:solidFill>
                  <a:srgbClr val="202832"/>
                </a:solidFill>
                <a:latin typeface="Arial"/>
                <a:ea typeface="Arial"/>
                <a:cs typeface="Arial"/>
              </a:defRPr>
            </a:pPr>
            <a:r>
              <a:rPr sz="2550" b="1">
                <a:solidFill>
                  <a:srgbClr val="202832"/>
                </a:solidFill>
                <a:latin typeface="Arial"/>
                <a:ea typeface="Arial"/>
                <a:cs typeface="Arial"/>
              </a:rPr>
              <a:t>(a) DCFnet</a:t>
            </a:r>
          </a:p>
        </p:txBody>
      </p:sp>
      <p:sp>
        <p:nvSpPr>
          <p:cNvPr id="4" name="control-dcfnet-features">
            <a:extLst xmlns:a="http://schemas.openxmlformats.org/drawingml/2006/main">
              <a:ext uri="{FF2B5EF4-FFF2-40B4-BE49-F238E27FC236}">
                <a16:creationId xmlns:a16="http://schemas.microsoft.com/office/drawing/2014/main" id="{4378F1FD-9292-4AF3-A7BB-4A5D39534BA6}"/>
              </a:ext>
            </a:extLst>
          </p:cNvPr>
          <p:cNvSpPr>
            <a:spLocks xmlns:a="http://schemas.openxmlformats.org/drawingml/2006/main" noGrp="1"/>
          </p:cNvSpPr>
          <p:nvPr/>
        </p:nvSpPr>
        <p:spPr>
          <a:xfrm xmlns:a="http://schemas.openxmlformats.org/drawingml/2006/main">
            <a:off x="361950" y="2257425"/>
            <a:ext cx="3381375" cy="13811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DINOv2 + CLIP/DPAM</a:t>
            </a:r>
          </a:p>
          <a:p xmlns:a="http://schemas.openxmlformats.org/drawingml/2006/main">
            <a:pPr algn="ctr">
              <a:defRPr sz="2250" b="0">
                <a:solidFill>
                  <a:srgbClr val="202832"/>
                </a:solidFill>
                <a:latin typeface="Arial"/>
                <a:ea typeface="Arial"/>
                <a:cs typeface="Arial"/>
              </a:defRPr>
            </a:pPr>
            <a:r>
              <a:rPr sz="2250" b="0">
                <a:solidFill>
                  <a:srgbClr val="202832"/>
                </a:solidFill>
                <a:latin typeface="Arial"/>
                <a:ea typeface="Arial"/>
                <a:cs typeface="Arial"/>
              </a:rPr>
              <a:t>Calibrated fixed fusion</a:t>
            </a:r>
          </a:p>
        </p:txBody>
      </p:sp>
      <p:sp>
        <p:nvSpPr>
          <p:cNvPr id="5" name="dcfnet-descriptor">
            <a:extLst xmlns:a="http://schemas.openxmlformats.org/drawingml/2006/main">
              <a:ext uri="{FF2B5EF4-FFF2-40B4-BE49-F238E27FC236}">
                <a16:creationId xmlns:a16="http://schemas.microsoft.com/office/drawing/2014/main" id="{CD09012C-67D0-451A-9C59-C499E2D0B0C0}"/>
              </a:ext>
            </a:extLst>
          </p:cNvPr>
          <p:cNvSpPr>
            <a:spLocks xmlns:a="http://schemas.openxmlformats.org/drawingml/2006/main" noGrp="1"/>
          </p:cNvSpPr>
          <p:nvPr/>
        </p:nvSpPr>
        <p:spPr>
          <a:xfrm xmlns:a="http://schemas.openxmlformats.org/drawingml/2006/main">
            <a:off x="4429125" y="2257425"/>
            <a:ext cx="2257425" cy="1381125"/>
          </a:xfrm>
          <a:prstGeom xmlns:a="http://schemas.openxmlformats.org/drawingml/2006/main" prst="rect">
            <a:avLst/>
          </a:prstGeom>
          <a:solidFill xmlns:a="http://schemas.openxmlformats.org/drawingml/2006/main">
            <a:srgbClr val="EAE4F4"/>
          </a:solidFill>
          <a:ln xmlns:a="http://schemas.openxmlformats.org/drawingml/2006/main" w="14288">
            <a:solidFill>
              <a:srgbClr val="8876A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1536-D</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Unit descriptors</a:t>
            </a:r>
          </a:p>
        </p:txBody>
      </p:sp>
      <p:sp>
        <p:nvSpPr>
          <p:cNvPr id="6" name="dcfnet-bank">
            <a:extLst xmlns:a="http://schemas.openxmlformats.org/drawingml/2006/main">
              <a:ext uri="{FF2B5EF4-FFF2-40B4-BE49-F238E27FC236}">
                <a16:creationId xmlns:a16="http://schemas.microsoft.com/office/drawing/2014/main" id="{EB14E3A3-F6B0-4E1A-A45B-9CE5668DCDA9}"/>
              </a:ext>
            </a:extLst>
          </p:cNvPr>
          <p:cNvSpPr>
            <a:spLocks xmlns:a="http://schemas.openxmlformats.org/drawingml/2006/main" noGrp="1"/>
          </p:cNvSpPr>
          <p:nvPr/>
        </p:nvSpPr>
        <p:spPr>
          <a:xfrm xmlns:a="http://schemas.openxmlformats.org/drawingml/2006/main">
            <a:off x="7372350" y="2257425"/>
            <a:ext cx="249555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Separate</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1536-D memory</a:t>
            </a:r>
          </a:p>
        </p:txBody>
      </p:sp>
      <p:sp>
        <p:nvSpPr>
          <p:cNvPr id="7" name="dcfnet-score">
            <a:extLst xmlns:a="http://schemas.openxmlformats.org/drawingml/2006/main">
              <a:ext uri="{FF2B5EF4-FFF2-40B4-BE49-F238E27FC236}">
                <a16:creationId xmlns:a16="http://schemas.microsoft.com/office/drawing/2014/main" id="{DDCA8A44-00F8-4EF9-BB2A-E04395DC5939}"/>
              </a:ext>
            </a:extLst>
          </p:cNvPr>
          <p:cNvSpPr>
            <a:spLocks xmlns:a="http://schemas.openxmlformats.org/drawingml/2006/main" noGrp="1"/>
          </p:cNvSpPr>
          <p:nvPr/>
        </p:nvSpPr>
        <p:spPr>
          <a:xfrm xmlns:a="http://schemas.openxmlformats.org/drawingml/2006/main">
            <a:off x="10477500" y="2257425"/>
            <a:ext cx="251460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cxnSp>
        <p:nvCxnSpPr>
          <p:cNvPr id="50" name=""/>
          <p:cNvCxnSpPr>
            <a:stCxn xmlns:a="http://schemas.openxmlformats.org/drawingml/2006/main" id="4" idx="3"/>
            <a:endCxn xmlns:a="http://schemas.openxmlformats.org/drawingml/2006/main" id="5" idx="1"/>
          </p:cNvCxnSpPr>
          <p:nvPr/>
        </p:nvCxnSpPr>
        <p:spPr>
          <a:xfrm xmlns:a="http://schemas.openxmlformats.org/drawingml/2006/main">
            <a:off x="3743325" y="2947988"/>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51" name=""/>
          <p:cNvCxnSpPr>
            <a:stCxn xmlns:a="http://schemas.openxmlformats.org/drawingml/2006/main" id="5" idx="3"/>
            <a:endCxn xmlns:a="http://schemas.openxmlformats.org/drawingml/2006/main" id="6" idx="1"/>
          </p:cNvCxnSpPr>
          <p:nvPr/>
        </p:nvCxnSpPr>
        <p:spPr>
          <a:xfrm xmlns:a="http://schemas.openxmlformats.org/drawingml/2006/main">
            <a:off x="6686550" y="2947988"/>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52" name=""/>
          <p:cNvCxnSpPr>
            <a:stCxn xmlns:a="http://schemas.openxmlformats.org/drawingml/2006/main" id="6" idx="3"/>
            <a:endCxn xmlns:a="http://schemas.openxmlformats.org/drawingml/2006/main" id="7" idx="1"/>
          </p:cNvCxnSpPr>
          <p:nvPr/>
        </p:nvCxnSpPr>
        <p:spPr>
          <a:xfrm xmlns:a="http://schemas.openxmlformats.org/drawingml/2006/main">
            <a:off x="9867900" y="2947988"/>
            <a:ext cx="6096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11" name="support-only-a">
            <a:extLst xmlns:a="http://schemas.openxmlformats.org/drawingml/2006/main">
              <a:ext uri="{FF2B5EF4-FFF2-40B4-BE49-F238E27FC236}">
                <a16:creationId xmlns:a16="http://schemas.microsoft.com/office/drawing/2014/main" id="{F08ACC1A-A2F2-47B6-A730-D33704A4DC39}"/>
              </a:ext>
            </a:extLst>
          </p:cNvPr>
          <p:cNvSpPr>
            <a:spLocks xmlns:a="http://schemas.openxmlformats.org/drawingml/2006/main" noGrp="1"/>
          </p:cNvSpPr>
          <p:nvPr/>
        </p:nvSpPr>
        <p:spPr>
          <a:xfrm xmlns:a="http://schemas.openxmlformats.org/drawingml/2006/main">
            <a:off x="6619875" y="1828800"/>
            <a:ext cx="14287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support</a:t>
            </a:r>
          </a:p>
        </p:txBody>
      </p:sp>
      <p:sp>
        <p:nvSpPr>
          <p:cNvPr id="12" name="junction-22">
            <a:extLst xmlns:a="http://schemas.openxmlformats.org/drawingml/2006/main">
              <a:ext uri="{FF2B5EF4-FFF2-40B4-BE49-F238E27FC236}">
                <a16:creationId xmlns:a16="http://schemas.microsoft.com/office/drawing/2014/main" id="{AAD829DD-1AF9-411C-B45F-6A4F79B9CFA8}"/>
              </a:ext>
            </a:extLst>
          </p:cNvPr>
          <p:cNvSpPr>
            <a:spLocks xmlns:a="http://schemas.openxmlformats.org/drawingml/2006/main" noGrp="1"/>
          </p:cNvSpPr>
          <p:nvPr/>
        </p:nvSpPr>
        <p:spPr>
          <a:xfrm xmlns:a="http://schemas.openxmlformats.org/drawingml/2006/main">
            <a:off x="5543550" y="36480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junction-23">
            <a:extLst xmlns:a="http://schemas.openxmlformats.org/drawingml/2006/main">
              <a:ext uri="{FF2B5EF4-FFF2-40B4-BE49-F238E27FC236}">
                <a16:creationId xmlns:a16="http://schemas.microsoft.com/office/drawing/2014/main" id="{065D0123-D21F-4CA1-A0A2-539C95411A5D}"/>
              </a:ext>
            </a:extLst>
          </p:cNvPr>
          <p:cNvSpPr>
            <a:spLocks xmlns:a="http://schemas.openxmlformats.org/drawingml/2006/main" noGrp="1"/>
          </p:cNvSpPr>
          <p:nvPr/>
        </p:nvSpPr>
        <p:spPr>
          <a:xfrm xmlns:a="http://schemas.openxmlformats.org/drawingml/2006/main">
            <a:off x="5543550" y="3895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12" idx="2"/>
            <a:endCxn xmlns:a="http://schemas.openxmlformats.org/drawingml/2006/main" id="13" idx="0"/>
          </p:cNvCxnSpPr>
          <p:nvPr/>
        </p:nvCxnSpPr>
        <p:spPr>
          <a:xfrm xmlns:a="http://schemas.openxmlformats.org/drawingml/2006/main">
            <a:off x="5553075" y="3667125"/>
            <a:ext cx="0" cy="22860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15" name="junction-24">
            <a:extLst xmlns:a="http://schemas.openxmlformats.org/drawingml/2006/main">
              <a:ext uri="{FF2B5EF4-FFF2-40B4-BE49-F238E27FC236}">
                <a16:creationId xmlns:a16="http://schemas.microsoft.com/office/drawing/2014/main" id="{3A56B6F8-0D4B-4B63-B02F-D2E59C1B05DC}"/>
              </a:ext>
            </a:extLst>
          </p:cNvPr>
          <p:cNvSpPr>
            <a:spLocks xmlns:a="http://schemas.openxmlformats.org/drawingml/2006/main" noGrp="1"/>
          </p:cNvSpPr>
          <p:nvPr/>
        </p:nvSpPr>
        <p:spPr>
          <a:xfrm xmlns:a="http://schemas.openxmlformats.org/drawingml/2006/main">
            <a:off x="5543550" y="3895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junction-25">
            <a:extLst xmlns:a="http://schemas.openxmlformats.org/drawingml/2006/main">
              <a:ext uri="{FF2B5EF4-FFF2-40B4-BE49-F238E27FC236}">
                <a16:creationId xmlns:a16="http://schemas.microsoft.com/office/drawing/2014/main" id="{9DE9AC4C-7A1E-4598-9F6D-F7FF41417FBF}"/>
              </a:ext>
            </a:extLst>
          </p:cNvPr>
          <p:cNvSpPr>
            <a:spLocks xmlns:a="http://schemas.openxmlformats.org/drawingml/2006/main" noGrp="1"/>
          </p:cNvSpPr>
          <p:nvPr/>
        </p:nvSpPr>
        <p:spPr>
          <a:xfrm xmlns:a="http://schemas.openxmlformats.org/drawingml/2006/main">
            <a:off x="11725275" y="3895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15" idx="3"/>
            <a:endCxn xmlns:a="http://schemas.openxmlformats.org/drawingml/2006/main" id="16" idx="1"/>
          </p:cNvCxnSpPr>
          <p:nvPr/>
        </p:nvCxnSpPr>
        <p:spPr>
          <a:xfrm xmlns:a="http://schemas.openxmlformats.org/drawingml/2006/main">
            <a:off x="5562600" y="3905250"/>
            <a:ext cx="6162675"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18" name="junction-26">
            <a:extLst xmlns:a="http://schemas.openxmlformats.org/drawingml/2006/main">
              <a:ext uri="{FF2B5EF4-FFF2-40B4-BE49-F238E27FC236}">
                <a16:creationId xmlns:a16="http://schemas.microsoft.com/office/drawing/2014/main" id="{26BAD94E-C47A-4CA9-90F7-F480D683CAFF}"/>
              </a:ext>
            </a:extLst>
          </p:cNvPr>
          <p:cNvSpPr>
            <a:spLocks xmlns:a="http://schemas.openxmlformats.org/drawingml/2006/main" noGrp="1"/>
          </p:cNvSpPr>
          <p:nvPr/>
        </p:nvSpPr>
        <p:spPr>
          <a:xfrm xmlns:a="http://schemas.openxmlformats.org/drawingml/2006/main">
            <a:off x="11725275" y="3895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9" name="junction-27">
            <a:extLst xmlns:a="http://schemas.openxmlformats.org/drawingml/2006/main">
              <a:ext uri="{FF2B5EF4-FFF2-40B4-BE49-F238E27FC236}">
                <a16:creationId xmlns:a16="http://schemas.microsoft.com/office/drawing/2014/main" id="{D29BC049-E938-404F-A051-840DFE062E45}"/>
              </a:ext>
            </a:extLst>
          </p:cNvPr>
          <p:cNvSpPr>
            <a:spLocks xmlns:a="http://schemas.openxmlformats.org/drawingml/2006/main" noGrp="1"/>
          </p:cNvSpPr>
          <p:nvPr/>
        </p:nvSpPr>
        <p:spPr>
          <a:xfrm xmlns:a="http://schemas.openxmlformats.org/drawingml/2006/main">
            <a:off x="11725275" y="36576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62" name=""/>
          <p:cNvCxnSpPr>
            <a:stCxn xmlns:a="http://schemas.openxmlformats.org/drawingml/2006/main" id="18" idx="0"/>
            <a:endCxn xmlns:a="http://schemas.openxmlformats.org/drawingml/2006/main" id="19" idx="2"/>
          </p:cNvCxnSpPr>
          <p:nvPr/>
        </p:nvCxnSpPr>
        <p:spPr>
          <a:xfrm xmlns:a="http://schemas.openxmlformats.org/drawingml/2006/main" flipV="1">
            <a:off x="11734800" y="3676650"/>
            <a:ext cx="0" cy="219075"/>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21" name="query-only-a">
            <a:extLst xmlns:a="http://schemas.openxmlformats.org/drawingml/2006/main">
              <a:ext uri="{FF2B5EF4-FFF2-40B4-BE49-F238E27FC236}">
                <a16:creationId xmlns:a16="http://schemas.microsoft.com/office/drawing/2014/main" id="{1A0162F9-4B93-4595-B2A4-025EB926BD9F}"/>
              </a:ext>
            </a:extLst>
          </p:cNvPr>
          <p:cNvSpPr>
            <a:spLocks xmlns:a="http://schemas.openxmlformats.org/drawingml/2006/main" noGrp="1"/>
          </p:cNvSpPr>
          <p:nvPr/>
        </p:nvSpPr>
        <p:spPr>
          <a:xfrm xmlns:a="http://schemas.openxmlformats.org/drawingml/2006/main">
            <a:off x="7534275" y="3638550"/>
            <a:ext cx="1495425" cy="2762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875" b="0">
                <a:solidFill>
                  <a:srgbClr val="52606B"/>
                </a:solidFill>
                <a:latin typeface="Arial"/>
                <a:ea typeface="Arial"/>
                <a:cs typeface="Arial"/>
              </a:defRPr>
            </a:pPr>
            <a:r>
              <a:rPr sz="1875" b="0">
                <a:solidFill>
                  <a:srgbClr val="52606B"/>
                </a:solidFill>
                <a:latin typeface="Arial"/>
                <a:ea typeface="Arial"/>
                <a:cs typeface="Arial"/>
              </a:rPr>
              <a:t>query</a:t>
            </a:r>
          </a:p>
        </p:txBody>
      </p:sp>
      <p:sp>
        <p:nvSpPr>
          <p:cNvPr id="22" name="rule-28">
            <a:extLst xmlns:a="http://schemas.openxmlformats.org/drawingml/2006/main">
              <a:ext uri="{FF2B5EF4-FFF2-40B4-BE49-F238E27FC236}">
                <a16:creationId xmlns:a16="http://schemas.microsoft.com/office/drawing/2014/main" id="{1E78F82B-B7B2-46F9-89DD-53774515FD42}"/>
              </a:ext>
            </a:extLst>
          </p:cNvPr>
          <p:cNvSpPr>
            <a:spLocks xmlns:a="http://schemas.openxmlformats.org/drawingml/2006/main" noGrp="1"/>
          </p:cNvSpPr>
          <p:nvPr/>
        </p:nvSpPr>
        <p:spPr>
          <a:xfrm xmlns:a="http://schemas.openxmlformats.org/drawingml/2006/main">
            <a:off x="342900" y="4076700"/>
            <a:ext cx="12649200" cy="0"/>
          </a:xfrm>
          <a:prstGeom xmlns:a="http://schemas.openxmlformats.org/drawingml/2006/main" prst="line">
            <a:avLst/>
          </a:prstGeom>
          <a:noFill xmlns:a="http://schemas.openxmlformats.org/drawingml/2006/main"/>
          <a:ln xmlns:a="http://schemas.openxmlformats.org/drawingml/2006/main" w="13335">
            <a:solidFill>
              <a:srgbClr val="CCD4DA"/>
            </a:solidFill>
          </a:ln>
        </p:spPr>
      </p:sp>
      <p:sp>
        <p:nvSpPr>
          <p:cNvPr id="23" name="b-method">
            <a:extLst xmlns:a="http://schemas.openxmlformats.org/drawingml/2006/main">
              <a:ext uri="{FF2B5EF4-FFF2-40B4-BE49-F238E27FC236}">
                <a16:creationId xmlns:a16="http://schemas.microsoft.com/office/drawing/2014/main" id="{B4EF3ED8-73E1-4167-A87C-F395AFC2C752}"/>
              </a:ext>
            </a:extLst>
          </p:cNvPr>
          <p:cNvSpPr>
            <a:spLocks xmlns:a="http://schemas.openxmlformats.org/drawingml/2006/main" noGrp="1"/>
          </p:cNvSpPr>
          <p:nvPr/>
        </p:nvSpPr>
        <p:spPr>
          <a:xfrm xmlns:a="http://schemas.openxmlformats.org/drawingml/2006/main">
            <a:off x="342900" y="4276725"/>
            <a:ext cx="5905500" cy="41910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550" b="1">
                <a:solidFill>
                  <a:srgbClr val="202832"/>
                </a:solidFill>
                <a:latin typeface="Arial"/>
                <a:ea typeface="Arial"/>
                <a:cs typeface="Arial"/>
              </a:defRPr>
            </a:pPr>
            <a:r>
              <a:rPr sz="2550" b="1">
                <a:solidFill>
                  <a:srgbClr val="202832"/>
                </a:solidFill>
                <a:latin typeface="Arial"/>
                <a:ea typeface="Arial"/>
                <a:cs typeface="Arial"/>
              </a:rPr>
              <a:t>(b) DINO-only control</a:t>
            </a:r>
          </a:p>
        </p:txBody>
      </p:sp>
      <p:sp>
        <p:nvSpPr>
          <p:cNvPr id="24" name="control-dino-features">
            <a:extLst xmlns:a="http://schemas.openxmlformats.org/drawingml/2006/main">
              <a:ext uri="{FF2B5EF4-FFF2-40B4-BE49-F238E27FC236}">
                <a16:creationId xmlns:a16="http://schemas.microsoft.com/office/drawing/2014/main" id="{4F7B6962-2CA4-4D56-92E7-314BB1A11511}"/>
              </a:ext>
            </a:extLst>
          </p:cNvPr>
          <p:cNvSpPr>
            <a:spLocks xmlns:a="http://schemas.openxmlformats.org/drawingml/2006/main" noGrp="1"/>
          </p:cNvSpPr>
          <p:nvPr/>
        </p:nvSpPr>
        <p:spPr>
          <a:xfrm xmlns:a="http://schemas.openxmlformats.org/drawingml/2006/main">
            <a:off x="361950" y="4914900"/>
            <a:ext cx="3381375" cy="13811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Same frozen</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DINOv2 encoder</a:t>
            </a:r>
          </a:p>
        </p:txBody>
      </p:sp>
      <p:sp>
        <p:nvSpPr>
          <p:cNvPr id="25" name="dino-descriptor">
            <a:extLst xmlns:a="http://schemas.openxmlformats.org/drawingml/2006/main">
              <a:ext uri="{FF2B5EF4-FFF2-40B4-BE49-F238E27FC236}">
                <a16:creationId xmlns:a16="http://schemas.microsoft.com/office/drawing/2014/main" id="{F62319DC-B65B-4D78-9FB2-C82E7BD20907}"/>
              </a:ext>
            </a:extLst>
          </p:cNvPr>
          <p:cNvSpPr>
            <a:spLocks xmlns:a="http://schemas.openxmlformats.org/drawingml/2006/main" noGrp="1"/>
          </p:cNvSpPr>
          <p:nvPr/>
        </p:nvSpPr>
        <p:spPr>
          <a:xfrm xmlns:a="http://schemas.openxmlformats.org/drawingml/2006/main">
            <a:off x="4429125" y="4914900"/>
            <a:ext cx="2257425" cy="1381125"/>
          </a:xfrm>
          <a:prstGeom xmlns:a="http://schemas.openxmlformats.org/drawingml/2006/main" prst="rect">
            <a:avLst/>
          </a:prstGeom>
          <a:solidFill xmlns:a="http://schemas.openxmlformats.org/drawingml/2006/main">
            <a:srgbClr val="DEEBF7"/>
          </a:solidFill>
          <a:ln xmlns:a="http://schemas.openxmlformats.org/drawingml/2006/main" w="14288">
            <a:solidFill>
              <a:srgbClr val="537C9E"/>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768-D</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Unit descriptors</a:t>
            </a:r>
          </a:p>
        </p:txBody>
      </p:sp>
      <p:sp>
        <p:nvSpPr>
          <p:cNvPr id="26" name="dino-bank">
            <a:extLst xmlns:a="http://schemas.openxmlformats.org/drawingml/2006/main">
              <a:ext uri="{FF2B5EF4-FFF2-40B4-BE49-F238E27FC236}">
                <a16:creationId xmlns:a16="http://schemas.microsoft.com/office/drawing/2014/main" id="{C8B2C885-F711-4C55-98C7-01AC9854EA3D}"/>
              </a:ext>
            </a:extLst>
          </p:cNvPr>
          <p:cNvSpPr>
            <a:spLocks xmlns:a="http://schemas.openxmlformats.org/drawingml/2006/main" noGrp="1"/>
          </p:cNvSpPr>
          <p:nvPr/>
        </p:nvSpPr>
        <p:spPr>
          <a:xfrm xmlns:a="http://schemas.openxmlformats.org/drawingml/2006/main">
            <a:off x="7372350" y="4914900"/>
            <a:ext cx="249555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Separate</a:t>
            </a:r>
          </a:p>
          <a:p xmlns:a="http://schemas.openxmlformats.org/drawingml/2006/main">
            <a:pPr algn="ctr">
              <a:defRPr sz="2325" b="0">
                <a:solidFill>
                  <a:srgbClr val="202832"/>
                </a:solidFill>
                <a:latin typeface="Arial"/>
                <a:ea typeface="Arial"/>
                <a:cs typeface="Arial"/>
              </a:defRPr>
            </a:pPr>
            <a:r>
              <a:rPr sz="2325" b="0">
                <a:solidFill>
                  <a:srgbClr val="202832"/>
                </a:solidFill>
                <a:latin typeface="Arial"/>
                <a:ea typeface="Arial"/>
                <a:cs typeface="Arial"/>
              </a:rPr>
              <a:t>768-D memory</a:t>
            </a:r>
          </a:p>
        </p:txBody>
      </p:sp>
      <p:sp>
        <p:nvSpPr>
          <p:cNvPr id="27" name="dino-score">
            <a:extLst xmlns:a="http://schemas.openxmlformats.org/drawingml/2006/main">
              <a:ext uri="{FF2B5EF4-FFF2-40B4-BE49-F238E27FC236}">
                <a16:creationId xmlns:a16="http://schemas.microsoft.com/office/drawing/2014/main" id="{A2D2CCE6-6753-445B-BD8B-847DB323942E}"/>
              </a:ext>
            </a:extLst>
          </p:cNvPr>
          <p:cNvSpPr>
            <a:spLocks xmlns:a="http://schemas.openxmlformats.org/drawingml/2006/main" noGrp="1"/>
          </p:cNvSpPr>
          <p:nvPr/>
        </p:nvSpPr>
        <p:spPr>
          <a:xfrm xmlns:a="http://schemas.openxmlformats.org/drawingml/2006/main">
            <a:off x="10477500" y="4914900"/>
            <a:ext cx="2514600" cy="1381125"/>
          </a:xfrm>
          <a:prstGeom xmlns:a="http://schemas.openxmlformats.org/drawingml/2006/main" prst="rect">
            <a:avLst/>
          </a:prstGeom>
          <a:solidFill xmlns:a="http://schemas.openxmlformats.org/drawingml/2006/main">
            <a:srgbClr val="E0EFE8"/>
          </a:solidFill>
          <a:ln xmlns:a="http://schemas.openxmlformats.org/drawingml/2006/main" w="14288">
            <a:solidFill>
              <a:srgbClr val="548773"/>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Exact 1-NN</a:t>
            </a:r>
          </a:p>
          <a:p xmlns:a="http://schemas.openxmlformats.org/drawingml/2006/main">
            <a:pPr algn="ctr">
              <a:defRPr sz="2175" b="0">
                <a:solidFill>
                  <a:srgbClr val="202832"/>
                </a:solidFill>
                <a:latin typeface="Arial"/>
                <a:ea typeface="Arial"/>
                <a:cs typeface="Arial"/>
              </a:defRPr>
            </a:pPr>
            <a:r>
              <a:rPr sz="2175" b="0">
                <a:solidFill>
                  <a:srgbClr val="202832"/>
                </a:solidFill>
                <a:latin typeface="Arial"/>
                <a:ea typeface="Arial"/>
                <a:cs typeface="Arial"/>
              </a:rPr>
              <a:t>Squared ℓ₂ / 2</a:t>
            </a:r>
          </a:p>
        </p:txBody>
      </p:sp>
      <p:cxnSp>
        <p:nvCxnSpPr>
          <p:cNvPr id="70" name=""/>
          <p:cNvCxnSpPr>
            <a:stCxn xmlns:a="http://schemas.openxmlformats.org/drawingml/2006/main" id="24" idx="3"/>
            <a:endCxn xmlns:a="http://schemas.openxmlformats.org/drawingml/2006/main" id="25" idx="1"/>
          </p:cNvCxnSpPr>
          <p:nvPr/>
        </p:nvCxnSpPr>
        <p:spPr>
          <a:xfrm xmlns:a="http://schemas.openxmlformats.org/drawingml/2006/main">
            <a:off x="3743325" y="5605463"/>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1" name=""/>
          <p:cNvCxnSpPr>
            <a:stCxn xmlns:a="http://schemas.openxmlformats.org/drawingml/2006/main" id="25" idx="3"/>
            <a:endCxn xmlns:a="http://schemas.openxmlformats.org/drawingml/2006/main" id="26" idx="1"/>
          </p:cNvCxnSpPr>
          <p:nvPr/>
        </p:nvCxnSpPr>
        <p:spPr>
          <a:xfrm xmlns:a="http://schemas.openxmlformats.org/drawingml/2006/main">
            <a:off x="6686550" y="5605463"/>
            <a:ext cx="6858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cxnSp>
        <p:nvCxnSpPr>
          <p:cNvPr id="72" name=""/>
          <p:cNvCxnSpPr>
            <a:stCxn xmlns:a="http://schemas.openxmlformats.org/drawingml/2006/main" id="26" idx="3"/>
            <a:endCxn xmlns:a="http://schemas.openxmlformats.org/drawingml/2006/main" id="27" idx="1"/>
          </p:cNvCxnSpPr>
          <p:nvPr/>
        </p:nvCxnSpPr>
        <p:spPr>
          <a:xfrm xmlns:a="http://schemas.openxmlformats.org/drawingml/2006/main">
            <a:off x="9867900" y="5605463"/>
            <a:ext cx="609600" cy="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31" name="support-only-b">
            <a:extLst xmlns:a="http://schemas.openxmlformats.org/drawingml/2006/main">
              <a:ext uri="{FF2B5EF4-FFF2-40B4-BE49-F238E27FC236}">
                <a16:creationId xmlns:a16="http://schemas.microsoft.com/office/drawing/2014/main" id="{DD36677B-5D83-49F1-BFC0-8CF3B8BB42FF}"/>
              </a:ext>
            </a:extLst>
          </p:cNvPr>
          <p:cNvSpPr>
            <a:spLocks xmlns:a="http://schemas.openxmlformats.org/drawingml/2006/main" noGrp="1"/>
          </p:cNvSpPr>
          <p:nvPr/>
        </p:nvSpPr>
        <p:spPr>
          <a:xfrm xmlns:a="http://schemas.openxmlformats.org/drawingml/2006/main">
            <a:off x="6619875" y="4514850"/>
            <a:ext cx="1428750" cy="3333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1950" b="0">
                <a:solidFill>
                  <a:srgbClr val="52606B"/>
                </a:solidFill>
                <a:latin typeface="Arial"/>
                <a:ea typeface="Arial"/>
                <a:cs typeface="Arial"/>
              </a:defRPr>
            </a:pPr>
            <a:r>
              <a:rPr sz="1950" b="0">
                <a:solidFill>
                  <a:srgbClr val="52606B"/>
                </a:solidFill>
                <a:latin typeface="Arial"/>
                <a:ea typeface="Arial"/>
                <a:cs typeface="Arial"/>
              </a:rPr>
              <a:t>support</a:t>
            </a:r>
          </a:p>
        </p:txBody>
      </p:sp>
      <p:sp>
        <p:nvSpPr>
          <p:cNvPr id="32" name="junction-29">
            <a:extLst xmlns:a="http://schemas.openxmlformats.org/drawingml/2006/main">
              <a:ext uri="{FF2B5EF4-FFF2-40B4-BE49-F238E27FC236}">
                <a16:creationId xmlns:a16="http://schemas.microsoft.com/office/drawing/2014/main" id="{D0BB5EE3-21AC-42EE-8396-8A1EE7C137E1}"/>
              </a:ext>
            </a:extLst>
          </p:cNvPr>
          <p:cNvSpPr>
            <a:spLocks xmlns:a="http://schemas.openxmlformats.org/drawingml/2006/main" noGrp="1"/>
          </p:cNvSpPr>
          <p:nvPr/>
        </p:nvSpPr>
        <p:spPr>
          <a:xfrm xmlns:a="http://schemas.openxmlformats.org/drawingml/2006/main">
            <a:off x="5543550" y="63055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33" name="junction-30">
            <a:extLst xmlns:a="http://schemas.openxmlformats.org/drawingml/2006/main">
              <a:ext uri="{FF2B5EF4-FFF2-40B4-BE49-F238E27FC236}">
                <a16:creationId xmlns:a16="http://schemas.microsoft.com/office/drawing/2014/main" id="{C3D04D85-692F-47F9-81AD-A85B35936E7F}"/>
              </a:ext>
            </a:extLst>
          </p:cNvPr>
          <p:cNvSpPr>
            <a:spLocks xmlns:a="http://schemas.openxmlformats.org/drawingml/2006/main" noGrp="1"/>
          </p:cNvSpPr>
          <p:nvPr/>
        </p:nvSpPr>
        <p:spPr>
          <a:xfrm xmlns:a="http://schemas.openxmlformats.org/drawingml/2006/main">
            <a:off x="5543550" y="6600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2" idx="2"/>
            <a:endCxn xmlns:a="http://schemas.openxmlformats.org/drawingml/2006/main" id="33" idx="0"/>
          </p:cNvCxnSpPr>
          <p:nvPr/>
        </p:nvCxnSpPr>
        <p:spPr>
          <a:xfrm xmlns:a="http://schemas.openxmlformats.org/drawingml/2006/main">
            <a:off x="5553075" y="6324600"/>
            <a:ext cx="0" cy="276225"/>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35" name="junction-31">
            <a:extLst xmlns:a="http://schemas.openxmlformats.org/drawingml/2006/main">
              <a:ext uri="{FF2B5EF4-FFF2-40B4-BE49-F238E27FC236}">
                <a16:creationId xmlns:a16="http://schemas.microsoft.com/office/drawing/2014/main" id="{5373820F-1EAC-4EDF-8AE3-ADD5035A1750}"/>
              </a:ext>
            </a:extLst>
          </p:cNvPr>
          <p:cNvSpPr>
            <a:spLocks xmlns:a="http://schemas.openxmlformats.org/drawingml/2006/main" noGrp="1"/>
          </p:cNvSpPr>
          <p:nvPr/>
        </p:nvSpPr>
        <p:spPr>
          <a:xfrm xmlns:a="http://schemas.openxmlformats.org/drawingml/2006/main">
            <a:off x="5543550" y="6600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junction-32">
            <a:extLst xmlns:a="http://schemas.openxmlformats.org/drawingml/2006/main">
              <a:ext uri="{FF2B5EF4-FFF2-40B4-BE49-F238E27FC236}">
                <a16:creationId xmlns:a16="http://schemas.microsoft.com/office/drawing/2014/main" id="{7405A3F8-F24E-41A7-AF22-2DF8D4494566}"/>
              </a:ext>
            </a:extLst>
          </p:cNvPr>
          <p:cNvSpPr>
            <a:spLocks xmlns:a="http://schemas.openxmlformats.org/drawingml/2006/main" noGrp="1"/>
          </p:cNvSpPr>
          <p:nvPr/>
        </p:nvSpPr>
        <p:spPr>
          <a:xfrm xmlns:a="http://schemas.openxmlformats.org/drawingml/2006/main">
            <a:off x="11725275" y="66008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9" name=""/>
          <p:cNvCxnSpPr>
            <a:stCxn xmlns:a="http://schemas.openxmlformats.org/drawingml/2006/main" id="35" idx="3"/>
            <a:endCxn xmlns:a="http://schemas.openxmlformats.org/drawingml/2006/main" id="36" idx="1"/>
          </p:cNvCxnSpPr>
          <p:nvPr/>
        </p:nvCxnSpPr>
        <p:spPr>
          <a:xfrm xmlns:a="http://schemas.openxmlformats.org/drawingml/2006/main">
            <a:off x="5562600" y="6610350"/>
            <a:ext cx="6162675" cy="0"/>
          </a:xfrm>
          <a:prstGeom xmlns:a="http://schemas.openxmlformats.org/drawingml/2006/main" prst="straightConnector1">
            <a:avLst/>
          </a:prstGeom>
          <a:ln xmlns:a="http://schemas.openxmlformats.org/drawingml/2006/main" w="24765">
            <a:solidFill>
              <a:srgbClr val="34404B"/>
            </a:solidFill>
            <a:prstDash val="solid"/>
            <a:tailEnd type="none" w="med" len="med"/>
          </a:ln>
        </p:spPr>
      </p:cxnSp>
      <p:sp>
        <p:nvSpPr>
          <p:cNvPr id="38" name="junction-33">
            <a:extLst xmlns:a="http://schemas.openxmlformats.org/drawingml/2006/main">
              <a:ext uri="{FF2B5EF4-FFF2-40B4-BE49-F238E27FC236}">
                <a16:creationId xmlns:a16="http://schemas.microsoft.com/office/drawing/2014/main" id="{CDF2D7C7-B72C-47D0-9A3E-6A4FFDC43018}"/>
              </a:ext>
            </a:extLst>
          </p:cNvPr>
          <p:cNvSpPr>
            <a:spLocks xmlns:a="http://schemas.openxmlformats.org/drawingml/2006/main" noGrp="1"/>
          </p:cNvSpPr>
          <p:nvPr/>
        </p:nvSpPr>
        <p:spPr>
          <a:xfrm xmlns:a="http://schemas.openxmlformats.org/drawingml/2006/main">
            <a:off x="11725275" y="6600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9" name="junction-34">
            <a:extLst xmlns:a="http://schemas.openxmlformats.org/drawingml/2006/main">
              <a:ext uri="{FF2B5EF4-FFF2-40B4-BE49-F238E27FC236}">
                <a16:creationId xmlns:a16="http://schemas.microsoft.com/office/drawing/2014/main" id="{F08E9E8A-B205-44ED-A9F3-F0BF7C11E7B7}"/>
              </a:ext>
            </a:extLst>
          </p:cNvPr>
          <p:cNvSpPr>
            <a:spLocks xmlns:a="http://schemas.openxmlformats.org/drawingml/2006/main" noGrp="1"/>
          </p:cNvSpPr>
          <p:nvPr/>
        </p:nvSpPr>
        <p:spPr>
          <a:xfrm xmlns:a="http://schemas.openxmlformats.org/drawingml/2006/main">
            <a:off x="11725275" y="63150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2" name=""/>
          <p:cNvCxnSpPr>
            <a:stCxn xmlns:a="http://schemas.openxmlformats.org/drawingml/2006/main" id="38" idx="0"/>
            <a:endCxn xmlns:a="http://schemas.openxmlformats.org/drawingml/2006/main" id="39" idx="2"/>
          </p:cNvCxnSpPr>
          <p:nvPr/>
        </p:nvCxnSpPr>
        <p:spPr>
          <a:xfrm xmlns:a="http://schemas.openxmlformats.org/drawingml/2006/main" flipV="1">
            <a:off x="11734800" y="6334125"/>
            <a:ext cx="0" cy="266700"/>
          </a:xfrm>
          <a:prstGeom xmlns:a="http://schemas.openxmlformats.org/drawingml/2006/main" prst="straightConnector1">
            <a:avLst/>
          </a:prstGeom>
          <a:ln xmlns:a="http://schemas.openxmlformats.org/drawingml/2006/main" w="24765">
            <a:solidFill>
              <a:srgbClr val="34404B"/>
            </a:solidFill>
            <a:prstDash val="solid"/>
            <a:tailEnd type="triangle" w="med" len="med"/>
          </a:ln>
        </p:spPr>
      </p:cxnSp>
      <p:sp>
        <p:nvSpPr>
          <p:cNvPr id="41" name="query-only-b">
            <a:extLst xmlns:a="http://schemas.openxmlformats.org/drawingml/2006/main">
              <a:ext uri="{FF2B5EF4-FFF2-40B4-BE49-F238E27FC236}">
                <a16:creationId xmlns:a16="http://schemas.microsoft.com/office/drawing/2014/main" id="{CCE48E8C-ED6E-4B59-AE72-5B3213F03238}"/>
              </a:ext>
            </a:extLst>
          </p:cNvPr>
          <p:cNvSpPr>
            <a:spLocks xmlns:a="http://schemas.openxmlformats.org/drawingml/2006/main" noGrp="1"/>
          </p:cNvSpPr>
          <p:nvPr/>
        </p:nvSpPr>
        <p:spPr>
          <a:xfrm xmlns:a="http://schemas.openxmlformats.org/drawingml/2006/main">
            <a:off x="7534275" y="6324600"/>
            <a:ext cx="1495425" cy="2762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ctr">
              <a:defRPr sz="1875" b="0">
                <a:solidFill>
                  <a:srgbClr val="52606B"/>
                </a:solidFill>
                <a:latin typeface="Arial"/>
                <a:ea typeface="Arial"/>
                <a:cs typeface="Arial"/>
              </a:defRPr>
            </a:pPr>
            <a:r>
              <a:rPr sz="1875" b="0">
                <a:solidFill>
                  <a:srgbClr val="52606B"/>
                </a:solidFill>
                <a:latin typeface="Arial"/>
                <a:ea typeface="Arial"/>
                <a:cs typeface="Arial"/>
              </a:rPr>
              <a:t>query</a:t>
            </a:r>
          </a:p>
        </p:txBody>
      </p:sp>
      <p:sp>
        <p:nvSpPr>
          <p:cNvPr id="42" name="common-postprocessing">
            <a:extLst xmlns:a="http://schemas.openxmlformats.org/drawingml/2006/main">
              <a:ext uri="{FF2B5EF4-FFF2-40B4-BE49-F238E27FC236}">
                <a16:creationId xmlns:a16="http://schemas.microsoft.com/office/drawing/2014/main" id="{D4AA08DC-C9AF-46FB-92DD-81EBD1BCC288}"/>
              </a:ext>
            </a:extLst>
          </p:cNvPr>
          <p:cNvSpPr>
            <a:spLocks xmlns:a="http://schemas.openxmlformats.org/drawingml/2006/main" noGrp="1"/>
          </p:cNvSpPr>
          <p:nvPr/>
        </p:nvSpPr>
        <p:spPr>
          <a:xfrm xmlns:a="http://schemas.openxmlformats.org/drawingml/2006/main">
            <a:off x="342900" y="6924675"/>
            <a:ext cx="12649200" cy="5429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250" b="0">
                <a:solidFill>
                  <a:srgbClr val="202832"/>
                </a:solidFill>
                <a:latin typeface="Arial"/>
                <a:ea typeface="Arial"/>
                <a:cs typeface="Arial"/>
              </a:defRPr>
            </a:pPr>
            <a:r>
              <a:rPr sz="2250" b="0">
                <a:solidFill>
                  <a:srgbClr val="202832"/>
                </a:solidFill>
                <a:latin typeface="Arial"/>
                <a:ea typeface="Arial"/>
                <a:cs typeface="Arial"/>
              </a:rPr>
              <a:t>Same bilinear resizing, Gaussian smoothing, image pooling and evaluator</a:t>
            </a:r>
          </a:p>
        </p:txBody>
      </p:sp>
    </p:spTree>
    <p:extLst>
      <p:ext uri="{BB962C8B-B14F-4D97-AF65-F5344CB8AC3E}">
        <p14:creationId xmlns:p14="http://schemas.microsoft.com/office/powerpoint/2010/main" val="16736794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0E89E60-BD37-4B01-92CA-9332FCE3708C}"/>
              </a:ext>
            </a:extLst>
          </p:cNvPr>
          <p:cNvSpPr>
            <a:spLocks xmlns:a="http://schemas.openxmlformats.org/drawingml/2006/main" noGrp="1"/>
          </p:cNvSpPr>
          <p:nvPr/>
        </p:nvSpPr>
        <p:spPr>
          <a:xfrm xmlns:a="http://schemas.openxmlformats.org/drawingml/2006/main">
            <a:off x="342900" y="209550"/>
            <a:ext cx="12649200" cy="50482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850" b="1">
                <a:solidFill>
                  <a:srgbClr val="202832"/>
                </a:solidFill>
                <a:latin typeface="Microsoft YaHei"/>
                <a:ea typeface="Microsoft YaHei"/>
                <a:cs typeface="Microsoft YaHei"/>
              </a:defRPr>
            </a:pPr>
            <a:r>
              <a:rPr sz="2850" b="1">
                <a:solidFill>
                  <a:srgbClr val="202832"/>
                </a:solidFill>
                <a:latin typeface="Microsoft YaHei"/>
                <a:ea typeface="Microsoft YaHei"/>
                <a:cs typeface="Microsoft YaHei"/>
              </a:rPr>
              <a:t>图件安排与正文放置建议</a:t>
            </a:r>
          </a:p>
        </p:txBody>
      </p:sp>
      <p:graphicFrame>
        <p:nvGraphicFramePr>
          <p:cNvPr id="8" name=""/>
          <p:cNvGraphicFramePr/>
          <p:nvPr/>
        </p:nvGraphicFramePr>
        <p:xfrm>
          <a:off xmlns:a="http://schemas.openxmlformats.org/drawingml/2006/main" x="342900" y="1066800"/>
          <a:ext xmlns:a="http://schemas.openxmlformats.org/drawingml/2006/main" cx="12649200" cy="4000500"/>
        </p:xfrm>
        <a:graphic xmlns:a="http://schemas.openxmlformats.org/drawingml/2006/main">
          <a:graphicData uri="http://schemas.openxmlformats.org/drawingml/2006/table">
            <a:tbl>
              <a:tblPr/>
              <a:tblGrid>
                <a:gridCol w="1190625"/>
                <a:gridCol w="6067425"/>
                <a:gridCol w="5391150"/>
              </a:tblGrid>
              <a:tr h="666750">
                <a:tc>
                  <a:txBody>
                    <a:bodyPr lIns="114300" tIns="76200" rIns="114300" bIns="76200"/>
                    <a:lstStyle/>
                    <a:p>
                      <a:pPr algn="l"/>
                      <a:r>
                        <a:rPr sz="1875" b="1">
                          <a:solidFill>
                            <a:srgbClr val="202832"/>
                          </a:solidFill>
                          <a:latin typeface="Microsoft YaHei"/>
                          <a:ea typeface="Microsoft YaHei"/>
                          <a:cs typeface="Microsoft YaHei"/>
                        </a:rPr>
                        <a:t>PPT 页</a:t>
                      </a:r>
                    </a:p>
                  </a:txBody>
                  <a:tcPr marL="91440" marR="91440" marT="45720" marB="45720" anchor="ctr">
                    <a:solidFill>
                      <a:srgbClr val="DEEBF7"/>
                    </a:solidFill>
                  </a:tcPr>
                </a:tc>
                <a:tc>
                  <a:txBody>
                    <a:bodyPr lIns="114300" tIns="76200" rIns="114300" bIns="76200"/>
                    <a:lstStyle/>
                    <a:p>
                      <a:pPr algn="l"/>
                      <a:r>
                        <a:rPr sz="1875" b="1">
                          <a:solidFill>
                            <a:srgbClr val="202832"/>
                          </a:solidFill>
                          <a:latin typeface="Microsoft YaHei"/>
                          <a:ea typeface="Microsoft YaHei"/>
                          <a:cs typeface="Microsoft YaHei"/>
                        </a:rPr>
                        <a:t>图件与用途</a:t>
                      </a:r>
                    </a:p>
                  </a:txBody>
                  <a:tcPr marL="91440" marR="91440" marT="45720" marB="45720" anchor="ctr">
                    <a:solidFill>
                      <a:srgbClr val="DEEBF7"/>
                    </a:solidFill>
                  </a:tcPr>
                </a:tc>
                <a:tc>
                  <a:txBody>
                    <a:bodyPr lIns="114300" tIns="76200" rIns="114300" bIns="76200"/>
                    <a:lstStyle/>
                    <a:p>
                      <a:pPr algn="l"/>
                      <a:r>
                        <a:rPr sz="1875" b="1">
                          <a:solidFill>
                            <a:srgbClr val="202832"/>
                          </a:solidFill>
                          <a:latin typeface="Microsoft YaHei"/>
                          <a:ea typeface="Microsoft YaHei"/>
                          <a:cs typeface="Microsoft YaHei"/>
                        </a:rPr>
                        <a:t>建议位置</a:t>
                      </a:r>
                    </a:p>
                  </a:txBody>
                  <a:tcPr marL="91440" marR="91440" marT="45720" marB="45720" anchor="ctr">
                    <a:solidFill>
                      <a:srgbClr val="DEEBF7"/>
                    </a:solidFill>
                  </a:tcPr>
                </a:tc>
              </a:tr>
              <a:tr h="666750">
                <a:tc>
                  <a:txBody>
                    <a:bodyPr lIns="114300" tIns="76200" rIns="114300" bIns="76200"/>
                    <a:lstStyle/>
                    <a:p>
                      <a:pPr algn="l"/>
                      <a:r>
                        <a:rPr sz="1875" b="0">
                          <a:solidFill>
                            <a:srgbClr val="202832"/>
                          </a:solidFill>
                          <a:latin typeface="Microsoft YaHei"/>
                          <a:ea typeface="Microsoft YaHei"/>
                          <a:cs typeface="Microsoft YaHei"/>
                        </a:rPr>
                        <a:t>1</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1 主图：建库与查询的完整流程</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3.2 Overview 首次引用后，双栏通栏</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2</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S1 双编码器：输入尺寸与保留的特征</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3.3 编码器说明后，可移入补充材料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3</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2 对齐与融合：空间及幅值校准</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3.4 对齐说明与融合公式附近，优先保留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4</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3 记忆与评分：匹配、异常图与图像分数</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3.5 记忆库和评分公式附近，优先保留</a:t>
                      </a:r>
                    </a:p>
                  </a:txBody>
                  <a:tcPr marL="91440" marR="91440" marT="45720" marB="45720" anchor="ctr">
                    <a:solidFill>
                      <a:srgbClr val="FFFFFF"/>
                    </a:solidFill>
                  </a:tcPr>
                </a:tc>
              </a:tr>
              <a:tr h="666750">
                <a:tc>
                  <a:txBody>
                    <a:bodyPr lIns="114300" tIns="76200" rIns="114300" bIns="76200"/>
                    <a:lstStyle/>
                    <a:p>
                      <a:pPr algn="l"/>
                      <a:r>
                        <a:rPr sz="1875" b="0">
                          <a:solidFill>
                            <a:srgbClr val="202832"/>
                          </a:solidFill>
                          <a:latin typeface="Microsoft YaHei"/>
                          <a:ea typeface="Microsoft YaHei"/>
                          <a:cs typeface="Microsoft YaHei"/>
                        </a:rPr>
                        <a:t>5</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Fig. S2 对照设计：两套独立特征与记忆库</a:t>
                      </a:r>
                    </a:p>
                  </a:txBody>
                  <a:tcPr marL="91440" marR="91440" marT="45720" marB="45720" anchor="ctr">
                    <a:solidFill>
                      <a:srgbClr val="FFFFFF"/>
                    </a:solidFill>
                  </a:tcPr>
                </a:tc>
                <a:tc>
                  <a:txBody>
                    <a:bodyPr lIns="114300" tIns="76200" rIns="114300" bIns="76200"/>
                    <a:lstStyle/>
                    <a:p>
                      <a:pPr algn="l"/>
                      <a:r>
                        <a:rPr sz="1875" b="0">
                          <a:solidFill>
                            <a:srgbClr val="202832"/>
                          </a:solidFill>
                          <a:latin typeface="Microsoft YaHei"/>
                          <a:ea typeface="Microsoft YaHei"/>
                          <a:cs typeface="Microsoft YaHei"/>
                        </a:rPr>
                        <a:t>3.6 对照说明或消融实验，可用作附图</a:t>
                      </a:r>
                    </a:p>
                  </a:txBody>
                  <a:tcPr marL="91440" marR="91440" marT="45720" marB="45720" anchor="ctr">
                    <a:solidFill>
                      <a:srgbClr val="FFFFFF"/>
                    </a:solidFill>
                  </a:tcPr>
                </a:tc>
              </a:tr>
            </a:tbl>
          </a:graphicData>
        </a:graphic>
      </p:graphicFrame>
      <p:sp>
        <p:nvSpPr>
          <p:cNvPr id="3" name="usage-one">
            <a:extLst xmlns:a="http://schemas.openxmlformats.org/drawingml/2006/main">
              <a:ext uri="{FF2B5EF4-FFF2-40B4-BE49-F238E27FC236}">
                <a16:creationId xmlns:a16="http://schemas.microsoft.com/office/drawing/2014/main" id="{D32DB1A9-67F4-4240-8217-3A156C3C2E03}"/>
              </a:ext>
            </a:extLst>
          </p:cNvPr>
          <p:cNvSpPr>
            <a:spLocks xmlns:a="http://schemas.openxmlformats.org/drawingml/2006/main" noGrp="1"/>
          </p:cNvSpPr>
          <p:nvPr/>
        </p:nvSpPr>
        <p:spPr>
          <a:xfrm xmlns:a="http://schemas.openxmlformats.org/drawingml/2006/main">
            <a:off x="342900" y="5457825"/>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版式：英文图件统一横向矩形。先引用，再就近放图。</a:t>
            </a:r>
          </a:p>
        </p:txBody>
      </p:sp>
      <p:sp>
        <p:nvSpPr>
          <p:cNvPr id="4" name="usage-two">
            <a:extLst xmlns:a="http://schemas.openxmlformats.org/drawingml/2006/main">
              <a:ext uri="{FF2B5EF4-FFF2-40B4-BE49-F238E27FC236}">
                <a16:creationId xmlns:a16="http://schemas.microsoft.com/office/drawing/2014/main" id="{4552CA1E-8DCB-4E92-976A-E21FC9C567D4}"/>
              </a:ext>
            </a:extLst>
          </p:cNvPr>
          <p:cNvSpPr>
            <a:spLocks xmlns:a="http://schemas.openxmlformats.org/drawingml/2006/main" noGrp="1"/>
          </p:cNvSpPr>
          <p:nvPr/>
        </p:nvSpPr>
        <p:spPr>
          <a:xfrm xmlns:a="http://schemas.openxmlformats.org/drawingml/2006/main">
            <a:off x="342900" y="6038850"/>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字体：Arial 正文标签，Cambria 数学符号。变量下标保持可编辑。</a:t>
            </a:r>
          </a:p>
        </p:txBody>
      </p:sp>
      <p:sp>
        <p:nvSpPr>
          <p:cNvPr id="5" name="usage-three">
            <a:extLst xmlns:a="http://schemas.openxmlformats.org/drawingml/2006/main">
              <a:ext uri="{FF2B5EF4-FFF2-40B4-BE49-F238E27FC236}">
                <a16:creationId xmlns:a16="http://schemas.microsoft.com/office/drawing/2014/main" id="{EEA58F3D-FD93-42D3-B9B4-44F4BA1F9DCB}"/>
              </a:ext>
            </a:extLst>
          </p:cNvPr>
          <p:cNvSpPr>
            <a:spLocks xmlns:a="http://schemas.openxmlformats.org/drawingml/2006/main" noGrp="1"/>
          </p:cNvSpPr>
          <p:nvPr/>
        </p:nvSpPr>
        <p:spPr>
          <a:xfrm xmlns:a="http://schemas.openxmlformats.org/drawingml/2006/main">
            <a:off x="342900" y="6619875"/>
            <a:ext cx="12649200" cy="476250"/>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75" b="0">
                <a:solidFill>
                  <a:srgbClr val="202832"/>
                </a:solidFill>
                <a:latin typeface="Microsoft YaHei"/>
                <a:ea typeface="Microsoft YaHei"/>
                <a:cs typeface="Microsoft YaHei"/>
              </a:defRPr>
            </a:pPr>
            <a:r>
              <a:rPr sz="2175" b="0">
                <a:solidFill>
                  <a:srgbClr val="202832"/>
                </a:solidFill>
                <a:latin typeface="Microsoft YaHei"/>
                <a:ea typeface="Microsoft YaHei"/>
                <a:cs typeface="Microsoft YaHei"/>
              </a:rPr>
              <a:t>图注：每页备注附英文图注。图 2、图 3 的细节优先进入正文。</a:t>
            </a:r>
          </a:p>
        </p:txBody>
      </p:sp>
      <p:sp>
        <p:nvSpPr>
          <p:cNvPr id="6" name="usage-four">
            <a:extLst xmlns:a="http://schemas.openxmlformats.org/drawingml/2006/main">
              <a:ext uri="{FF2B5EF4-FFF2-40B4-BE49-F238E27FC236}">
                <a16:creationId xmlns:a16="http://schemas.microsoft.com/office/drawing/2014/main" id="{312D53BA-AC16-4798-BEF8-8B51580DE015}"/>
              </a:ext>
            </a:extLst>
          </p:cNvPr>
          <p:cNvSpPr>
            <a:spLocks xmlns:a="http://schemas.openxmlformats.org/drawingml/2006/main" noGrp="1"/>
          </p:cNvSpPr>
          <p:nvPr/>
        </p:nvSpPr>
        <p:spPr>
          <a:xfrm xmlns:a="http://schemas.openxmlformats.org/drawingml/2006/main">
            <a:off x="342900" y="7200900"/>
            <a:ext cx="12649200" cy="409575"/>
          </a:xfrm>
          <a:prstGeom xmlns:a="http://schemas.openxmlformats.org/drawingml/2006/main" prst="rect">
            <a:avLst/>
          </a:prstGeom>
          <a:noFill xmlns:a="http://schemas.openxmlformats.org/drawingml/2006/main"/>
          <a:ln xmlns:a="http://schemas.openxmlformats.org/drawingml/2006/main" w="14288">
            <a:noFill/>
          </a:ln>
        </p:spPr>
        <p:txBody>
          <a:bodyPr xmlns:a="http://schemas.openxmlformats.org/drawingml/2006/main" lIns="19050" tIns="9525" rIns="19050" bIns="9525" anchor="ctr">
            <a:noAutofit/>
          </a:bodyPr>
          <a:lstStyle xmlns:a="http://schemas.openxmlformats.org/drawingml/2006/main"/>
          <a:p xmlns:a="http://schemas.openxmlformats.org/drawingml/2006/main">
            <a:pPr algn="l">
              <a:defRPr sz="2100" b="0">
                <a:solidFill>
                  <a:srgbClr val="202832"/>
                </a:solidFill>
                <a:latin typeface="Microsoft YaHei"/>
                <a:ea typeface="Microsoft YaHei"/>
                <a:cs typeface="Microsoft YaHei"/>
              </a:defRPr>
            </a:pPr>
            <a:r>
              <a:rPr sz="2100" b="0">
                <a:solidFill>
                  <a:srgbClr val="202832"/>
                </a:solidFill>
                <a:latin typeface="Microsoft YaHei"/>
                <a:ea typeface="Microsoft YaHei"/>
                <a:cs typeface="Microsoft YaHei"/>
              </a:rPr>
              <a:t>篇幅压缩时：正文保留主图及融合、评分分图，其余作为附图。</a:t>
            </a:r>
          </a:p>
        </p:txBody>
      </p:sp>
    </p:spTree>
    <p:extLst>
      <p:ext uri="{BB962C8B-B14F-4D97-AF65-F5344CB8AC3E}">
        <p14:creationId xmlns:p14="http://schemas.microsoft.com/office/powerpoint/2010/main" val="5041356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2026-09-06T09:15:34.4890000Z</dcterms:created>
  <dcterms:modified xsi:type="dcterms:W3CDTF">2026-09-06T09:15:34.4890000Z</dcterms:modified>
</coreProperties>
</file>